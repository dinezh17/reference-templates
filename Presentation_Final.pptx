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59" r:id="rId4"/>
    <p:sldId id="261" r:id="rId5"/>
    <p:sldId id="263" r:id="rId6"/>
    <p:sldId id="264" r:id="rId7"/>
    <p:sldId id="266" r:id="rId8"/>
    <p:sldId id="265" r:id="rId9"/>
    <p:sldId id="267" r:id="rId10"/>
    <p:sldId id="262" r:id="rId11"/>
    <p:sldId id="260"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4660"/>
  </p:normalViewPr>
  <p:slideViewPr>
    <p:cSldViewPr snapToGrid="0">
      <p:cViewPr>
        <p:scale>
          <a:sx n="102" d="100"/>
          <a:sy n="102" d="100"/>
        </p:scale>
        <p:origin x="1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082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598471-915A-42AE-98E5-8DFAAD5A9D0A}" type="slidenum">
              <a:rPr lang="en-IN" smtClean="0"/>
              <a:t>9</a:t>
            </a:fld>
            <a:endParaRPr lang="en-IN"/>
          </a:p>
        </p:txBody>
      </p:sp>
    </p:spTree>
    <p:extLst>
      <p:ext uri="{BB962C8B-B14F-4D97-AF65-F5344CB8AC3E}">
        <p14:creationId xmlns:p14="http://schemas.microsoft.com/office/powerpoint/2010/main" val="26767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99EAD-0906-5461-B700-218031F616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D330EF-6F7C-6B4B-DFA2-F19C42E6A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3A1757-3523-E161-4A64-C8900292A3B3}"/>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87E1E29F-9379-1F9A-2AEC-47B0C34964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039223-1DDA-557C-494C-6B585F313008}"/>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115457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F2C87-D907-90E7-3F11-CFA5A1C027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8F723D-FED7-B7BF-8D83-FC5BEBAD5C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0AAB10-2FFA-6CA9-D3EF-69675AC6A51C}"/>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48FADAC4-C2A9-2CB3-FA7D-5275BDF72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D03F50-FD40-F923-5716-E85E588C3EB2}"/>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1162313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8E253-47FF-8E60-1D3E-6F87395226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329641-EF41-6F5A-A4B0-D354300882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8AC130-0E95-5305-0C75-F6B92C445C30}"/>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9C20A892-3F6D-4412-AB68-2EA691FEBC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48EC59-4638-0319-7892-75D889772F21}"/>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3960468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EDA0-3C4F-7EE3-0159-C2A39D92AF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661907-FF21-CAFA-980D-09A4BB3C91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6C8E0D-902A-2C46-7BEE-678E878DFE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36AEB5-05D9-7F01-4DCA-6964B2595857}"/>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6" name="Footer Placeholder 5">
            <a:extLst>
              <a:ext uri="{FF2B5EF4-FFF2-40B4-BE49-F238E27FC236}">
                <a16:creationId xmlns:a16="http://schemas.microsoft.com/office/drawing/2014/main" id="{E840D214-BCCF-DE8A-71F7-3E4B3BB46E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CF6E1F-B08A-9D78-FEF4-4A7A1F467080}"/>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956662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84F80-B649-FFC0-6ED2-1B0FA49E76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C20E98-19AE-278B-7FB0-B94A003564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7AC4BE-26B8-A679-2141-0DB9603888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9FB8AB-D1F0-5003-7FDC-2DDC1D5F5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C26A7D-2F7D-FBBD-DC3C-0CAE0B5107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FA5094-C154-1C58-0304-648126D43859}"/>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8" name="Footer Placeholder 7">
            <a:extLst>
              <a:ext uri="{FF2B5EF4-FFF2-40B4-BE49-F238E27FC236}">
                <a16:creationId xmlns:a16="http://schemas.microsoft.com/office/drawing/2014/main" id="{FAACADEC-672A-9D3E-D45A-0D884C1ADF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670904-9578-9E48-5DD3-D780E3FEE449}"/>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298273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C9D2A-4BA4-7612-AC2C-A4965766D3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915644-2F34-0AE5-2FBB-8AB26B39765E}"/>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4" name="Footer Placeholder 3">
            <a:extLst>
              <a:ext uri="{FF2B5EF4-FFF2-40B4-BE49-F238E27FC236}">
                <a16:creationId xmlns:a16="http://schemas.microsoft.com/office/drawing/2014/main" id="{9FA329FA-C4E2-E811-5AAD-E35B3737AA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B889854-4BFD-A807-3908-D8997E261AE8}"/>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146894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40B0A8-E6C8-629C-6054-E783BEF47DE8}"/>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3" name="Footer Placeholder 2">
            <a:extLst>
              <a:ext uri="{FF2B5EF4-FFF2-40B4-BE49-F238E27FC236}">
                <a16:creationId xmlns:a16="http://schemas.microsoft.com/office/drawing/2014/main" id="{54A4EB5C-D3C1-459A-1221-5945DC6C0FF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4735EF-8375-72FF-7C3D-5B5E235CC950}"/>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903273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F46F2-F510-5060-7D5C-F1B21909C7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B90327-F9C1-B27F-49BD-F4F6B0CDB5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BC5714-446B-C2E7-5839-B0E0D9C1EB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25A0FD-BA9F-FD44-F1BF-4DD5EDE6343A}"/>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6" name="Footer Placeholder 5">
            <a:extLst>
              <a:ext uri="{FF2B5EF4-FFF2-40B4-BE49-F238E27FC236}">
                <a16:creationId xmlns:a16="http://schemas.microsoft.com/office/drawing/2014/main" id="{A54E7706-5D34-BE4B-E5BF-16F45F3412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97D7B4-90E6-1122-DC77-F8B8EFC3769F}"/>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113564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0CE69-A50E-3306-6E7C-4D90E1FBC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F88A1A-3C85-8BD7-AE79-3B986BDEC73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C50F77-81C4-AF5D-0815-6252A75F42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D4C6EB-9CAF-1AD3-FEF6-A10B66082204}"/>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6" name="Footer Placeholder 5">
            <a:extLst>
              <a:ext uri="{FF2B5EF4-FFF2-40B4-BE49-F238E27FC236}">
                <a16:creationId xmlns:a16="http://schemas.microsoft.com/office/drawing/2014/main" id="{5322FC56-83EC-070C-CA67-0B4FF26DC3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B135EF-2022-20D0-998B-4F04A021B6CC}"/>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2418465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BCE9-7FB7-7FFB-DDAB-ED8B755438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2708D4-22D7-5DF7-AD27-07DA77D91A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53E6EA-949C-37EC-6870-E6FA8FEB796D}"/>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E0E87C6E-0C06-6C2F-8712-47CDB58D9D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0F0A32-9AF6-DBB7-D178-824C28C9C4D0}"/>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404736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8FF60B-9DBC-EDBE-7315-DEAE9A5C41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776313-B3DD-F85B-D270-0795A5769F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1AEBFC-0033-39D8-B03A-64579421B60D}"/>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D1D9E2FB-4E05-E476-D1C8-1DBC667C88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506E05-99BE-3A55-9001-9AF166833108}"/>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2992370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B7BBDE-9950-08A2-796F-174A27E922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2A0DF6-65AB-2E5A-F8AD-AA89662015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2639DC-22BC-395C-4C7F-08E8E10172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3D61DF25-D176-24A8-F9E8-B4E6BCE908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2D53116-59F1-01A3-D915-4F49E9D5B5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586FBC-FDBA-42D9-9DF8-AB45567E9B01}" type="slidenum">
              <a:rPr lang="en-IN" smtClean="0"/>
              <a:t>‹#›</a:t>
            </a:fld>
            <a:endParaRPr lang="en-IN"/>
          </a:p>
        </p:txBody>
      </p:sp>
    </p:spTree>
    <p:extLst>
      <p:ext uri="{BB962C8B-B14F-4D97-AF65-F5344CB8AC3E}">
        <p14:creationId xmlns:p14="http://schemas.microsoft.com/office/powerpoint/2010/main" val="3582394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4.wdp"/><Relationship Id="rId7" Type="http://schemas.microsoft.com/office/2007/relationships/hdphoto" Target="../media/hdphoto6.wdp"/><Relationship Id="rId12" Type="http://schemas.microsoft.com/office/2007/relationships/hdphoto" Target="../media/hdphoto8.wdp"/><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png"/><Relationship Id="rId5" Type="http://schemas.microsoft.com/office/2007/relationships/hdphoto" Target="../media/hdphoto5.wdp"/><Relationship Id="rId10" Type="http://schemas.openxmlformats.org/officeDocument/2006/relationships/image" Target="../media/image14.png"/><Relationship Id="rId4" Type="http://schemas.openxmlformats.org/officeDocument/2006/relationships/image" Target="../media/image11.png"/><Relationship Id="rId9" Type="http://schemas.microsoft.com/office/2007/relationships/hdphoto" Target="../media/hdphoto7.wdp"/></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microsoft.com/office/2007/relationships/hdphoto" Target="../media/hdphoto10.wdp"/><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8.png"/><Relationship Id="rId5" Type="http://schemas.microsoft.com/office/2007/relationships/hdphoto" Target="../media/hdphoto9.wdp"/><Relationship Id="rId4" Type="http://schemas.openxmlformats.org/officeDocument/2006/relationships/image" Target="../media/image17.png"/><Relationship Id="rId9" Type="http://schemas.microsoft.com/office/2007/relationships/hdphoto" Target="../media/hdphoto11.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8D0C6A0-AD99-F3E1-4636-4041D38DD10D}"/>
              </a:ext>
            </a:extLst>
          </p:cNvPr>
          <p:cNvSpPr txBox="1"/>
          <p:nvPr/>
        </p:nvSpPr>
        <p:spPr>
          <a:xfrm>
            <a:off x="731520" y="1463040"/>
            <a:ext cx="5486400" cy="365760"/>
          </a:xfrm>
          <a:prstGeom prst="rect">
            <a:avLst/>
          </a:prstGeom>
          <a:noFill/>
          <a:ln/>
        </p:spPr>
        <p:txBody>
          <a:bodyPr wrap="square" lIns="0" tIns="0" rIns="0" bIns="0" rtlCol="0" anchor="t"/>
          <a:lstStyle/>
          <a:p>
            <a:pPr marL="0" indent="0">
              <a:buNone/>
            </a:pPr>
            <a:r>
              <a:rPr lang="en-US" sz="1300" b="1" kern="0" spc="300" dirty="0">
                <a:latin typeface="Calibri" pitchFamily="34" charset="0"/>
                <a:ea typeface="Calibri" pitchFamily="34" charset="-122"/>
                <a:cs typeface="Calibri" pitchFamily="34" charset="-120"/>
              </a:rPr>
              <a:t>WEBSITE DESIGN PROPOSAL</a:t>
            </a:r>
            <a:endParaRPr lang="en-US" sz="1300" dirty="0"/>
          </a:p>
        </p:txBody>
      </p:sp>
      <p:sp>
        <p:nvSpPr>
          <p:cNvPr id="5" name="Text 0">
            <a:extLst>
              <a:ext uri="{FF2B5EF4-FFF2-40B4-BE49-F238E27FC236}">
                <a16:creationId xmlns:a16="http://schemas.microsoft.com/office/drawing/2014/main" id="{2600A6BF-552B-0E7B-FD12-141ECFBECFEB}"/>
              </a:ext>
            </a:extLst>
          </p:cNvPr>
          <p:cNvSpPr txBox="1">
            <a:spLocks/>
          </p:cNvSpPr>
          <p:nvPr/>
        </p:nvSpPr>
        <p:spPr>
          <a:xfrm>
            <a:off x="731520" y="2011680"/>
            <a:ext cx="7498080" cy="1737360"/>
          </a:xfrm>
          <a:prstGeom prst="rect">
            <a:avLst/>
          </a:prstGeom>
          <a:noFill/>
          <a:ln/>
        </p:spPr>
        <p:txBody>
          <a:bodyPr wrap="square" lIns="0" tIns="0" rIns="0" bIns="0" rtlCol="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latin typeface="Calibri" pitchFamily="34" charset="0"/>
                <a:ea typeface="Calibri" pitchFamily="34" charset="-122"/>
                <a:cs typeface="Calibri" pitchFamily="34" charset="-120"/>
              </a:rPr>
              <a:t>Omaginfo LLC Corporate Website</a:t>
            </a:r>
            <a:endParaRPr lang="en-US" dirty="0"/>
          </a:p>
        </p:txBody>
      </p:sp>
    </p:spTree>
    <p:extLst>
      <p:ext uri="{BB962C8B-B14F-4D97-AF65-F5344CB8AC3E}">
        <p14:creationId xmlns:p14="http://schemas.microsoft.com/office/powerpoint/2010/main" val="2451171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7676631-7959-51FF-7E7A-39CD068400B9}"/>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16161F"/>
                </a:solidFill>
                <a:latin typeface="Calibri" pitchFamily="34" charset="0"/>
                <a:ea typeface="Calibri" pitchFamily="34" charset="-122"/>
                <a:cs typeface="Calibri" pitchFamily="34" charset="-120"/>
              </a:rPr>
              <a:t>Goal: A Credible B2B website for </a:t>
            </a:r>
            <a:r>
              <a:rPr lang="en-US" sz="2800" b="1" dirty="0" err="1">
                <a:solidFill>
                  <a:srgbClr val="16161F"/>
                </a:solidFill>
                <a:latin typeface="Calibri" pitchFamily="34" charset="0"/>
                <a:ea typeface="Calibri" pitchFamily="34" charset="-122"/>
                <a:cs typeface="Calibri" pitchFamily="34" charset="-120"/>
              </a:rPr>
              <a:t>Omaginfo</a:t>
            </a:r>
            <a:r>
              <a:rPr lang="en-US" sz="2800" b="1" dirty="0">
                <a:solidFill>
                  <a:srgbClr val="16161F"/>
                </a:solidFill>
                <a:latin typeface="Calibri" pitchFamily="34" charset="0"/>
                <a:ea typeface="Calibri" pitchFamily="34" charset="-122"/>
                <a:cs typeface="Calibri" pitchFamily="34" charset="-120"/>
              </a:rPr>
              <a:t> LLC</a:t>
            </a:r>
            <a:endParaRPr lang="en-US" sz="2800" dirty="0"/>
          </a:p>
        </p:txBody>
      </p:sp>
      <p:sp>
        <p:nvSpPr>
          <p:cNvPr id="3" name="Text 1">
            <a:extLst>
              <a:ext uri="{FF2B5EF4-FFF2-40B4-BE49-F238E27FC236}">
                <a16:creationId xmlns:a16="http://schemas.microsoft.com/office/drawing/2014/main" id="{FDD8E0DA-3D7F-004E-93DC-091209C0FCD5}"/>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OVERVIEW</a:t>
            </a:r>
            <a:endParaRPr lang="en-US" sz="1050" dirty="0"/>
          </a:p>
        </p:txBody>
      </p:sp>
      <p:sp>
        <p:nvSpPr>
          <p:cNvPr id="4" name="Text 2">
            <a:extLst>
              <a:ext uri="{FF2B5EF4-FFF2-40B4-BE49-F238E27FC236}">
                <a16:creationId xmlns:a16="http://schemas.microsoft.com/office/drawing/2014/main" id="{3D5CD4B6-2AED-B022-7296-E6AEE49EB101}"/>
              </a:ext>
            </a:extLst>
          </p:cNvPr>
          <p:cNvSpPr txBox="1"/>
          <p:nvPr/>
        </p:nvSpPr>
        <p:spPr>
          <a:xfrm>
            <a:off x="548640" y="1280160"/>
            <a:ext cx="11064240" cy="731520"/>
          </a:xfrm>
          <a:prstGeom prst="rect">
            <a:avLst/>
          </a:prstGeom>
          <a:noFill/>
          <a:ln/>
        </p:spPr>
        <p:txBody>
          <a:bodyPr wrap="square" lIns="0" tIns="0" rIns="0" bIns="0" rtlCol="0" anchor="t"/>
          <a:lstStyle/>
          <a:p>
            <a:pPr marL="0" indent="0">
              <a:buNone/>
            </a:pPr>
            <a:r>
              <a:rPr lang="en-US" sz="1400" dirty="0">
                <a:solidFill>
                  <a:srgbClr val="5F6075"/>
                </a:solidFill>
                <a:latin typeface="Calibri" pitchFamily="34" charset="0"/>
                <a:ea typeface="Calibri" pitchFamily="34" charset="-122"/>
                <a:cs typeface="Calibri" pitchFamily="34" charset="-120"/>
              </a:rPr>
              <a:t>Omaginfo LLC provides voice and messaging connectivity to operators, carriers and business partners across international markets. The new site should present its VoIP, A–Z voice termination and SMS routing services clearly and turn visitors into partnership enquiries.</a:t>
            </a:r>
            <a:endParaRPr lang="en-US" sz="1400" dirty="0"/>
          </a:p>
        </p:txBody>
      </p:sp>
      <p:sp>
        <p:nvSpPr>
          <p:cNvPr id="5" name="Shape 3">
            <a:extLst>
              <a:ext uri="{FF2B5EF4-FFF2-40B4-BE49-F238E27FC236}">
                <a16:creationId xmlns:a16="http://schemas.microsoft.com/office/drawing/2014/main" id="{E3A867DD-ACED-B779-E07D-DD9938CBFB15}"/>
              </a:ext>
            </a:extLst>
          </p:cNvPr>
          <p:cNvSpPr/>
          <p:nvPr/>
        </p:nvSpPr>
        <p:spPr>
          <a:xfrm>
            <a:off x="548640" y="2240280"/>
            <a:ext cx="2606040" cy="3886200"/>
          </a:xfrm>
          <a:prstGeom prst="roundRect">
            <a:avLst>
              <a:gd name="adj" fmla="val 6316"/>
            </a:avLst>
          </a:prstGeom>
          <a:solidFill>
            <a:srgbClr val="FFFFFF"/>
          </a:solidFill>
          <a:ln w="9525">
            <a:solidFill>
              <a:srgbClr val="E4E3EF"/>
            </a:solidFill>
            <a:prstDash val="solid"/>
          </a:ln>
        </p:spPr>
        <p:txBody>
          <a:bodyPr/>
          <a:lstStyle/>
          <a:p>
            <a:endParaRPr lang="en-IN"/>
          </a:p>
        </p:txBody>
      </p:sp>
      <p:sp>
        <p:nvSpPr>
          <p:cNvPr id="6" name="Shape 4">
            <a:extLst>
              <a:ext uri="{FF2B5EF4-FFF2-40B4-BE49-F238E27FC236}">
                <a16:creationId xmlns:a16="http://schemas.microsoft.com/office/drawing/2014/main" id="{9D989264-4A12-E0AF-BC99-D1D89322A0CD}"/>
              </a:ext>
            </a:extLst>
          </p:cNvPr>
          <p:cNvSpPr/>
          <p:nvPr/>
        </p:nvSpPr>
        <p:spPr>
          <a:xfrm>
            <a:off x="822960" y="2514600"/>
            <a:ext cx="502920" cy="502920"/>
          </a:xfrm>
          <a:prstGeom prst="ellipse">
            <a:avLst/>
          </a:prstGeom>
          <a:solidFill>
            <a:srgbClr val="16161F"/>
          </a:solidFill>
          <a:ln/>
        </p:spPr>
        <p:txBody>
          <a:bodyPr/>
          <a:lstStyle/>
          <a:p>
            <a:endParaRPr lang="en-IN"/>
          </a:p>
        </p:txBody>
      </p:sp>
      <p:pic>
        <p:nvPicPr>
          <p:cNvPr id="7" name="Image 0" descr="preencoded.png">
            <a:extLst>
              <a:ext uri="{FF2B5EF4-FFF2-40B4-BE49-F238E27FC236}">
                <a16:creationId xmlns:a16="http://schemas.microsoft.com/office/drawing/2014/main" id="{1C926244-D6CA-45DD-23BE-30AA57721667}"/>
              </a:ext>
            </a:extLst>
          </p:cNvPr>
          <p:cNvPicPr>
            <a:picLocks noChangeAspect="1"/>
          </p:cNvPicPr>
          <p:nvPr/>
        </p:nvPicPr>
        <p:blipFill>
          <a:blip r:embed="rId2"/>
          <a:stretch>
            <a:fillRect/>
          </a:stretch>
        </p:blipFill>
        <p:spPr>
          <a:xfrm>
            <a:off x="950976" y="2642616"/>
            <a:ext cx="246888" cy="246888"/>
          </a:xfrm>
          <a:prstGeom prst="rect">
            <a:avLst/>
          </a:prstGeom>
        </p:spPr>
      </p:pic>
      <p:sp>
        <p:nvSpPr>
          <p:cNvPr id="8" name="Text 5">
            <a:extLst>
              <a:ext uri="{FF2B5EF4-FFF2-40B4-BE49-F238E27FC236}">
                <a16:creationId xmlns:a16="http://schemas.microsoft.com/office/drawing/2014/main" id="{DFE1A42A-EFAA-2946-C891-8B070ED244D2}"/>
              </a:ext>
            </a:extLst>
          </p:cNvPr>
          <p:cNvSpPr txBox="1"/>
          <p:nvPr/>
        </p:nvSpPr>
        <p:spPr>
          <a:xfrm>
            <a:off x="822960" y="3154680"/>
            <a:ext cx="2194560" cy="365760"/>
          </a:xfrm>
          <a:prstGeom prst="rect">
            <a:avLst/>
          </a:prstGeom>
          <a:noFill/>
          <a:ln/>
        </p:spPr>
        <p:txBody>
          <a:bodyPr wrap="square" lIns="0" tIns="0" rIns="0" bIns="0" rtlCol="0" anchor="t"/>
          <a:lstStyle/>
          <a:p>
            <a:pPr marL="0" indent="0">
              <a:buNone/>
            </a:pPr>
            <a:r>
              <a:rPr lang="en-US" sz="1500" b="1" dirty="0">
                <a:solidFill>
                  <a:srgbClr val="16161F"/>
                </a:solidFill>
                <a:latin typeface="Calibri" pitchFamily="34" charset="0"/>
                <a:ea typeface="Calibri" pitchFamily="34" charset="-122"/>
                <a:cs typeface="Calibri" pitchFamily="34" charset="-120"/>
              </a:rPr>
              <a:t>Inputs analysed</a:t>
            </a:r>
            <a:endParaRPr lang="en-US" sz="1500" dirty="0"/>
          </a:p>
        </p:txBody>
      </p:sp>
      <p:sp>
        <p:nvSpPr>
          <p:cNvPr id="9" name="Text 6">
            <a:extLst>
              <a:ext uri="{FF2B5EF4-FFF2-40B4-BE49-F238E27FC236}">
                <a16:creationId xmlns:a16="http://schemas.microsoft.com/office/drawing/2014/main" id="{A1CA70C9-7D8C-E1F1-EAD2-B40FB684924B}"/>
              </a:ext>
            </a:extLst>
          </p:cNvPr>
          <p:cNvSpPr txBox="1"/>
          <p:nvPr/>
        </p:nvSpPr>
        <p:spPr>
          <a:xfrm>
            <a:off x="822960"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Sample website: Sample Websites are referred by our team and client provided sample websites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Client document: Website_Content.docx (12 content items)</a:t>
            </a:r>
            <a:endParaRPr lang="en-US" sz="1200" dirty="0"/>
          </a:p>
        </p:txBody>
      </p:sp>
      <p:sp>
        <p:nvSpPr>
          <p:cNvPr id="10" name="Shape 7">
            <a:extLst>
              <a:ext uri="{FF2B5EF4-FFF2-40B4-BE49-F238E27FC236}">
                <a16:creationId xmlns:a16="http://schemas.microsoft.com/office/drawing/2014/main" id="{7A367A9E-DE03-D28B-7799-E1DC3E27643E}"/>
              </a:ext>
            </a:extLst>
          </p:cNvPr>
          <p:cNvSpPr/>
          <p:nvPr/>
        </p:nvSpPr>
        <p:spPr>
          <a:xfrm>
            <a:off x="3364992" y="2240280"/>
            <a:ext cx="2606040" cy="3886200"/>
          </a:xfrm>
          <a:prstGeom prst="roundRect">
            <a:avLst>
              <a:gd name="adj" fmla="val 6316"/>
            </a:avLst>
          </a:prstGeom>
          <a:solidFill>
            <a:srgbClr val="F3F2FA"/>
          </a:solidFill>
          <a:ln w="9525">
            <a:solidFill>
              <a:srgbClr val="E4E3EF"/>
            </a:solidFill>
            <a:prstDash val="solid"/>
          </a:ln>
        </p:spPr>
        <p:txBody>
          <a:bodyPr/>
          <a:lstStyle/>
          <a:p>
            <a:endParaRPr lang="en-IN"/>
          </a:p>
        </p:txBody>
      </p:sp>
      <p:sp>
        <p:nvSpPr>
          <p:cNvPr id="11" name="Shape 8">
            <a:extLst>
              <a:ext uri="{FF2B5EF4-FFF2-40B4-BE49-F238E27FC236}">
                <a16:creationId xmlns:a16="http://schemas.microsoft.com/office/drawing/2014/main" id="{5AF76793-3E7D-80F2-00B0-3393EDDB74C8}"/>
              </a:ext>
            </a:extLst>
          </p:cNvPr>
          <p:cNvSpPr/>
          <p:nvPr/>
        </p:nvSpPr>
        <p:spPr>
          <a:xfrm>
            <a:off x="3639312" y="2514600"/>
            <a:ext cx="502920" cy="502920"/>
          </a:xfrm>
          <a:prstGeom prst="ellipse">
            <a:avLst/>
          </a:prstGeom>
          <a:solidFill>
            <a:srgbClr val="ECEBFF"/>
          </a:solidFill>
          <a:ln/>
        </p:spPr>
        <p:txBody>
          <a:bodyPr/>
          <a:lstStyle/>
          <a:p>
            <a:endParaRPr lang="en-IN"/>
          </a:p>
        </p:txBody>
      </p:sp>
      <p:pic>
        <p:nvPicPr>
          <p:cNvPr id="12" name="Image 1" descr="preencoded.png">
            <a:extLst>
              <a:ext uri="{FF2B5EF4-FFF2-40B4-BE49-F238E27FC236}">
                <a16:creationId xmlns:a16="http://schemas.microsoft.com/office/drawing/2014/main" id="{4334CFF3-92EB-3D30-2114-E55A1E051487}"/>
              </a:ext>
            </a:extLst>
          </p:cNvPr>
          <p:cNvPicPr>
            <a:picLocks noChangeAspect="1"/>
          </p:cNvPicPr>
          <p:nvPr/>
        </p:nvPicPr>
        <p:blipFill>
          <a:blip r:embed="rId3"/>
          <a:stretch>
            <a:fillRect/>
          </a:stretch>
        </p:blipFill>
        <p:spPr>
          <a:xfrm>
            <a:off x="3767328" y="2642616"/>
            <a:ext cx="246888" cy="246888"/>
          </a:xfrm>
          <a:prstGeom prst="rect">
            <a:avLst/>
          </a:prstGeom>
        </p:spPr>
      </p:pic>
      <p:sp>
        <p:nvSpPr>
          <p:cNvPr id="13" name="Text 9">
            <a:extLst>
              <a:ext uri="{FF2B5EF4-FFF2-40B4-BE49-F238E27FC236}">
                <a16:creationId xmlns:a16="http://schemas.microsoft.com/office/drawing/2014/main" id="{BD231240-DCCC-83C3-0117-EC73E954ADE0}"/>
              </a:ext>
            </a:extLst>
          </p:cNvPr>
          <p:cNvSpPr txBox="1"/>
          <p:nvPr/>
        </p:nvSpPr>
        <p:spPr>
          <a:xfrm>
            <a:off x="3639312" y="3154680"/>
            <a:ext cx="2194560" cy="365760"/>
          </a:xfrm>
          <a:prstGeom prst="rect">
            <a:avLst/>
          </a:prstGeom>
          <a:noFill/>
          <a:ln/>
        </p:spPr>
        <p:txBody>
          <a:bodyPr wrap="square" lIns="0" tIns="0" rIns="0" bIns="0" rtlCol="0" anchor="t"/>
          <a:lstStyle/>
          <a:p>
            <a:pPr marL="0" indent="0">
              <a:buNone/>
            </a:pPr>
            <a:r>
              <a:rPr lang="en-US" sz="1500" b="1" dirty="0">
                <a:solidFill>
                  <a:srgbClr val="16161F"/>
                </a:solidFill>
                <a:latin typeface="Calibri" pitchFamily="34" charset="0"/>
                <a:ea typeface="Calibri" pitchFamily="34" charset="-122"/>
                <a:cs typeface="Calibri" pitchFamily="34" charset="-120"/>
              </a:rPr>
              <a:t>Objectives</a:t>
            </a:r>
            <a:endParaRPr lang="en-US" sz="1500" dirty="0"/>
          </a:p>
        </p:txBody>
      </p:sp>
      <p:sp>
        <p:nvSpPr>
          <p:cNvPr id="14" name="Text 10">
            <a:extLst>
              <a:ext uri="{FF2B5EF4-FFF2-40B4-BE49-F238E27FC236}">
                <a16:creationId xmlns:a16="http://schemas.microsoft.com/office/drawing/2014/main" id="{70062978-E176-36BD-F213-40E8E36E5BBA}"/>
              </a:ext>
            </a:extLst>
          </p:cNvPr>
          <p:cNvSpPr txBox="1"/>
          <p:nvPr/>
        </p:nvSpPr>
        <p:spPr>
          <a:xfrm>
            <a:off x="3639312"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Communicate the services clearly to telecom buyers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Build trust: company, founders, mission</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Drive enquiries to info@omaginfo.com</a:t>
            </a:r>
            <a:endParaRPr lang="en-US" sz="1200" dirty="0"/>
          </a:p>
        </p:txBody>
      </p:sp>
      <p:sp>
        <p:nvSpPr>
          <p:cNvPr id="15" name="Shape 11">
            <a:extLst>
              <a:ext uri="{FF2B5EF4-FFF2-40B4-BE49-F238E27FC236}">
                <a16:creationId xmlns:a16="http://schemas.microsoft.com/office/drawing/2014/main" id="{5739E46B-E153-9AA6-D2F9-80008D5EA960}"/>
              </a:ext>
            </a:extLst>
          </p:cNvPr>
          <p:cNvSpPr/>
          <p:nvPr/>
        </p:nvSpPr>
        <p:spPr>
          <a:xfrm>
            <a:off x="6181344" y="2240280"/>
            <a:ext cx="2606040" cy="3886200"/>
          </a:xfrm>
          <a:prstGeom prst="roundRect">
            <a:avLst>
              <a:gd name="adj" fmla="val 6316"/>
            </a:avLst>
          </a:prstGeom>
          <a:solidFill>
            <a:srgbClr val="FFFFFF"/>
          </a:solidFill>
          <a:ln w="9525">
            <a:solidFill>
              <a:srgbClr val="E4E3EF"/>
            </a:solidFill>
            <a:prstDash val="solid"/>
          </a:ln>
        </p:spPr>
        <p:txBody>
          <a:bodyPr/>
          <a:lstStyle/>
          <a:p>
            <a:endParaRPr lang="en-IN"/>
          </a:p>
        </p:txBody>
      </p:sp>
      <p:sp>
        <p:nvSpPr>
          <p:cNvPr id="16" name="Shape 12">
            <a:extLst>
              <a:ext uri="{FF2B5EF4-FFF2-40B4-BE49-F238E27FC236}">
                <a16:creationId xmlns:a16="http://schemas.microsoft.com/office/drawing/2014/main" id="{4FB95C7C-F218-7E36-E930-87C88605251A}"/>
              </a:ext>
            </a:extLst>
          </p:cNvPr>
          <p:cNvSpPr/>
          <p:nvPr/>
        </p:nvSpPr>
        <p:spPr>
          <a:xfrm>
            <a:off x="6455664" y="2514600"/>
            <a:ext cx="502920" cy="502920"/>
          </a:xfrm>
          <a:prstGeom prst="ellipse">
            <a:avLst/>
          </a:prstGeom>
          <a:solidFill>
            <a:srgbClr val="ECEBFF"/>
          </a:solidFill>
          <a:ln/>
        </p:spPr>
        <p:txBody>
          <a:bodyPr/>
          <a:lstStyle/>
          <a:p>
            <a:endParaRPr lang="en-IN"/>
          </a:p>
        </p:txBody>
      </p:sp>
      <p:pic>
        <p:nvPicPr>
          <p:cNvPr id="17" name="Image 2" descr="preencoded.png">
            <a:extLst>
              <a:ext uri="{FF2B5EF4-FFF2-40B4-BE49-F238E27FC236}">
                <a16:creationId xmlns:a16="http://schemas.microsoft.com/office/drawing/2014/main" id="{24F2E47B-8B17-EF94-F8AD-FE7D0B412FD1}"/>
              </a:ext>
            </a:extLst>
          </p:cNvPr>
          <p:cNvPicPr>
            <a:picLocks noChangeAspect="1"/>
          </p:cNvPicPr>
          <p:nvPr/>
        </p:nvPicPr>
        <p:blipFill>
          <a:blip r:embed="rId4"/>
          <a:stretch>
            <a:fillRect/>
          </a:stretch>
        </p:blipFill>
        <p:spPr>
          <a:xfrm>
            <a:off x="6583680" y="2642616"/>
            <a:ext cx="246888" cy="246888"/>
          </a:xfrm>
          <a:prstGeom prst="rect">
            <a:avLst/>
          </a:prstGeom>
        </p:spPr>
      </p:pic>
      <p:sp>
        <p:nvSpPr>
          <p:cNvPr id="18" name="Text 13">
            <a:extLst>
              <a:ext uri="{FF2B5EF4-FFF2-40B4-BE49-F238E27FC236}">
                <a16:creationId xmlns:a16="http://schemas.microsoft.com/office/drawing/2014/main" id="{F6A09E26-B1CD-2178-3DB0-C8964719595E}"/>
              </a:ext>
            </a:extLst>
          </p:cNvPr>
          <p:cNvSpPr txBox="1"/>
          <p:nvPr/>
        </p:nvSpPr>
        <p:spPr>
          <a:xfrm>
            <a:off x="6455664" y="3154680"/>
            <a:ext cx="2194560" cy="365760"/>
          </a:xfrm>
          <a:prstGeom prst="rect">
            <a:avLst/>
          </a:prstGeom>
          <a:noFill/>
          <a:ln/>
        </p:spPr>
        <p:txBody>
          <a:bodyPr wrap="square" lIns="0" tIns="0" rIns="0" bIns="0" rtlCol="0" anchor="t"/>
          <a:lstStyle/>
          <a:p>
            <a:pPr marL="0" indent="0">
              <a:buNone/>
            </a:pPr>
            <a:r>
              <a:rPr lang="en-US" sz="1500" b="1" dirty="0">
                <a:solidFill>
                  <a:srgbClr val="16161F"/>
                </a:solidFill>
                <a:latin typeface="Calibri" pitchFamily="34" charset="0"/>
                <a:ea typeface="Calibri" pitchFamily="34" charset="-122"/>
                <a:cs typeface="Calibri" pitchFamily="34" charset="-120"/>
              </a:rPr>
              <a:t>Proposed scope</a:t>
            </a:r>
            <a:endParaRPr lang="en-US" sz="1500" dirty="0"/>
          </a:p>
        </p:txBody>
      </p:sp>
      <p:sp>
        <p:nvSpPr>
          <p:cNvPr id="19" name="Text 14">
            <a:extLst>
              <a:ext uri="{FF2B5EF4-FFF2-40B4-BE49-F238E27FC236}">
                <a16:creationId xmlns:a16="http://schemas.microsoft.com/office/drawing/2014/main" id="{4531D0C2-24B4-A345-2827-780CF8C9FD38}"/>
              </a:ext>
            </a:extLst>
          </p:cNvPr>
          <p:cNvSpPr txBox="1"/>
          <p:nvPr/>
        </p:nvSpPr>
        <p:spPr>
          <a:xfrm>
            <a:off x="6455664"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6 pages: Home, About Us, Services, VoIP, SMS, Contact Us</a:t>
            </a:r>
            <a:endParaRPr lang="en-US" sz="1200" dirty="0"/>
          </a:p>
          <a:p>
            <a:pPr marL="127000" indent="-127000">
              <a:spcAft>
                <a:spcPts val="600"/>
              </a:spcAft>
              <a:buSzPct val="100000"/>
              <a:buChar char="•"/>
            </a:pPr>
            <a:r>
              <a:rPr lang="en-US" sz="1200" b="1" dirty="0">
                <a:solidFill>
                  <a:srgbClr val="FF0000"/>
                </a:solidFill>
                <a:latin typeface="Calibri" pitchFamily="34" charset="0"/>
                <a:ea typeface="Calibri" pitchFamily="34" charset="-122"/>
                <a:cs typeface="Calibri" pitchFamily="34" charset="-120"/>
              </a:rPr>
              <a:t>Privacy Policy and Terms  (content TBC)</a:t>
            </a:r>
            <a:endParaRPr lang="en-US" sz="1200" b="1" dirty="0">
              <a:solidFill>
                <a:srgbClr val="FF0000"/>
              </a:solidFill>
            </a:endParaRPr>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Responsive desktop, tablet and mobile</a:t>
            </a:r>
            <a:endParaRPr lang="en-US" sz="1200" dirty="0"/>
          </a:p>
        </p:txBody>
      </p:sp>
      <p:sp>
        <p:nvSpPr>
          <p:cNvPr id="20" name="Shape 15">
            <a:extLst>
              <a:ext uri="{FF2B5EF4-FFF2-40B4-BE49-F238E27FC236}">
                <a16:creationId xmlns:a16="http://schemas.microsoft.com/office/drawing/2014/main" id="{BDD7197C-6713-204D-7922-F3E9E6E67B84}"/>
              </a:ext>
            </a:extLst>
          </p:cNvPr>
          <p:cNvSpPr/>
          <p:nvPr/>
        </p:nvSpPr>
        <p:spPr>
          <a:xfrm>
            <a:off x="8997696" y="2240280"/>
            <a:ext cx="2606040" cy="3886200"/>
          </a:xfrm>
          <a:prstGeom prst="roundRect">
            <a:avLst>
              <a:gd name="adj" fmla="val 6316"/>
            </a:avLst>
          </a:prstGeom>
          <a:solidFill>
            <a:srgbClr val="F3F2FA"/>
          </a:solidFill>
          <a:ln w="9525">
            <a:solidFill>
              <a:srgbClr val="E4E3EF"/>
            </a:solidFill>
            <a:prstDash val="solid"/>
          </a:ln>
        </p:spPr>
        <p:txBody>
          <a:bodyPr/>
          <a:lstStyle/>
          <a:p>
            <a:endParaRPr lang="en-IN"/>
          </a:p>
        </p:txBody>
      </p:sp>
      <p:sp>
        <p:nvSpPr>
          <p:cNvPr id="21" name="Shape 16">
            <a:extLst>
              <a:ext uri="{FF2B5EF4-FFF2-40B4-BE49-F238E27FC236}">
                <a16:creationId xmlns:a16="http://schemas.microsoft.com/office/drawing/2014/main" id="{0F00AD0E-500A-B5CB-96FD-CD35BD57450E}"/>
              </a:ext>
            </a:extLst>
          </p:cNvPr>
          <p:cNvSpPr/>
          <p:nvPr/>
        </p:nvSpPr>
        <p:spPr>
          <a:xfrm>
            <a:off x="9272016" y="2514600"/>
            <a:ext cx="502920" cy="502920"/>
          </a:xfrm>
          <a:prstGeom prst="ellipse">
            <a:avLst/>
          </a:prstGeom>
          <a:solidFill>
            <a:srgbClr val="ECEBFF"/>
          </a:solidFill>
          <a:ln/>
        </p:spPr>
        <p:txBody>
          <a:bodyPr/>
          <a:lstStyle/>
          <a:p>
            <a:endParaRPr lang="en-IN"/>
          </a:p>
        </p:txBody>
      </p:sp>
      <p:pic>
        <p:nvPicPr>
          <p:cNvPr id="22" name="Image 3" descr="preencoded.png">
            <a:extLst>
              <a:ext uri="{FF2B5EF4-FFF2-40B4-BE49-F238E27FC236}">
                <a16:creationId xmlns:a16="http://schemas.microsoft.com/office/drawing/2014/main" id="{B5F6E9CC-4F88-16E7-A143-4F84414EE22C}"/>
              </a:ext>
            </a:extLst>
          </p:cNvPr>
          <p:cNvPicPr>
            <a:picLocks noChangeAspect="1"/>
          </p:cNvPicPr>
          <p:nvPr/>
        </p:nvPicPr>
        <p:blipFill>
          <a:blip r:embed="rId5"/>
          <a:stretch>
            <a:fillRect/>
          </a:stretch>
        </p:blipFill>
        <p:spPr>
          <a:xfrm>
            <a:off x="9400032" y="2642616"/>
            <a:ext cx="246888" cy="246888"/>
          </a:xfrm>
          <a:prstGeom prst="rect">
            <a:avLst/>
          </a:prstGeom>
        </p:spPr>
      </p:pic>
      <p:sp>
        <p:nvSpPr>
          <p:cNvPr id="23" name="Text 17">
            <a:extLst>
              <a:ext uri="{FF2B5EF4-FFF2-40B4-BE49-F238E27FC236}">
                <a16:creationId xmlns:a16="http://schemas.microsoft.com/office/drawing/2014/main" id="{D93AF852-7626-C15C-00CF-76395E81195C}"/>
              </a:ext>
            </a:extLst>
          </p:cNvPr>
          <p:cNvSpPr txBox="1"/>
          <p:nvPr/>
        </p:nvSpPr>
        <p:spPr>
          <a:xfrm>
            <a:off x="9272016" y="3154680"/>
            <a:ext cx="2194560" cy="365760"/>
          </a:xfrm>
          <a:prstGeom prst="rect">
            <a:avLst/>
          </a:prstGeom>
          <a:noFill/>
          <a:ln/>
        </p:spPr>
        <p:txBody>
          <a:bodyPr wrap="square" lIns="0" tIns="0" rIns="0" bIns="0" rtlCol="0" anchor="t"/>
          <a:lstStyle/>
          <a:p>
            <a:pPr marL="0" indent="0">
              <a:buNone/>
            </a:pPr>
            <a:r>
              <a:rPr lang="en-US" sz="1500" b="1" dirty="0">
                <a:solidFill>
                  <a:srgbClr val="16161F"/>
                </a:solidFill>
                <a:latin typeface="Calibri" pitchFamily="34" charset="0"/>
                <a:ea typeface="Calibri" pitchFamily="34" charset="-122"/>
                <a:cs typeface="Calibri" pitchFamily="34" charset="-120"/>
              </a:rPr>
              <a:t>Audience (from document)</a:t>
            </a:r>
            <a:endParaRPr lang="en-US" sz="1500" dirty="0"/>
          </a:p>
        </p:txBody>
      </p:sp>
      <p:sp>
        <p:nvSpPr>
          <p:cNvPr id="24" name="Text 18">
            <a:extLst>
              <a:ext uri="{FF2B5EF4-FFF2-40B4-BE49-F238E27FC236}">
                <a16:creationId xmlns:a16="http://schemas.microsoft.com/office/drawing/2014/main" id="{340EFE00-DA77-2BF6-6ED0-0C8E9E6103A7}"/>
              </a:ext>
            </a:extLst>
          </p:cNvPr>
          <p:cNvSpPr txBox="1"/>
          <p:nvPr/>
        </p:nvSpPr>
        <p:spPr>
          <a:xfrm>
            <a:off x="9272016"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Telecom operators and mobile network operators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Carriers, service providers, SMS aggregators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A2P / CPaaS platforms and businesses</a:t>
            </a:r>
            <a:endParaRPr lang="en-US" sz="1200" dirty="0"/>
          </a:p>
        </p:txBody>
      </p:sp>
    </p:spTree>
    <p:extLst>
      <p:ext uri="{BB962C8B-B14F-4D97-AF65-F5344CB8AC3E}">
        <p14:creationId xmlns:p14="http://schemas.microsoft.com/office/powerpoint/2010/main" val="4009593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A2D98AD-8B40-C663-3CD6-950494EC66E1}"/>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Example website section patterns</a:t>
            </a:r>
            <a:endParaRPr lang="en-US" sz="2800" dirty="0"/>
          </a:p>
        </p:txBody>
      </p:sp>
      <p:sp>
        <p:nvSpPr>
          <p:cNvPr id="3" name="Text 1">
            <a:extLst>
              <a:ext uri="{FF2B5EF4-FFF2-40B4-BE49-F238E27FC236}">
                <a16:creationId xmlns:a16="http://schemas.microsoft.com/office/drawing/2014/main" id="{99B53C64-7998-D9C6-B264-ACCD81B9D302}"/>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WEBSITE EXAMPLE</a:t>
            </a:r>
            <a:endParaRPr lang="en-US" sz="1050" dirty="0"/>
          </a:p>
        </p:txBody>
      </p:sp>
      <p:sp>
        <p:nvSpPr>
          <p:cNvPr id="6" name="Shape 3">
            <a:extLst>
              <a:ext uri="{FF2B5EF4-FFF2-40B4-BE49-F238E27FC236}">
                <a16:creationId xmlns:a16="http://schemas.microsoft.com/office/drawing/2014/main" id="{6E455DE5-8DA6-CF75-87B2-CE572F901721}"/>
              </a:ext>
            </a:extLst>
          </p:cNvPr>
          <p:cNvSpPr/>
          <p:nvPr/>
        </p:nvSpPr>
        <p:spPr>
          <a:xfrm>
            <a:off x="1636085" y="1217728"/>
            <a:ext cx="9098280" cy="475488"/>
          </a:xfrm>
          <a:prstGeom prst="roundRect">
            <a:avLst>
              <a:gd name="adj" fmla="val 15385"/>
            </a:avLst>
          </a:prstGeom>
          <a:solidFill>
            <a:srgbClr val="F3F2FA"/>
          </a:solidFill>
          <a:ln/>
        </p:spPr>
        <p:txBody>
          <a:bodyPr/>
          <a:lstStyle/>
          <a:p>
            <a:endParaRPr lang="en-IN"/>
          </a:p>
        </p:txBody>
      </p:sp>
      <p:sp>
        <p:nvSpPr>
          <p:cNvPr id="7" name="Text 4">
            <a:extLst>
              <a:ext uri="{FF2B5EF4-FFF2-40B4-BE49-F238E27FC236}">
                <a16:creationId xmlns:a16="http://schemas.microsoft.com/office/drawing/2014/main" id="{EA15993D-7EA0-A5CA-4A1C-3F6AC69F639E}"/>
              </a:ext>
            </a:extLst>
          </p:cNvPr>
          <p:cNvSpPr txBox="1"/>
          <p:nvPr/>
        </p:nvSpPr>
        <p:spPr>
          <a:xfrm>
            <a:off x="1818965" y="1217728"/>
            <a:ext cx="1737360" cy="475488"/>
          </a:xfrm>
          <a:prstGeom prst="rect">
            <a:avLst/>
          </a:prstGeom>
          <a:noFill/>
          <a:ln/>
        </p:spPr>
        <p:txBody>
          <a:bodyPr wrap="square" lIns="0" tIns="0" rIns="0" bIns="0" rtlCol="0" anchor="ctr"/>
          <a:lstStyle/>
          <a:p>
            <a:pPr marL="0" indent="0">
              <a:buNone/>
            </a:pPr>
            <a:r>
              <a:rPr lang="en-US" sz="1300" b="1">
                <a:solidFill>
                  <a:srgbClr val="16161F"/>
                </a:solidFill>
                <a:latin typeface="Calibri" pitchFamily="34" charset="0"/>
                <a:ea typeface="Calibri" pitchFamily="34" charset="-122"/>
                <a:cs typeface="Calibri" pitchFamily="34" charset="-120"/>
              </a:rPr>
              <a:t>Navigation</a:t>
            </a:r>
            <a:endParaRPr lang="en-US" sz="1300" dirty="0"/>
          </a:p>
        </p:txBody>
      </p:sp>
      <p:sp>
        <p:nvSpPr>
          <p:cNvPr id="8" name="Text 5">
            <a:extLst>
              <a:ext uri="{FF2B5EF4-FFF2-40B4-BE49-F238E27FC236}">
                <a16:creationId xmlns:a16="http://schemas.microsoft.com/office/drawing/2014/main" id="{BB1BB574-1BAC-A162-8DCE-07A5D07493A5}"/>
              </a:ext>
            </a:extLst>
          </p:cNvPr>
          <p:cNvSpPr txBox="1"/>
          <p:nvPr/>
        </p:nvSpPr>
        <p:spPr>
          <a:xfrm>
            <a:off x="3556325" y="1217728"/>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Example: simple navigation with key links, a primary action and a responsive menu.</a:t>
            </a:r>
            <a:endParaRPr lang="en-US" sz="1200" dirty="0"/>
          </a:p>
        </p:txBody>
      </p:sp>
      <p:sp>
        <p:nvSpPr>
          <p:cNvPr id="9" name="Shape 6">
            <a:extLst>
              <a:ext uri="{FF2B5EF4-FFF2-40B4-BE49-F238E27FC236}">
                <a16:creationId xmlns:a16="http://schemas.microsoft.com/office/drawing/2014/main" id="{FEAFE903-4BFD-EDA6-AE9E-0385F6222EF6}"/>
              </a:ext>
            </a:extLst>
          </p:cNvPr>
          <p:cNvSpPr/>
          <p:nvPr/>
        </p:nvSpPr>
        <p:spPr>
          <a:xfrm>
            <a:off x="1636085" y="1775512"/>
            <a:ext cx="9098280" cy="475488"/>
          </a:xfrm>
          <a:prstGeom prst="roundRect">
            <a:avLst>
              <a:gd name="adj" fmla="val 15385"/>
            </a:avLst>
          </a:prstGeom>
          <a:solidFill>
            <a:srgbClr val="FFFFFF"/>
          </a:solidFill>
          <a:ln/>
        </p:spPr>
        <p:txBody>
          <a:bodyPr/>
          <a:lstStyle/>
          <a:p>
            <a:endParaRPr lang="en-IN"/>
          </a:p>
        </p:txBody>
      </p:sp>
      <p:sp>
        <p:nvSpPr>
          <p:cNvPr id="10" name="Text 7">
            <a:extLst>
              <a:ext uri="{FF2B5EF4-FFF2-40B4-BE49-F238E27FC236}">
                <a16:creationId xmlns:a16="http://schemas.microsoft.com/office/drawing/2014/main" id="{F0FCBFF7-83B1-D374-EF1D-1E8782A8141E}"/>
              </a:ext>
            </a:extLst>
          </p:cNvPr>
          <p:cNvSpPr txBox="1"/>
          <p:nvPr/>
        </p:nvSpPr>
        <p:spPr>
          <a:xfrm>
            <a:off x="1818965" y="1775512"/>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Hero </a:t>
            </a:r>
            <a:r>
              <a:rPr lang="en-US" sz="1300" b="1">
                <a:solidFill>
                  <a:srgbClr val="16161F"/>
                </a:solidFill>
                <a:latin typeface="Calibri" pitchFamily="34" charset="0"/>
                <a:ea typeface="Calibri" pitchFamily="34" charset="-122"/>
                <a:cs typeface="Calibri" pitchFamily="34" charset="-120"/>
              </a:rPr>
              <a:t>area</a:t>
            </a:r>
            <a:endParaRPr lang="en-US" sz="1300" dirty="0"/>
          </a:p>
        </p:txBody>
      </p:sp>
      <p:sp>
        <p:nvSpPr>
          <p:cNvPr id="11" name="Text 8">
            <a:extLst>
              <a:ext uri="{FF2B5EF4-FFF2-40B4-BE49-F238E27FC236}">
                <a16:creationId xmlns:a16="http://schemas.microsoft.com/office/drawing/2014/main" id="{0B578706-B2B1-C2D6-E85B-94977A7C6A2D}"/>
              </a:ext>
            </a:extLst>
          </p:cNvPr>
          <p:cNvSpPr txBox="1"/>
          <p:nvPr/>
        </p:nvSpPr>
        <p:spPr>
          <a:xfrm>
            <a:off x="3556325" y="1775512"/>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Example: concise headline, supporting content , a relevant visual and a clear next step.</a:t>
            </a:r>
            <a:endParaRPr lang="en-US" sz="1200" dirty="0"/>
          </a:p>
        </p:txBody>
      </p:sp>
      <p:sp>
        <p:nvSpPr>
          <p:cNvPr id="12" name="Shape 9">
            <a:extLst>
              <a:ext uri="{FF2B5EF4-FFF2-40B4-BE49-F238E27FC236}">
                <a16:creationId xmlns:a16="http://schemas.microsoft.com/office/drawing/2014/main" id="{A81EE9A9-8BE5-4ADD-EA12-C6A605FC7DCB}"/>
              </a:ext>
            </a:extLst>
          </p:cNvPr>
          <p:cNvSpPr/>
          <p:nvPr/>
        </p:nvSpPr>
        <p:spPr>
          <a:xfrm>
            <a:off x="1636085" y="2333296"/>
            <a:ext cx="9098280" cy="475488"/>
          </a:xfrm>
          <a:prstGeom prst="roundRect">
            <a:avLst>
              <a:gd name="adj" fmla="val 15385"/>
            </a:avLst>
          </a:prstGeom>
          <a:solidFill>
            <a:srgbClr val="F3F2FA"/>
          </a:solidFill>
          <a:ln/>
        </p:spPr>
        <p:txBody>
          <a:bodyPr/>
          <a:lstStyle/>
          <a:p>
            <a:endParaRPr lang="en-IN"/>
          </a:p>
        </p:txBody>
      </p:sp>
      <p:sp>
        <p:nvSpPr>
          <p:cNvPr id="13" name="Text 10">
            <a:extLst>
              <a:ext uri="{FF2B5EF4-FFF2-40B4-BE49-F238E27FC236}">
                <a16:creationId xmlns:a16="http://schemas.microsoft.com/office/drawing/2014/main" id="{C4A8E0C7-F634-B517-3076-821216260AFA}"/>
              </a:ext>
            </a:extLst>
          </p:cNvPr>
          <p:cNvSpPr txBox="1"/>
          <p:nvPr/>
        </p:nvSpPr>
        <p:spPr>
          <a:xfrm>
            <a:off x="1818965" y="2333296"/>
            <a:ext cx="1737360" cy="475488"/>
          </a:xfrm>
          <a:prstGeom prst="rect">
            <a:avLst/>
          </a:prstGeom>
          <a:noFill/>
          <a:ln/>
        </p:spPr>
        <p:txBody>
          <a:bodyPr wrap="square" lIns="0" tIns="0" rIns="0" bIns="0" rtlCol="0" anchor="ctr"/>
          <a:lstStyle/>
          <a:p>
            <a:pPr marL="0" indent="0">
              <a:buNone/>
            </a:pPr>
            <a:r>
              <a:rPr lang="en-US" sz="1300" b="1">
                <a:solidFill>
                  <a:srgbClr val="16161F"/>
                </a:solidFill>
                <a:latin typeface="Calibri" pitchFamily="34" charset="0"/>
                <a:ea typeface="Calibri" pitchFamily="34" charset="-122"/>
                <a:cs typeface="Calibri" pitchFamily="34" charset="-120"/>
              </a:rPr>
              <a:t>Key highlights</a:t>
            </a:r>
            <a:endParaRPr lang="en-US" sz="1300" dirty="0"/>
          </a:p>
        </p:txBody>
      </p:sp>
      <p:sp>
        <p:nvSpPr>
          <p:cNvPr id="14" name="Text 11">
            <a:extLst>
              <a:ext uri="{FF2B5EF4-FFF2-40B4-BE49-F238E27FC236}">
                <a16:creationId xmlns:a16="http://schemas.microsoft.com/office/drawing/2014/main" id="{9B640CB4-FF34-E39F-929E-CD96E295D953}"/>
              </a:ext>
            </a:extLst>
          </p:cNvPr>
          <p:cNvSpPr txBox="1"/>
          <p:nvPr/>
        </p:nvSpPr>
        <p:spPr>
          <a:xfrm>
            <a:off x="3556325" y="2333296"/>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Example: surface key information through flexible text, media and calls to action.</a:t>
            </a:r>
            <a:endParaRPr lang="en-US" sz="1200" dirty="0"/>
          </a:p>
        </p:txBody>
      </p:sp>
      <p:sp>
        <p:nvSpPr>
          <p:cNvPr id="15" name="Shape 12">
            <a:extLst>
              <a:ext uri="{FF2B5EF4-FFF2-40B4-BE49-F238E27FC236}">
                <a16:creationId xmlns:a16="http://schemas.microsoft.com/office/drawing/2014/main" id="{E0F7BA41-5382-671B-B36E-103568454ACE}"/>
              </a:ext>
            </a:extLst>
          </p:cNvPr>
          <p:cNvSpPr/>
          <p:nvPr/>
        </p:nvSpPr>
        <p:spPr>
          <a:xfrm>
            <a:off x="1636085" y="2891080"/>
            <a:ext cx="9098280" cy="475488"/>
          </a:xfrm>
          <a:prstGeom prst="roundRect">
            <a:avLst>
              <a:gd name="adj" fmla="val 15385"/>
            </a:avLst>
          </a:prstGeom>
          <a:solidFill>
            <a:srgbClr val="FFFFFF"/>
          </a:solidFill>
          <a:ln/>
        </p:spPr>
        <p:txBody>
          <a:bodyPr/>
          <a:lstStyle/>
          <a:p>
            <a:endParaRPr lang="en-IN"/>
          </a:p>
        </p:txBody>
      </p:sp>
      <p:sp>
        <p:nvSpPr>
          <p:cNvPr id="16" name="Text 13">
            <a:extLst>
              <a:ext uri="{FF2B5EF4-FFF2-40B4-BE49-F238E27FC236}">
                <a16:creationId xmlns:a16="http://schemas.microsoft.com/office/drawing/2014/main" id="{4FBFD688-330B-D02D-75C2-3DD5E83AB069}"/>
              </a:ext>
            </a:extLst>
          </p:cNvPr>
          <p:cNvSpPr txBox="1"/>
          <p:nvPr/>
        </p:nvSpPr>
        <p:spPr>
          <a:xfrm>
            <a:off x="1818965" y="2891080"/>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About</a:t>
            </a:r>
            <a:endParaRPr lang="en-US" sz="1300" dirty="0"/>
          </a:p>
        </p:txBody>
      </p:sp>
      <p:sp>
        <p:nvSpPr>
          <p:cNvPr id="17" name="Text 14">
            <a:extLst>
              <a:ext uri="{FF2B5EF4-FFF2-40B4-BE49-F238E27FC236}">
                <a16:creationId xmlns:a16="http://schemas.microsoft.com/office/drawing/2014/main" id="{8DEE5AD7-670D-9A0A-231B-2EF7D5571EA7}"/>
              </a:ext>
            </a:extLst>
          </p:cNvPr>
          <p:cNvSpPr txBox="1"/>
          <p:nvPr/>
        </p:nvSpPr>
        <p:spPr>
          <a:xfrm>
            <a:off x="3556325" y="2891080"/>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Example: introduce the </a:t>
            </a:r>
            <a:r>
              <a:rPr lang="en-US" sz="1200" dirty="0" err="1">
                <a:solidFill>
                  <a:srgbClr val="5F6075"/>
                </a:solidFill>
                <a:latin typeface="Calibri" pitchFamily="34" charset="0"/>
                <a:ea typeface="Calibri" pitchFamily="34" charset="-122"/>
                <a:cs typeface="Calibri" pitchFamily="34" charset="-120"/>
              </a:rPr>
              <a:t>organisation</a:t>
            </a:r>
            <a:r>
              <a:rPr lang="en-US" sz="1200" dirty="0">
                <a:solidFill>
                  <a:srgbClr val="5F6075"/>
                </a:solidFill>
                <a:latin typeface="Calibri" pitchFamily="34" charset="0"/>
                <a:ea typeface="Calibri" pitchFamily="34" charset="-122"/>
                <a:cs typeface="Calibri" pitchFamily="34" charset="-120"/>
              </a:rPr>
              <a:t> with context, proof points and optional links.</a:t>
            </a:r>
            <a:endParaRPr lang="en-US" sz="1200" dirty="0"/>
          </a:p>
        </p:txBody>
      </p:sp>
      <p:sp>
        <p:nvSpPr>
          <p:cNvPr id="18" name="Shape 15">
            <a:extLst>
              <a:ext uri="{FF2B5EF4-FFF2-40B4-BE49-F238E27FC236}">
                <a16:creationId xmlns:a16="http://schemas.microsoft.com/office/drawing/2014/main" id="{4E0D6AF4-CFA1-E96E-7F79-3888B42AF00F}"/>
              </a:ext>
            </a:extLst>
          </p:cNvPr>
          <p:cNvSpPr/>
          <p:nvPr/>
        </p:nvSpPr>
        <p:spPr>
          <a:xfrm>
            <a:off x="1636085" y="3448864"/>
            <a:ext cx="9098280" cy="475488"/>
          </a:xfrm>
          <a:prstGeom prst="roundRect">
            <a:avLst>
              <a:gd name="adj" fmla="val 15385"/>
            </a:avLst>
          </a:prstGeom>
          <a:solidFill>
            <a:srgbClr val="F3F2FA"/>
          </a:solidFill>
          <a:ln/>
        </p:spPr>
        <p:txBody>
          <a:bodyPr/>
          <a:lstStyle/>
          <a:p>
            <a:endParaRPr lang="en-IN"/>
          </a:p>
        </p:txBody>
      </p:sp>
      <p:sp>
        <p:nvSpPr>
          <p:cNvPr id="19" name="Text 16">
            <a:extLst>
              <a:ext uri="{FF2B5EF4-FFF2-40B4-BE49-F238E27FC236}">
                <a16:creationId xmlns:a16="http://schemas.microsoft.com/office/drawing/2014/main" id="{FB10AD87-5F79-6AE5-4C05-F504A32571C9}"/>
              </a:ext>
            </a:extLst>
          </p:cNvPr>
          <p:cNvSpPr txBox="1"/>
          <p:nvPr/>
        </p:nvSpPr>
        <p:spPr>
          <a:xfrm>
            <a:off x="1818965" y="3448864"/>
            <a:ext cx="1737360" cy="475488"/>
          </a:xfrm>
          <a:prstGeom prst="rect">
            <a:avLst/>
          </a:prstGeom>
          <a:noFill/>
          <a:ln/>
        </p:spPr>
        <p:txBody>
          <a:bodyPr wrap="square" lIns="0" tIns="0" rIns="0" bIns="0" rtlCol="0" anchor="ctr"/>
          <a:lstStyle/>
          <a:p>
            <a:pPr marL="0" indent="0">
              <a:buNone/>
            </a:pPr>
            <a:r>
              <a:rPr lang="en-US" sz="1300" b="1">
                <a:solidFill>
                  <a:srgbClr val="16161F"/>
                </a:solidFill>
                <a:latin typeface="Calibri" pitchFamily="34" charset="0"/>
                <a:ea typeface="Calibri" pitchFamily="34" charset="-122"/>
                <a:cs typeface="Calibri" pitchFamily="34" charset="-120"/>
              </a:rPr>
              <a:t>Team / People</a:t>
            </a:r>
            <a:endParaRPr lang="en-US" sz="1300" dirty="0"/>
          </a:p>
        </p:txBody>
      </p:sp>
      <p:sp>
        <p:nvSpPr>
          <p:cNvPr id="20" name="Text 17">
            <a:extLst>
              <a:ext uri="{FF2B5EF4-FFF2-40B4-BE49-F238E27FC236}">
                <a16:creationId xmlns:a16="http://schemas.microsoft.com/office/drawing/2014/main" id="{DD5F4A19-73EE-37B5-E5E9-CCD67785BD17}"/>
              </a:ext>
            </a:extLst>
          </p:cNvPr>
          <p:cNvSpPr txBox="1"/>
          <p:nvPr/>
        </p:nvSpPr>
        <p:spPr>
          <a:xfrm>
            <a:off x="3556325" y="3448864"/>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Example: present key people with short profiles, roles and optional social links.</a:t>
            </a:r>
            <a:endParaRPr lang="en-US" sz="1200" dirty="0"/>
          </a:p>
        </p:txBody>
      </p:sp>
      <p:sp>
        <p:nvSpPr>
          <p:cNvPr id="21" name="Shape 18">
            <a:extLst>
              <a:ext uri="{FF2B5EF4-FFF2-40B4-BE49-F238E27FC236}">
                <a16:creationId xmlns:a16="http://schemas.microsoft.com/office/drawing/2014/main" id="{F1B5FD1D-2342-341B-5227-7E6B0636D2BF}"/>
              </a:ext>
            </a:extLst>
          </p:cNvPr>
          <p:cNvSpPr/>
          <p:nvPr/>
        </p:nvSpPr>
        <p:spPr>
          <a:xfrm>
            <a:off x="1636085" y="4006648"/>
            <a:ext cx="9098280" cy="475488"/>
          </a:xfrm>
          <a:prstGeom prst="roundRect">
            <a:avLst>
              <a:gd name="adj" fmla="val 15385"/>
            </a:avLst>
          </a:prstGeom>
          <a:solidFill>
            <a:srgbClr val="FFFFFF"/>
          </a:solidFill>
          <a:ln/>
        </p:spPr>
        <p:txBody>
          <a:bodyPr/>
          <a:lstStyle/>
          <a:p>
            <a:endParaRPr lang="en-IN" dirty="0"/>
          </a:p>
        </p:txBody>
      </p:sp>
      <p:sp>
        <p:nvSpPr>
          <p:cNvPr id="22" name="Text 19">
            <a:extLst>
              <a:ext uri="{FF2B5EF4-FFF2-40B4-BE49-F238E27FC236}">
                <a16:creationId xmlns:a16="http://schemas.microsoft.com/office/drawing/2014/main" id="{480FBBE1-3BED-C2D6-5811-609DF6DCFEAE}"/>
              </a:ext>
            </a:extLst>
          </p:cNvPr>
          <p:cNvSpPr txBox="1"/>
          <p:nvPr/>
        </p:nvSpPr>
        <p:spPr>
          <a:xfrm>
            <a:off x="1818965" y="4006648"/>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Journey (Optional)</a:t>
            </a:r>
            <a:endParaRPr lang="en-US" sz="1300" dirty="0"/>
          </a:p>
        </p:txBody>
      </p:sp>
      <p:sp>
        <p:nvSpPr>
          <p:cNvPr id="23" name="Text 20">
            <a:extLst>
              <a:ext uri="{FF2B5EF4-FFF2-40B4-BE49-F238E27FC236}">
                <a16:creationId xmlns:a16="http://schemas.microsoft.com/office/drawing/2014/main" id="{2ED39A15-FDF9-0B59-637B-731A64B8B000}"/>
              </a:ext>
            </a:extLst>
          </p:cNvPr>
          <p:cNvSpPr txBox="1"/>
          <p:nvPr/>
        </p:nvSpPr>
        <p:spPr>
          <a:xfrm>
            <a:off x="3556325" y="4006648"/>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Example: show stages, milestones or progress in a format that suits the story.</a:t>
            </a:r>
            <a:endParaRPr lang="en-US" sz="1200" dirty="0"/>
          </a:p>
        </p:txBody>
      </p:sp>
      <p:sp>
        <p:nvSpPr>
          <p:cNvPr id="24" name="Shape 21">
            <a:extLst>
              <a:ext uri="{FF2B5EF4-FFF2-40B4-BE49-F238E27FC236}">
                <a16:creationId xmlns:a16="http://schemas.microsoft.com/office/drawing/2014/main" id="{EF670ADF-5C08-1AED-073E-C7CF66415E04}"/>
              </a:ext>
            </a:extLst>
          </p:cNvPr>
          <p:cNvSpPr/>
          <p:nvPr/>
        </p:nvSpPr>
        <p:spPr>
          <a:xfrm>
            <a:off x="1636085" y="4564432"/>
            <a:ext cx="9098280" cy="475488"/>
          </a:xfrm>
          <a:prstGeom prst="roundRect">
            <a:avLst>
              <a:gd name="adj" fmla="val 15385"/>
            </a:avLst>
          </a:prstGeom>
          <a:solidFill>
            <a:srgbClr val="F3F2FA"/>
          </a:solidFill>
          <a:ln/>
        </p:spPr>
        <p:txBody>
          <a:bodyPr/>
          <a:lstStyle/>
          <a:p>
            <a:endParaRPr lang="en-IN"/>
          </a:p>
        </p:txBody>
      </p:sp>
      <p:sp>
        <p:nvSpPr>
          <p:cNvPr id="25" name="Text 22">
            <a:extLst>
              <a:ext uri="{FF2B5EF4-FFF2-40B4-BE49-F238E27FC236}">
                <a16:creationId xmlns:a16="http://schemas.microsoft.com/office/drawing/2014/main" id="{0BFD5B79-2688-5640-6C26-CE70210C3758}"/>
              </a:ext>
            </a:extLst>
          </p:cNvPr>
          <p:cNvSpPr txBox="1"/>
          <p:nvPr/>
        </p:nvSpPr>
        <p:spPr>
          <a:xfrm>
            <a:off x="1818965" y="4564432"/>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Offerings</a:t>
            </a:r>
            <a:endParaRPr lang="en-US" sz="1300" dirty="0"/>
          </a:p>
        </p:txBody>
      </p:sp>
      <p:sp>
        <p:nvSpPr>
          <p:cNvPr id="26" name="Text 23">
            <a:extLst>
              <a:ext uri="{FF2B5EF4-FFF2-40B4-BE49-F238E27FC236}">
                <a16:creationId xmlns:a16="http://schemas.microsoft.com/office/drawing/2014/main" id="{D3F0A49D-6381-6604-FF1E-86D9BAF53A0F}"/>
              </a:ext>
            </a:extLst>
          </p:cNvPr>
          <p:cNvSpPr txBox="1"/>
          <p:nvPr/>
        </p:nvSpPr>
        <p:spPr>
          <a:xfrm>
            <a:off x="3556325" y="4564432"/>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Example: group products or services into clear, scannable categories.</a:t>
            </a:r>
            <a:endParaRPr lang="en-US" sz="1200" dirty="0"/>
          </a:p>
        </p:txBody>
      </p:sp>
      <p:sp>
        <p:nvSpPr>
          <p:cNvPr id="27" name="Shape 24">
            <a:extLst>
              <a:ext uri="{FF2B5EF4-FFF2-40B4-BE49-F238E27FC236}">
                <a16:creationId xmlns:a16="http://schemas.microsoft.com/office/drawing/2014/main" id="{0F3C5701-FB27-3975-1D15-FC6C32441976}"/>
              </a:ext>
            </a:extLst>
          </p:cNvPr>
          <p:cNvSpPr/>
          <p:nvPr/>
        </p:nvSpPr>
        <p:spPr>
          <a:xfrm>
            <a:off x="1636085" y="5122216"/>
            <a:ext cx="9098280" cy="475488"/>
          </a:xfrm>
          <a:prstGeom prst="roundRect">
            <a:avLst>
              <a:gd name="adj" fmla="val 15385"/>
            </a:avLst>
          </a:prstGeom>
          <a:solidFill>
            <a:srgbClr val="FFFFFF"/>
          </a:solidFill>
          <a:ln/>
        </p:spPr>
        <p:txBody>
          <a:bodyPr/>
          <a:lstStyle/>
          <a:p>
            <a:endParaRPr lang="en-IN"/>
          </a:p>
        </p:txBody>
      </p:sp>
      <p:sp>
        <p:nvSpPr>
          <p:cNvPr id="28" name="Text 25">
            <a:extLst>
              <a:ext uri="{FF2B5EF4-FFF2-40B4-BE49-F238E27FC236}">
                <a16:creationId xmlns:a16="http://schemas.microsoft.com/office/drawing/2014/main" id="{521C789A-2D0E-2D25-D692-75762DB3DC72}"/>
              </a:ext>
            </a:extLst>
          </p:cNvPr>
          <p:cNvSpPr txBox="1"/>
          <p:nvPr/>
        </p:nvSpPr>
        <p:spPr>
          <a:xfrm>
            <a:off x="1818965" y="5122216"/>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Contact</a:t>
            </a:r>
            <a:endParaRPr lang="en-US" sz="1300" dirty="0"/>
          </a:p>
        </p:txBody>
      </p:sp>
      <p:sp>
        <p:nvSpPr>
          <p:cNvPr id="29" name="Text 26">
            <a:extLst>
              <a:ext uri="{FF2B5EF4-FFF2-40B4-BE49-F238E27FC236}">
                <a16:creationId xmlns:a16="http://schemas.microsoft.com/office/drawing/2014/main" id="{1A059CED-FCFE-D414-B3FB-1609553A2516}"/>
              </a:ext>
            </a:extLst>
          </p:cNvPr>
          <p:cNvSpPr txBox="1"/>
          <p:nvPr/>
        </p:nvSpPr>
        <p:spPr>
          <a:xfrm>
            <a:off x="3556325" y="5122216"/>
            <a:ext cx="7040880" cy="475488"/>
          </a:xfrm>
          <a:prstGeom prst="rect">
            <a:avLst/>
          </a:prstGeom>
          <a:noFill/>
          <a:ln/>
        </p:spPr>
        <p:txBody>
          <a:bodyPr wrap="square" lIns="0" tIns="0" rIns="0" bIns="0" rtlCol="0" anchor="ctr"/>
          <a:lstStyle/>
          <a:p>
            <a:pPr marL="0" indent="0">
              <a:buNone/>
            </a:pPr>
            <a:r>
              <a:rPr lang="en-US" sz="1200">
                <a:solidFill>
                  <a:srgbClr val="5F6075"/>
                </a:solidFill>
                <a:latin typeface="Calibri" pitchFamily="34" charset="0"/>
                <a:ea typeface="Calibri" pitchFamily="34" charset="-122"/>
                <a:cs typeface="Calibri" pitchFamily="34" charset="-120"/>
              </a:rPr>
              <a:t>Example: provide a simple enquiry path </a:t>
            </a:r>
            <a:r>
              <a:rPr lang="en-US" sz="1200" dirty="0">
                <a:solidFill>
                  <a:srgbClr val="5F6075"/>
                </a:solidFill>
                <a:latin typeface="Calibri" pitchFamily="34" charset="0"/>
                <a:ea typeface="Calibri" pitchFamily="34" charset="-122"/>
                <a:cs typeface="Calibri" pitchFamily="34" charset="-120"/>
              </a:rPr>
              <a:t>with </a:t>
            </a:r>
            <a:r>
              <a:rPr lang="en-US" sz="1200">
                <a:solidFill>
                  <a:srgbClr val="5F6075"/>
                </a:solidFill>
                <a:latin typeface="Calibri" pitchFamily="34" charset="0"/>
                <a:ea typeface="Calibri" pitchFamily="34" charset="-122"/>
                <a:cs typeface="Calibri" pitchFamily="34" charset="-120"/>
              </a:rPr>
              <a:t>essential contact information.</a:t>
            </a:r>
            <a:endParaRPr lang="en-US" sz="1200" dirty="0"/>
          </a:p>
        </p:txBody>
      </p:sp>
      <p:sp>
        <p:nvSpPr>
          <p:cNvPr id="30" name="Shape 27">
            <a:extLst>
              <a:ext uri="{FF2B5EF4-FFF2-40B4-BE49-F238E27FC236}">
                <a16:creationId xmlns:a16="http://schemas.microsoft.com/office/drawing/2014/main" id="{02276D04-9A5D-E7E9-E149-5F8B44247704}"/>
              </a:ext>
            </a:extLst>
          </p:cNvPr>
          <p:cNvSpPr/>
          <p:nvPr/>
        </p:nvSpPr>
        <p:spPr>
          <a:xfrm>
            <a:off x="1636085" y="5680000"/>
            <a:ext cx="9098280" cy="475488"/>
          </a:xfrm>
          <a:prstGeom prst="roundRect">
            <a:avLst>
              <a:gd name="adj" fmla="val 15385"/>
            </a:avLst>
          </a:prstGeom>
          <a:solidFill>
            <a:srgbClr val="F3F2FA"/>
          </a:solidFill>
          <a:ln/>
        </p:spPr>
        <p:txBody>
          <a:bodyPr/>
          <a:lstStyle/>
          <a:p>
            <a:endParaRPr lang="en-IN"/>
          </a:p>
        </p:txBody>
      </p:sp>
      <p:sp>
        <p:nvSpPr>
          <p:cNvPr id="31" name="Text 28">
            <a:extLst>
              <a:ext uri="{FF2B5EF4-FFF2-40B4-BE49-F238E27FC236}">
                <a16:creationId xmlns:a16="http://schemas.microsoft.com/office/drawing/2014/main" id="{68E98374-7B3D-CF07-F6FF-62D5D5C20122}"/>
              </a:ext>
            </a:extLst>
          </p:cNvPr>
          <p:cNvSpPr txBox="1"/>
          <p:nvPr/>
        </p:nvSpPr>
        <p:spPr>
          <a:xfrm>
            <a:off x="1818965" y="5680000"/>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Footer</a:t>
            </a:r>
            <a:endParaRPr lang="en-US" sz="1300" dirty="0"/>
          </a:p>
        </p:txBody>
      </p:sp>
      <p:sp>
        <p:nvSpPr>
          <p:cNvPr id="32" name="Text 29">
            <a:extLst>
              <a:ext uri="{FF2B5EF4-FFF2-40B4-BE49-F238E27FC236}">
                <a16:creationId xmlns:a16="http://schemas.microsoft.com/office/drawing/2014/main" id="{C25D46E2-E3CE-FEED-4E09-C7AA583900F2}"/>
              </a:ext>
            </a:extLst>
          </p:cNvPr>
          <p:cNvSpPr txBox="1"/>
          <p:nvPr/>
        </p:nvSpPr>
        <p:spPr>
          <a:xfrm>
            <a:off x="3556325" y="5680000"/>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Example: include brand context, useful links, legal information.</a:t>
            </a:r>
            <a:endParaRPr lang="en-US" sz="1200" dirty="0"/>
          </a:p>
        </p:txBody>
      </p:sp>
    </p:spTree>
    <p:extLst>
      <p:ext uri="{BB962C8B-B14F-4D97-AF65-F5344CB8AC3E}">
        <p14:creationId xmlns:p14="http://schemas.microsoft.com/office/powerpoint/2010/main" val="551311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7B36E19-F34C-0755-024C-7E3457D233C7}"/>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Navigation bar</a:t>
            </a:r>
            <a:endParaRPr lang="en-US" sz="2800" dirty="0"/>
          </a:p>
        </p:txBody>
      </p:sp>
      <p:sp>
        <p:nvSpPr>
          <p:cNvPr id="3" name="Shape 2">
            <a:extLst>
              <a:ext uri="{FF2B5EF4-FFF2-40B4-BE49-F238E27FC236}">
                <a16:creationId xmlns:a16="http://schemas.microsoft.com/office/drawing/2014/main" id="{6C1F5778-42E7-C765-FDEC-541B697BDF3E}"/>
              </a:ext>
            </a:extLst>
          </p:cNvPr>
          <p:cNvSpPr/>
          <p:nvPr/>
        </p:nvSpPr>
        <p:spPr>
          <a:xfrm>
            <a:off x="2564257" y="1325880"/>
            <a:ext cx="6537960" cy="1828800"/>
          </a:xfrm>
          <a:prstGeom prst="roundRect">
            <a:avLst>
              <a:gd name="adj" fmla="val 6000"/>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dirty="0"/>
          </a:p>
        </p:txBody>
      </p:sp>
      <p:sp>
        <p:nvSpPr>
          <p:cNvPr id="4" name="Shape 3">
            <a:extLst>
              <a:ext uri="{FF2B5EF4-FFF2-40B4-BE49-F238E27FC236}">
                <a16:creationId xmlns:a16="http://schemas.microsoft.com/office/drawing/2014/main" id="{5A5E840E-C43E-B30E-BB0B-5C56E836F242}"/>
              </a:ext>
            </a:extLst>
          </p:cNvPr>
          <p:cNvSpPr/>
          <p:nvPr/>
        </p:nvSpPr>
        <p:spPr>
          <a:xfrm>
            <a:off x="2564257" y="1325880"/>
            <a:ext cx="6537960" cy="274320"/>
          </a:xfrm>
          <a:prstGeom prst="roundRect">
            <a:avLst>
              <a:gd name="adj" fmla="val 40000"/>
            </a:avLst>
          </a:prstGeom>
          <a:solidFill>
            <a:srgbClr val="EEEDF6"/>
          </a:solidFill>
          <a:ln/>
        </p:spPr>
        <p:txBody>
          <a:bodyPr/>
          <a:lstStyle/>
          <a:p>
            <a:endParaRPr lang="en-IN"/>
          </a:p>
        </p:txBody>
      </p:sp>
      <p:sp>
        <p:nvSpPr>
          <p:cNvPr id="5" name="Shape 4">
            <a:extLst>
              <a:ext uri="{FF2B5EF4-FFF2-40B4-BE49-F238E27FC236}">
                <a16:creationId xmlns:a16="http://schemas.microsoft.com/office/drawing/2014/main" id="{C4B23C4F-E73E-AE3C-BE14-DCA9959ADDF5}"/>
              </a:ext>
            </a:extLst>
          </p:cNvPr>
          <p:cNvSpPr/>
          <p:nvPr/>
        </p:nvSpPr>
        <p:spPr>
          <a:xfrm>
            <a:off x="2564257" y="1490472"/>
            <a:ext cx="6537960" cy="109728"/>
          </a:xfrm>
          <a:prstGeom prst="rect">
            <a:avLst/>
          </a:prstGeom>
          <a:solidFill>
            <a:srgbClr val="EEEDF6"/>
          </a:solidFill>
          <a:ln/>
        </p:spPr>
        <p:txBody>
          <a:bodyPr/>
          <a:lstStyle/>
          <a:p>
            <a:endParaRPr lang="en-IN"/>
          </a:p>
        </p:txBody>
      </p:sp>
      <p:sp>
        <p:nvSpPr>
          <p:cNvPr id="6" name="Shape 5">
            <a:extLst>
              <a:ext uri="{FF2B5EF4-FFF2-40B4-BE49-F238E27FC236}">
                <a16:creationId xmlns:a16="http://schemas.microsoft.com/office/drawing/2014/main" id="{96AC05C9-27B0-01BA-C8BD-5520715A5152}"/>
              </a:ext>
            </a:extLst>
          </p:cNvPr>
          <p:cNvSpPr/>
          <p:nvPr/>
        </p:nvSpPr>
        <p:spPr>
          <a:xfrm>
            <a:off x="2692273" y="1417320"/>
            <a:ext cx="91440" cy="91440"/>
          </a:xfrm>
          <a:prstGeom prst="ellipse">
            <a:avLst/>
          </a:prstGeom>
          <a:solidFill>
            <a:srgbClr val="F2B77A"/>
          </a:solidFill>
          <a:ln/>
        </p:spPr>
        <p:txBody>
          <a:bodyPr/>
          <a:lstStyle/>
          <a:p>
            <a:endParaRPr lang="en-IN"/>
          </a:p>
        </p:txBody>
      </p:sp>
      <p:sp>
        <p:nvSpPr>
          <p:cNvPr id="7" name="Shape 6">
            <a:extLst>
              <a:ext uri="{FF2B5EF4-FFF2-40B4-BE49-F238E27FC236}">
                <a16:creationId xmlns:a16="http://schemas.microsoft.com/office/drawing/2014/main" id="{3A3A9AEF-3E3C-2D95-538A-72DBB492EFB6}"/>
              </a:ext>
            </a:extLst>
          </p:cNvPr>
          <p:cNvSpPr/>
          <p:nvPr/>
        </p:nvSpPr>
        <p:spPr>
          <a:xfrm>
            <a:off x="2838577" y="1417320"/>
            <a:ext cx="91440" cy="91440"/>
          </a:xfrm>
          <a:prstGeom prst="ellipse">
            <a:avLst/>
          </a:prstGeom>
          <a:solidFill>
            <a:srgbClr val="B3A8FF"/>
          </a:solidFill>
          <a:ln/>
        </p:spPr>
        <p:txBody>
          <a:bodyPr/>
          <a:lstStyle/>
          <a:p>
            <a:endParaRPr lang="en-IN"/>
          </a:p>
        </p:txBody>
      </p:sp>
      <p:sp>
        <p:nvSpPr>
          <p:cNvPr id="8" name="Shape 7">
            <a:extLst>
              <a:ext uri="{FF2B5EF4-FFF2-40B4-BE49-F238E27FC236}">
                <a16:creationId xmlns:a16="http://schemas.microsoft.com/office/drawing/2014/main" id="{46DC7199-473D-2B62-9445-AE221A009F68}"/>
              </a:ext>
            </a:extLst>
          </p:cNvPr>
          <p:cNvSpPr/>
          <p:nvPr/>
        </p:nvSpPr>
        <p:spPr>
          <a:xfrm>
            <a:off x="2984881" y="1417320"/>
            <a:ext cx="91440" cy="91440"/>
          </a:xfrm>
          <a:prstGeom prst="ellipse">
            <a:avLst/>
          </a:prstGeom>
          <a:solidFill>
            <a:srgbClr val="9DF0D4"/>
          </a:solidFill>
          <a:ln/>
        </p:spPr>
        <p:txBody>
          <a:bodyPr/>
          <a:lstStyle/>
          <a:p>
            <a:endParaRPr lang="en-IN"/>
          </a:p>
        </p:txBody>
      </p:sp>
      <p:sp>
        <p:nvSpPr>
          <p:cNvPr id="9" name="Shape 8">
            <a:extLst>
              <a:ext uri="{FF2B5EF4-FFF2-40B4-BE49-F238E27FC236}">
                <a16:creationId xmlns:a16="http://schemas.microsoft.com/office/drawing/2014/main" id="{718DA1BF-CBFF-26B5-87C1-2DAC68F0C880}"/>
              </a:ext>
            </a:extLst>
          </p:cNvPr>
          <p:cNvSpPr/>
          <p:nvPr/>
        </p:nvSpPr>
        <p:spPr>
          <a:xfrm>
            <a:off x="4644517" y="1380744"/>
            <a:ext cx="2377440" cy="164592"/>
          </a:xfrm>
          <a:prstGeom prst="roundRect">
            <a:avLst>
              <a:gd name="adj" fmla="val 50000"/>
            </a:avLst>
          </a:prstGeom>
          <a:solidFill>
            <a:srgbClr val="FFFFFF"/>
          </a:solidFill>
          <a:ln/>
        </p:spPr>
        <p:txBody>
          <a:bodyPr/>
          <a:lstStyle/>
          <a:p>
            <a:endParaRPr lang="en-IN"/>
          </a:p>
        </p:txBody>
      </p:sp>
      <p:sp>
        <p:nvSpPr>
          <p:cNvPr id="10" name="Text 9">
            <a:extLst>
              <a:ext uri="{FF2B5EF4-FFF2-40B4-BE49-F238E27FC236}">
                <a16:creationId xmlns:a16="http://schemas.microsoft.com/office/drawing/2014/main" id="{628B8310-B613-0A08-25DC-FD71633A5055}"/>
              </a:ext>
            </a:extLst>
          </p:cNvPr>
          <p:cNvSpPr txBox="1"/>
          <p:nvPr/>
        </p:nvSpPr>
        <p:spPr>
          <a:xfrm>
            <a:off x="4644517" y="1380744"/>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1" name="Shape 10">
            <a:extLst>
              <a:ext uri="{FF2B5EF4-FFF2-40B4-BE49-F238E27FC236}">
                <a16:creationId xmlns:a16="http://schemas.microsoft.com/office/drawing/2014/main" id="{7120F6CE-4582-6A3A-B987-6803AFDBAFB6}"/>
              </a:ext>
            </a:extLst>
          </p:cNvPr>
          <p:cNvSpPr/>
          <p:nvPr/>
        </p:nvSpPr>
        <p:spPr>
          <a:xfrm>
            <a:off x="2765425" y="1783080"/>
            <a:ext cx="1234440" cy="329184"/>
          </a:xfrm>
          <a:prstGeom prst="roundRect">
            <a:avLst>
              <a:gd name="adj" fmla="val 16667"/>
            </a:avLst>
          </a:prstGeom>
          <a:solidFill>
            <a:srgbClr val="ECEBFF"/>
          </a:solidFill>
          <a:ln w="9525">
            <a:solidFill>
              <a:srgbClr val="B3A8FF"/>
            </a:solidFill>
            <a:prstDash val="dash"/>
          </a:ln>
        </p:spPr>
        <p:txBody>
          <a:bodyPr/>
          <a:lstStyle/>
          <a:p>
            <a:endParaRPr lang="en-IN"/>
          </a:p>
        </p:txBody>
      </p:sp>
      <p:sp>
        <p:nvSpPr>
          <p:cNvPr id="12" name="Text 11">
            <a:extLst>
              <a:ext uri="{FF2B5EF4-FFF2-40B4-BE49-F238E27FC236}">
                <a16:creationId xmlns:a16="http://schemas.microsoft.com/office/drawing/2014/main" id="{61D3D4FC-0842-71CD-1B60-01048441772B}"/>
              </a:ext>
            </a:extLst>
          </p:cNvPr>
          <p:cNvSpPr txBox="1"/>
          <p:nvPr/>
        </p:nvSpPr>
        <p:spPr>
          <a:xfrm>
            <a:off x="2765425" y="1783080"/>
            <a:ext cx="1234440" cy="329184"/>
          </a:xfrm>
          <a:prstGeom prst="rect">
            <a:avLst/>
          </a:prstGeom>
          <a:solidFill>
            <a:schemeClr val="bg1">
              <a:lumMod val="85000"/>
            </a:schemeClr>
          </a:solidFill>
          <a:ln/>
        </p:spPr>
        <p:txBody>
          <a:bodyPr wrap="square" lIns="0" tIns="0" rIns="0" bIns="0" rtlCol="0" anchor="ctr"/>
          <a:lstStyle/>
          <a:p>
            <a:pPr marL="0" indent="0" algn="ctr">
              <a:buNone/>
            </a:pPr>
            <a:r>
              <a:rPr lang="en-US" sz="800" i="1" dirty="0">
                <a:latin typeface="Calibri" pitchFamily="34" charset="0"/>
                <a:ea typeface="Calibri" pitchFamily="34" charset="-122"/>
                <a:cs typeface="Calibri" pitchFamily="34" charset="-120"/>
              </a:rPr>
              <a:t>Omaginfo LLC logo</a:t>
            </a:r>
            <a:endParaRPr lang="en-US" sz="800" dirty="0"/>
          </a:p>
        </p:txBody>
      </p:sp>
      <p:sp>
        <p:nvSpPr>
          <p:cNvPr id="13" name="Shape 12">
            <a:extLst>
              <a:ext uri="{FF2B5EF4-FFF2-40B4-BE49-F238E27FC236}">
                <a16:creationId xmlns:a16="http://schemas.microsoft.com/office/drawing/2014/main" id="{9361DFC1-1C10-2401-C4FB-8AF0B098A3E0}"/>
              </a:ext>
            </a:extLst>
          </p:cNvPr>
          <p:cNvSpPr/>
          <p:nvPr/>
        </p:nvSpPr>
        <p:spPr>
          <a:xfrm>
            <a:off x="4063873" y="1856232"/>
            <a:ext cx="345186" cy="182880"/>
          </a:xfrm>
          <a:prstGeom prst="roundRect">
            <a:avLst>
              <a:gd name="adj" fmla="val 50000"/>
            </a:avLst>
          </a:prstGeom>
          <a:solidFill>
            <a:srgbClr val="FDE9D3"/>
          </a:solidFill>
          <a:ln/>
        </p:spPr>
        <p:txBody>
          <a:bodyPr/>
          <a:lstStyle/>
          <a:p>
            <a:endParaRPr lang="en-IN"/>
          </a:p>
        </p:txBody>
      </p:sp>
      <p:sp>
        <p:nvSpPr>
          <p:cNvPr id="14" name="Text 13">
            <a:extLst>
              <a:ext uri="{FF2B5EF4-FFF2-40B4-BE49-F238E27FC236}">
                <a16:creationId xmlns:a16="http://schemas.microsoft.com/office/drawing/2014/main" id="{3437D008-47F8-E091-620F-4491D6186F25}"/>
              </a:ext>
            </a:extLst>
          </p:cNvPr>
          <p:cNvSpPr txBox="1"/>
          <p:nvPr/>
        </p:nvSpPr>
        <p:spPr>
          <a:xfrm>
            <a:off x="4063873" y="1856232"/>
            <a:ext cx="345186"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TBC</a:t>
            </a:r>
            <a:endParaRPr lang="en-US" sz="700" dirty="0"/>
          </a:p>
        </p:txBody>
      </p:sp>
      <p:sp>
        <p:nvSpPr>
          <p:cNvPr id="15" name="Text 14">
            <a:extLst>
              <a:ext uri="{FF2B5EF4-FFF2-40B4-BE49-F238E27FC236}">
                <a16:creationId xmlns:a16="http://schemas.microsoft.com/office/drawing/2014/main" id="{16F69C17-FF12-A764-0594-F404F49FE026}"/>
              </a:ext>
            </a:extLst>
          </p:cNvPr>
          <p:cNvSpPr txBox="1"/>
          <p:nvPr/>
        </p:nvSpPr>
        <p:spPr>
          <a:xfrm>
            <a:off x="4777105" y="1847088"/>
            <a:ext cx="777240" cy="201168"/>
          </a:xfrm>
          <a:prstGeom prst="rect">
            <a:avLst/>
          </a:prstGeom>
          <a:noFill/>
          <a:ln/>
        </p:spPr>
        <p:txBody>
          <a:bodyPr wrap="square" lIns="0" tIns="0" rIns="0" bIns="0" rtlCol="0" anchor="t"/>
          <a:lstStyle/>
          <a:p>
            <a:pPr marL="0" indent="0">
              <a:buNone/>
            </a:pPr>
            <a:r>
              <a:rPr lang="en-US" sz="900" b="1" dirty="0">
                <a:solidFill>
                  <a:srgbClr val="16161F"/>
                </a:solidFill>
                <a:latin typeface="Calibri" pitchFamily="34" charset="0"/>
                <a:ea typeface="Calibri" pitchFamily="34" charset="-122"/>
                <a:cs typeface="Calibri" pitchFamily="34" charset="-120"/>
              </a:rPr>
              <a:t>Home</a:t>
            </a:r>
            <a:endParaRPr lang="en-US" sz="900" dirty="0"/>
          </a:p>
        </p:txBody>
      </p:sp>
      <p:sp>
        <p:nvSpPr>
          <p:cNvPr id="16" name="Shape 15">
            <a:extLst>
              <a:ext uri="{FF2B5EF4-FFF2-40B4-BE49-F238E27FC236}">
                <a16:creationId xmlns:a16="http://schemas.microsoft.com/office/drawing/2014/main" id="{75E3DAAD-FE74-55D2-853D-3520043E6139}"/>
              </a:ext>
            </a:extLst>
          </p:cNvPr>
          <p:cNvSpPr/>
          <p:nvPr/>
        </p:nvSpPr>
        <p:spPr>
          <a:xfrm>
            <a:off x="4886833" y="2075688"/>
            <a:ext cx="54864" cy="54864"/>
          </a:xfrm>
          <a:prstGeom prst="ellipse">
            <a:avLst/>
          </a:prstGeom>
          <a:solidFill>
            <a:srgbClr val="7B6CF6"/>
          </a:solidFill>
          <a:ln/>
        </p:spPr>
        <p:txBody>
          <a:bodyPr/>
          <a:lstStyle/>
          <a:p>
            <a:endParaRPr lang="en-IN"/>
          </a:p>
        </p:txBody>
      </p:sp>
      <p:sp>
        <p:nvSpPr>
          <p:cNvPr id="17" name="Text 16">
            <a:extLst>
              <a:ext uri="{FF2B5EF4-FFF2-40B4-BE49-F238E27FC236}">
                <a16:creationId xmlns:a16="http://schemas.microsoft.com/office/drawing/2014/main" id="{197A7602-C1DB-E18F-6DE6-2CDAF4DE031D}"/>
              </a:ext>
            </a:extLst>
          </p:cNvPr>
          <p:cNvSpPr txBox="1"/>
          <p:nvPr/>
        </p:nvSpPr>
        <p:spPr>
          <a:xfrm>
            <a:off x="5334889" y="1847088"/>
            <a:ext cx="777240" cy="201168"/>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About Us</a:t>
            </a:r>
            <a:endParaRPr lang="en-US" sz="900" dirty="0"/>
          </a:p>
        </p:txBody>
      </p:sp>
      <p:sp>
        <p:nvSpPr>
          <p:cNvPr id="18" name="Text 17">
            <a:extLst>
              <a:ext uri="{FF2B5EF4-FFF2-40B4-BE49-F238E27FC236}">
                <a16:creationId xmlns:a16="http://schemas.microsoft.com/office/drawing/2014/main" id="{7F07D7C5-6237-3F07-59CA-0BC022CC1ED0}"/>
              </a:ext>
            </a:extLst>
          </p:cNvPr>
          <p:cNvSpPr txBox="1"/>
          <p:nvPr/>
        </p:nvSpPr>
        <p:spPr>
          <a:xfrm>
            <a:off x="6130417" y="1847088"/>
            <a:ext cx="777240" cy="201168"/>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Services ▾</a:t>
            </a:r>
            <a:endParaRPr lang="en-US" sz="900" dirty="0"/>
          </a:p>
        </p:txBody>
      </p:sp>
      <p:sp>
        <p:nvSpPr>
          <p:cNvPr id="20" name="Shape 19">
            <a:extLst>
              <a:ext uri="{FF2B5EF4-FFF2-40B4-BE49-F238E27FC236}">
                <a16:creationId xmlns:a16="http://schemas.microsoft.com/office/drawing/2014/main" id="{B45EEB34-7D36-181C-7A82-8F622578E6E7}"/>
              </a:ext>
            </a:extLst>
          </p:cNvPr>
          <p:cNvSpPr/>
          <p:nvPr/>
        </p:nvSpPr>
        <p:spPr>
          <a:xfrm>
            <a:off x="7849489" y="1810512"/>
            <a:ext cx="1132027" cy="256032"/>
          </a:xfrm>
          <a:prstGeom prst="roundRect">
            <a:avLst>
              <a:gd name="adj" fmla="val 50000"/>
            </a:avLst>
          </a:prstGeom>
          <a:solidFill>
            <a:srgbClr val="16161F"/>
          </a:solidFill>
          <a:ln/>
        </p:spPr>
        <p:txBody>
          <a:bodyPr/>
          <a:lstStyle/>
          <a:p>
            <a:endParaRPr lang="en-IN"/>
          </a:p>
        </p:txBody>
      </p:sp>
      <p:sp>
        <p:nvSpPr>
          <p:cNvPr id="21" name="Text 20">
            <a:extLst>
              <a:ext uri="{FF2B5EF4-FFF2-40B4-BE49-F238E27FC236}">
                <a16:creationId xmlns:a16="http://schemas.microsoft.com/office/drawing/2014/main" id="{65800052-F62B-CDAE-FD2D-FD041B649DBB}"/>
              </a:ext>
            </a:extLst>
          </p:cNvPr>
          <p:cNvSpPr txBox="1"/>
          <p:nvPr/>
        </p:nvSpPr>
        <p:spPr>
          <a:xfrm>
            <a:off x="7849489" y="1810512"/>
            <a:ext cx="1132027"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Contact Us</a:t>
            </a:r>
            <a:endParaRPr lang="en-US" sz="850" dirty="0"/>
          </a:p>
        </p:txBody>
      </p:sp>
      <p:sp>
        <p:nvSpPr>
          <p:cNvPr id="22" name="Text 21">
            <a:extLst>
              <a:ext uri="{FF2B5EF4-FFF2-40B4-BE49-F238E27FC236}">
                <a16:creationId xmlns:a16="http://schemas.microsoft.com/office/drawing/2014/main" id="{52952107-D98B-DA95-8B6B-4685EE4FA185}"/>
              </a:ext>
            </a:extLst>
          </p:cNvPr>
          <p:cNvSpPr txBox="1"/>
          <p:nvPr/>
        </p:nvSpPr>
        <p:spPr>
          <a:xfrm>
            <a:off x="8963228" y="1764792"/>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7" name="Shape 26">
            <a:extLst>
              <a:ext uri="{FF2B5EF4-FFF2-40B4-BE49-F238E27FC236}">
                <a16:creationId xmlns:a16="http://schemas.microsoft.com/office/drawing/2014/main" id="{C0CB23A3-8A3B-25D6-3A67-E297329AF99D}"/>
              </a:ext>
            </a:extLst>
          </p:cNvPr>
          <p:cNvSpPr/>
          <p:nvPr/>
        </p:nvSpPr>
        <p:spPr>
          <a:xfrm>
            <a:off x="4063873" y="3346704"/>
            <a:ext cx="1600200" cy="2926080"/>
          </a:xfrm>
          <a:prstGeom prst="roundRect">
            <a:avLst>
              <a:gd name="adj" fmla="val 16000"/>
            </a:avLst>
          </a:prstGeom>
          <a:solidFill>
            <a:srgbClr val="16161F"/>
          </a:solidFill>
          <a:ln/>
          <a:effectLst>
            <a:outerShdw blurRad="101600" dist="25400" dir="5400000" algn="bl" rotWithShape="0">
              <a:srgbClr val="28207A">
                <a:alpha val="12000"/>
              </a:srgbClr>
            </a:outerShdw>
          </a:effectLst>
        </p:spPr>
        <p:txBody>
          <a:bodyPr/>
          <a:lstStyle/>
          <a:p>
            <a:endParaRPr lang="en-IN"/>
          </a:p>
        </p:txBody>
      </p:sp>
      <p:sp>
        <p:nvSpPr>
          <p:cNvPr id="28" name="Shape 27">
            <a:extLst>
              <a:ext uri="{FF2B5EF4-FFF2-40B4-BE49-F238E27FC236}">
                <a16:creationId xmlns:a16="http://schemas.microsoft.com/office/drawing/2014/main" id="{C6F5EDED-F7E1-FEF3-4BCF-FFF4A6D51307}"/>
              </a:ext>
            </a:extLst>
          </p:cNvPr>
          <p:cNvSpPr/>
          <p:nvPr/>
        </p:nvSpPr>
        <p:spPr>
          <a:xfrm>
            <a:off x="4127881" y="3410712"/>
            <a:ext cx="1472184" cy="2798064"/>
          </a:xfrm>
          <a:prstGeom prst="roundRect">
            <a:avLst>
              <a:gd name="adj" fmla="val 13665"/>
            </a:avLst>
          </a:prstGeom>
          <a:solidFill>
            <a:srgbClr val="FBFBFF"/>
          </a:solidFill>
          <a:ln/>
        </p:spPr>
        <p:txBody>
          <a:bodyPr/>
          <a:lstStyle/>
          <a:p>
            <a:endParaRPr lang="en-IN"/>
          </a:p>
        </p:txBody>
      </p:sp>
      <p:sp>
        <p:nvSpPr>
          <p:cNvPr id="29" name="Shape 28">
            <a:extLst>
              <a:ext uri="{FF2B5EF4-FFF2-40B4-BE49-F238E27FC236}">
                <a16:creationId xmlns:a16="http://schemas.microsoft.com/office/drawing/2014/main" id="{1650580E-4753-58E7-618F-EC114E017036}"/>
              </a:ext>
            </a:extLst>
          </p:cNvPr>
          <p:cNvSpPr/>
          <p:nvPr/>
        </p:nvSpPr>
        <p:spPr>
          <a:xfrm>
            <a:off x="4589653" y="3456432"/>
            <a:ext cx="548640" cy="73152"/>
          </a:xfrm>
          <a:prstGeom prst="roundRect">
            <a:avLst>
              <a:gd name="adj" fmla="val 50000"/>
            </a:avLst>
          </a:prstGeom>
          <a:solidFill>
            <a:srgbClr val="16161F"/>
          </a:solidFill>
          <a:ln/>
        </p:spPr>
        <p:txBody>
          <a:bodyPr/>
          <a:lstStyle/>
          <a:p>
            <a:endParaRPr lang="en-IN"/>
          </a:p>
        </p:txBody>
      </p:sp>
      <p:sp>
        <p:nvSpPr>
          <p:cNvPr id="30" name="Shape 29">
            <a:extLst>
              <a:ext uri="{FF2B5EF4-FFF2-40B4-BE49-F238E27FC236}">
                <a16:creationId xmlns:a16="http://schemas.microsoft.com/office/drawing/2014/main" id="{23FC2C80-3B34-CC25-0F82-FB19A6A7DB3D}"/>
              </a:ext>
            </a:extLst>
          </p:cNvPr>
          <p:cNvSpPr/>
          <p:nvPr/>
        </p:nvSpPr>
        <p:spPr>
          <a:xfrm>
            <a:off x="4201033" y="3621024"/>
            <a:ext cx="548640" cy="146304"/>
          </a:xfrm>
          <a:prstGeom prst="roundRect">
            <a:avLst>
              <a:gd name="adj" fmla="val 18750"/>
            </a:avLst>
          </a:prstGeom>
          <a:solidFill>
            <a:srgbClr val="ECEBFF"/>
          </a:solidFill>
          <a:ln w="9525">
            <a:solidFill>
              <a:srgbClr val="B3A8FF"/>
            </a:solidFill>
            <a:prstDash val="dash"/>
          </a:ln>
        </p:spPr>
        <p:txBody>
          <a:bodyPr/>
          <a:lstStyle/>
          <a:p>
            <a:endParaRPr lang="en-IN"/>
          </a:p>
        </p:txBody>
      </p:sp>
      <p:sp>
        <p:nvSpPr>
          <p:cNvPr id="31" name="Shape 30">
            <a:extLst>
              <a:ext uri="{FF2B5EF4-FFF2-40B4-BE49-F238E27FC236}">
                <a16:creationId xmlns:a16="http://schemas.microsoft.com/office/drawing/2014/main" id="{C8D5C315-49A8-6724-A438-E7EB267CF9C0}"/>
              </a:ext>
            </a:extLst>
          </p:cNvPr>
          <p:cNvSpPr/>
          <p:nvPr/>
        </p:nvSpPr>
        <p:spPr>
          <a:xfrm>
            <a:off x="5298313" y="3639312"/>
            <a:ext cx="201168" cy="22860"/>
          </a:xfrm>
          <a:prstGeom prst="rect">
            <a:avLst/>
          </a:prstGeom>
          <a:solidFill>
            <a:srgbClr val="16161F"/>
          </a:solidFill>
          <a:ln/>
        </p:spPr>
        <p:txBody>
          <a:bodyPr/>
          <a:lstStyle/>
          <a:p>
            <a:endParaRPr lang="en-IN"/>
          </a:p>
        </p:txBody>
      </p:sp>
      <p:sp>
        <p:nvSpPr>
          <p:cNvPr id="32" name="Shape 31">
            <a:extLst>
              <a:ext uri="{FF2B5EF4-FFF2-40B4-BE49-F238E27FC236}">
                <a16:creationId xmlns:a16="http://schemas.microsoft.com/office/drawing/2014/main" id="{4A38D05B-61C1-24D9-BDE1-7F9CA77DE5C6}"/>
              </a:ext>
            </a:extLst>
          </p:cNvPr>
          <p:cNvSpPr/>
          <p:nvPr/>
        </p:nvSpPr>
        <p:spPr>
          <a:xfrm>
            <a:off x="5298313" y="3694176"/>
            <a:ext cx="201168" cy="22860"/>
          </a:xfrm>
          <a:prstGeom prst="rect">
            <a:avLst/>
          </a:prstGeom>
          <a:solidFill>
            <a:srgbClr val="16161F"/>
          </a:solidFill>
          <a:ln/>
        </p:spPr>
        <p:txBody>
          <a:bodyPr/>
          <a:lstStyle/>
          <a:p>
            <a:endParaRPr lang="en-IN"/>
          </a:p>
        </p:txBody>
      </p:sp>
      <p:sp>
        <p:nvSpPr>
          <p:cNvPr id="33" name="Shape 32">
            <a:extLst>
              <a:ext uri="{FF2B5EF4-FFF2-40B4-BE49-F238E27FC236}">
                <a16:creationId xmlns:a16="http://schemas.microsoft.com/office/drawing/2014/main" id="{0F9F6622-0D79-C525-2ED1-CDDDAEC03C68}"/>
              </a:ext>
            </a:extLst>
          </p:cNvPr>
          <p:cNvSpPr/>
          <p:nvPr/>
        </p:nvSpPr>
        <p:spPr>
          <a:xfrm>
            <a:off x="5298313" y="3749040"/>
            <a:ext cx="201168" cy="22860"/>
          </a:xfrm>
          <a:prstGeom prst="rect">
            <a:avLst/>
          </a:prstGeom>
          <a:solidFill>
            <a:srgbClr val="16161F"/>
          </a:solidFill>
          <a:ln/>
        </p:spPr>
        <p:txBody>
          <a:bodyPr/>
          <a:lstStyle/>
          <a:p>
            <a:endParaRPr lang="en-IN"/>
          </a:p>
        </p:txBody>
      </p:sp>
      <p:sp>
        <p:nvSpPr>
          <p:cNvPr id="34" name="Shape 33">
            <a:extLst>
              <a:ext uri="{FF2B5EF4-FFF2-40B4-BE49-F238E27FC236}">
                <a16:creationId xmlns:a16="http://schemas.microsoft.com/office/drawing/2014/main" id="{1FF64E1B-BDA0-36BD-D149-6E1F6C89BA51}"/>
              </a:ext>
            </a:extLst>
          </p:cNvPr>
          <p:cNvSpPr/>
          <p:nvPr/>
        </p:nvSpPr>
        <p:spPr>
          <a:xfrm>
            <a:off x="4201033" y="3895344"/>
            <a:ext cx="1325880" cy="822960"/>
          </a:xfrm>
          <a:prstGeom prst="roundRect">
            <a:avLst>
              <a:gd name="adj" fmla="val 6667"/>
            </a:avLst>
          </a:prstGeom>
          <a:solidFill>
            <a:srgbClr val="F3F2FA"/>
          </a:solidFill>
          <a:ln/>
        </p:spPr>
        <p:txBody>
          <a:bodyPr/>
          <a:lstStyle/>
          <a:p>
            <a:endParaRPr lang="en-IN"/>
          </a:p>
        </p:txBody>
      </p:sp>
      <p:sp>
        <p:nvSpPr>
          <p:cNvPr id="35" name="Shape 34">
            <a:extLst>
              <a:ext uri="{FF2B5EF4-FFF2-40B4-BE49-F238E27FC236}">
                <a16:creationId xmlns:a16="http://schemas.microsoft.com/office/drawing/2014/main" id="{AD48D17A-6E29-3308-5DB6-D9174AA065C0}"/>
              </a:ext>
            </a:extLst>
          </p:cNvPr>
          <p:cNvSpPr/>
          <p:nvPr/>
        </p:nvSpPr>
        <p:spPr>
          <a:xfrm>
            <a:off x="4201033" y="4809744"/>
            <a:ext cx="1325880" cy="1097280"/>
          </a:xfrm>
          <a:prstGeom prst="roundRect">
            <a:avLst>
              <a:gd name="adj" fmla="val 5000"/>
            </a:avLst>
          </a:prstGeom>
          <a:solidFill>
            <a:srgbClr val="F3F2FA"/>
          </a:solidFill>
          <a:ln/>
        </p:spPr>
        <p:txBody>
          <a:bodyPr/>
          <a:lstStyle/>
          <a:p>
            <a:endParaRPr lang="en-IN"/>
          </a:p>
        </p:txBody>
      </p:sp>
      <p:sp>
        <p:nvSpPr>
          <p:cNvPr id="36" name="Shape 35">
            <a:extLst>
              <a:ext uri="{FF2B5EF4-FFF2-40B4-BE49-F238E27FC236}">
                <a16:creationId xmlns:a16="http://schemas.microsoft.com/office/drawing/2014/main" id="{03B7BB8E-2D50-8100-B7D0-94FA9BEAD552}"/>
              </a:ext>
            </a:extLst>
          </p:cNvPr>
          <p:cNvSpPr/>
          <p:nvPr/>
        </p:nvSpPr>
        <p:spPr>
          <a:xfrm>
            <a:off x="5984113" y="3346704"/>
            <a:ext cx="1600200" cy="2926080"/>
          </a:xfrm>
          <a:prstGeom prst="roundRect">
            <a:avLst>
              <a:gd name="adj" fmla="val 16000"/>
            </a:avLst>
          </a:prstGeom>
          <a:solidFill>
            <a:srgbClr val="16161F"/>
          </a:solidFill>
          <a:ln/>
          <a:effectLst>
            <a:outerShdw blurRad="101600" dist="25400" dir="5400000" algn="bl" rotWithShape="0">
              <a:srgbClr val="28207A">
                <a:alpha val="12000"/>
              </a:srgbClr>
            </a:outerShdw>
          </a:effectLst>
        </p:spPr>
        <p:txBody>
          <a:bodyPr/>
          <a:lstStyle/>
          <a:p>
            <a:endParaRPr lang="en-IN"/>
          </a:p>
        </p:txBody>
      </p:sp>
      <p:sp>
        <p:nvSpPr>
          <p:cNvPr id="37" name="Shape 36">
            <a:extLst>
              <a:ext uri="{FF2B5EF4-FFF2-40B4-BE49-F238E27FC236}">
                <a16:creationId xmlns:a16="http://schemas.microsoft.com/office/drawing/2014/main" id="{6C7FBA73-C4BF-6E9D-7B1F-F9958D6D7126}"/>
              </a:ext>
            </a:extLst>
          </p:cNvPr>
          <p:cNvSpPr/>
          <p:nvPr/>
        </p:nvSpPr>
        <p:spPr>
          <a:xfrm>
            <a:off x="6048121" y="3410712"/>
            <a:ext cx="1472184" cy="2798064"/>
          </a:xfrm>
          <a:prstGeom prst="roundRect">
            <a:avLst>
              <a:gd name="adj" fmla="val 13665"/>
            </a:avLst>
          </a:prstGeom>
          <a:solidFill>
            <a:srgbClr val="FBFBFF"/>
          </a:solidFill>
          <a:ln/>
        </p:spPr>
        <p:txBody>
          <a:bodyPr/>
          <a:lstStyle/>
          <a:p>
            <a:endParaRPr lang="en-IN"/>
          </a:p>
        </p:txBody>
      </p:sp>
      <p:sp>
        <p:nvSpPr>
          <p:cNvPr id="38" name="Shape 37">
            <a:extLst>
              <a:ext uri="{FF2B5EF4-FFF2-40B4-BE49-F238E27FC236}">
                <a16:creationId xmlns:a16="http://schemas.microsoft.com/office/drawing/2014/main" id="{269E796B-B668-7D1C-0EC4-AA56FB061CCD}"/>
              </a:ext>
            </a:extLst>
          </p:cNvPr>
          <p:cNvSpPr/>
          <p:nvPr/>
        </p:nvSpPr>
        <p:spPr>
          <a:xfrm>
            <a:off x="6509893" y="3456432"/>
            <a:ext cx="548640" cy="73152"/>
          </a:xfrm>
          <a:prstGeom prst="roundRect">
            <a:avLst>
              <a:gd name="adj" fmla="val 50000"/>
            </a:avLst>
          </a:prstGeom>
          <a:solidFill>
            <a:srgbClr val="16161F"/>
          </a:solidFill>
          <a:ln/>
        </p:spPr>
        <p:txBody>
          <a:bodyPr/>
          <a:lstStyle/>
          <a:p>
            <a:endParaRPr lang="en-IN"/>
          </a:p>
        </p:txBody>
      </p:sp>
      <p:sp>
        <p:nvSpPr>
          <p:cNvPr id="39" name="Shape 38">
            <a:extLst>
              <a:ext uri="{FF2B5EF4-FFF2-40B4-BE49-F238E27FC236}">
                <a16:creationId xmlns:a16="http://schemas.microsoft.com/office/drawing/2014/main" id="{4AABAC8B-07C9-43DE-6EB5-28E7EAA30BEA}"/>
              </a:ext>
            </a:extLst>
          </p:cNvPr>
          <p:cNvSpPr/>
          <p:nvPr/>
        </p:nvSpPr>
        <p:spPr>
          <a:xfrm>
            <a:off x="6441313" y="3483864"/>
            <a:ext cx="1078992" cy="2697480"/>
          </a:xfrm>
          <a:prstGeom prst="roundRect">
            <a:avLst>
              <a:gd name="adj" fmla="val 4237"/>
            </a:avLst>
          </a:prstGeom>
          <a:solidFill>
            <a:srgbClr val="FFFFFF"/>
          </a:solidFill>
          <a:ln/>
          <a:effectLst>
            <a:outerShdw blurRad="101600" dist="25400" dir="5400000" algn="bl" rotWithShape="0">
              <a:srgbClr val="28207A">
                <a:alpha val="12000"/>
              </a:srgbClr>
            </a:outerShdw>
          </a:effectLst>
        </p:spPr>
        <p:txBody>
          <a:bodyPr/>
          <a:lstStyle/>
          <a:p>
            <a:endParaRPr lang="en-IN"/>
          </a:p>
        </p:txBody>
      </p:sp>
      <p:sp>
        <p:nvSpPr>
          <p:cNvPr id="40" name="Text 39">
            <a:extLst>
              <a:ext uri="{FF2B5EF4-FFF2-40B4-BE49-F238E27FC236}">
                <a16:creationId xmlns:a16="http://schemas.microsoft.com/office/drawing/2014/main" id="{8CFEA266-B65F-0FDE-3F05-BB7B377F8112}"/>
              </a:ext>
            </a:extLst>
          </p:cNvPr>
          <p:cNvSpPr txBox="1"/>
          <p:nvPr/>
        </p:nvSpPr>
        <p:spPr>
          <a:xfrm>
            <a:off x="7264273" y="3575304"/>
            <a:ext cx="182880" cy="182880"/>
          </a:xfrm>
          <a:prstGeom prst="rect">
            <a:avLst/>
          </a:prstGeom>
          <a:noFill/>
          <a:ln/>
        </p:spPr>
        <p:txBody>
          <a:bodyPr wrap="square" lIns="0" tIns="0" rIns="0" bIns="0" rtlCol="0" anchor="t"/>
          <a:lstStyle/>
          <a:p>
            <a:pPr marL="0" indent="0">
              <a:buNone/>
            </a:pPr>
            <a:r>
              <a:rPr lang="en-US" sz="1000" b="1" dirty="0">
                <a:solidFill>
                  <a:srgbClr val="16161F"/>
                </a:solidFill>
                <a:latin typeface="Calibri" pitchFamily="34" charset="0"/>
                <a:ea typeface="Calibri" pitchFamily="34" charset="-122"/>
                <a:cs typeface="Calibri" pitchFamily="34" charset="-120"/>
              </a:rPr>
              <a:t>✕</a:t>
            </a:r>
            <a:endParaRPr lang="en-US" sz="1000" dirty="0"/>
          </a:p>
        </p:txBody>
      </p:sp>
      <p:sp>
        <p:nvSpPr>
          <p:cNvPr id="41" name="Text 40">
            <a:extLst>
              <a:ext uri="{FF2B5EF4-FFF2-40B4-BE49-F238E27FC236}">
                <a16:creationId xmlns:a16="http://schemas.microsoft.com/office/drawing/2014/main" id="{53AF2512-9E90-93A2-37E1-6386DE66915B}"/>
              </a:ext>
            </a:extLst>
          </p:cNvPr>
          <p:cNvSpPr txBox="1"/>
          <p:nvPr/>
        </p:nvSpPr>
        <p:spPr>
          <a:xfrm>
            <a:off x="6578473" y="4078224"/>
            <a:ext cx="914400" cy="228600"/>
          </a:xfrm>
          <a:prstGeom prst="rect">
            <a:avLst/>
          </a:prstGeom>
          <a:noFill/>
          <a:ln/>
        </p:spPr>
        <p:txBody>
          <a:bodyPr wrap="square" lIns="0" tIns="0" rIns="0" bIns="0" rtlCol="0" anchor="t"/>
          <a:lstStyle/>
          <a:p>
            <a:pPr marL="0" indent="0">
              <a:buNone/>
            </a:pPr>
            <a:r>
              <a:rPr lang="en-US" sz="950" b="1" dirty="0">
                <a:solidFill>
                  <a:srgbClr val="16161F"/>
                </a:solidFill>
                <a:latin typeface="Calibri" pitchFamily="34" charset="0"/>
                <a:ea typeface="Calibri" pitchFamily="34" charset="-122"/>
                <a:cs typeface="Calibri" pitchFamily="34" charset="-120"/>
              </a:rPr>
              <a:t>Home</a:t>
            </a:r>
            <a:endParaRPr lang="en-US" sz="950" dirty="0"/>
          </a:p>
        </p:txBody>
      </p:sp>
      <p:sp>
        <p:nvSpPr>
          <p:cNvPr id="42" name="Text 41">
            <a:extLst>
              <a:ext uri="{FF2B5EF4-FFF2-40B4-BE49-F238E27FC236}">
                <a16:creationId xmlns:a16="http://schemas.microsoft.com/office/drawing/2014/main" id="{1EE3E471-0AF0-0038-4127-08540128C8EE}"/>
              </a:ext>
            </a:extLst>
          </p:cNvPr>
          <p:cNvSpPr txBox="1"/>
          <p:nvPr/>
        </p:nvSpPr>
        <p:spPr>
          <a:xfrm>
            <a:off x="6578473" y="4370832"/>
            <a:ext cx="914400" cy="228600"/>
          </a:xfrm>
          <a:prstGeom prst="rect">
            <a:avLst/>
          </a:prstGeom>
          <a:noFill/>
          <a:ln/>
        </p:spPr>
        <p:txBody>
          <a:bodyPr wrap="square" lIns="0" tIns="0" rIns="0" bIns="0" rtlCol="0" anchor="t"/>
          <a:lstStyle/>
          <a:p>
            <a:pPr marL="0" indent="0">
              <a:buNone/>
            </a:pPr>
            <a:r>
              <a:rPr lang="en-US" sz="950" dirty="0">
                <a:solidFill>
                  <a:srgbClr val="5F6075"/>
                </a:solidFill>
                <a:latin typeface="Calibri" pitchFamily="34" charset="0"/>
                <a:ea typeface="Calibri" pitchFamily="34" charset="-122"/>
                <a:cs typeface="Calibri" pitchFamily="34" charset="-120"/>
              </a:rPr>
              <a:t>About Us</a:t>
            </a:r>
            <a:endParaRPr lang="en-US" sz="950" dirty="0"/>
          </a:p>
        </p:txBody>
      </p:sp>
      <p:sp>
        <p:nvSpPr>
          <p:cNvPr id="43" name="Text 42">
            <a:extLst>
              <a:ext uri="{FF2B5EF4-FFF2-40B4-BE49-F238E27FC236}">
                <a16:creationId xmlns:a16="http://schemas.microsoft.com/office/drawing/2014/main" id="{49CC0A83-8026-2A53-50DA-F7DF7C400E31}"/>
              </a:ext>
            </a:extLst>
          </p:cNvPr>
          <p:cNvSpPr txBox="1"/>
          <p:nvPr/>
        </p:nvSpPr>
        <p:spPr>
          <a:xfrm>
            <a:off x="6578473" y="4663440"/>
            <a:ext cx="914400" cy="228600"/>
          </a:xfrm>
          <a:prstGeom prst="rect">
            <a:avLst/>
          </a:prstGeom>
          <a:noFill/>
          <a:ln/>
        </p:spPr>
        <p:txBody>
          <a:bodyPr wrap="square" lIns="0" tIns="0" rIns="0" bIns="0" rtlCol="0" anchor="t"/>
          <a:lstStyle/>
          <a:p>
            <a:pPr marL="0" indent="0">
              <a:buNone/>
            </a:pPr>
            <a:r>
              <a:rPr lang="en-US" sz="950" dirty="0">
                <a:solidFill>
                  <a:srgbClr val="5F6075"/>
                </a:solidFill>
                <a:latin typeface="Calibri" pitchFamily="34" charset="0"/>
                <a:ea typeface="Calibri" pitchFamily="34" charset="-122"/>
                <a:cs typeface="Calibri" pitchFamily="34" charset="-120"/>
              </a:rPr>
              <a:t>Services +</a:t>
            </a:r>
            <a:endParaRPr lang="en-US" sz="950" dirty="0"/>
          </a:p>
        </p:txBody>
      </p:sp>
      <p:sp>
        <p:nvSpPr>
          <p:cNvPr id="44" name="Text 43">
            <a:extLst>
              <a:ext uri="{FF2B5EF4-FFF2-40B4-BE49-F238E27FC236}">
                <a16:creationId xmlns:a16="http://schemas.microsoft.com/office/drawing/2014/main" id="{555132FB-0B79-33F2-0C04-496A03898D99}"/>
              </a:ext>
            </a:extLst>
          </p:cNvPr>
          <p:cNvSpPr txBox="1"/>
          <p:nvPr/>
        </p:nvSpPr>
        <p:spPr>
          <a:xfrm>
            <a:off x="6578473" y="4956048"/>
            <a:ext cx="914400" cy="228600"/>
          </a:xfrm>
          <a:prstGeom prst="rect">
            <a:avLst/>
          </a:prstGeom>
          <a:noFill/>
          <a:ln/>
        </p:spPr>
        <p:txBody>
          <a:bodyPr wrap="square" lIns="0" tIns="0" rIns="0" bIns="0" rtlCol="0" anchor="t"/>
          <a:lstStyle/>
          <a:p>
            <a:pPr marL="0" indent="0">
              <a:buNone/>
            </a:pPr>
            <a:r>
              <a:rPr lang="en-US" sz="950" dirty="0">
                <a:solidFill>
                  <a:srgbClr val="5F6075"/>
                </a:solidFill>
                <a:latin typeface="Calibri" pitchFamily="34" charset="0"/>
                <a:ea typeface="Calibri" pitchFamily="34" charset="-122"/>
                <a:cs typeface="Calibri" pitchFamily="34" charset="-120"/>
              </a:rPr>
              <a:t>Contact Us</a:t>
            </a:r>
            <a:endParaRPr lang="en-US" sz="950" dirty="0"/>
          </a:p>
        </p:txBody>
      </p:sp>
      <p:sp>
        <p:nvSpPr>
          <p:cNvPr id="45" name="Shape 44">
            <a:extLst>
              <a:ext uri="{FF2B5EF4-FFF2-40B4-BE49-F238E27FC236}">
                <a16:creationId xmlns:a16="http://schemas.microsoft.com/office/drawing/2014/main" id="{743C01A9-1A9E-8F56-2FA7-4FDBA3EC77A6}"/>
              </a:ext>
            </a:extLst>
          </p:cNvPr>
          <p:cNvSpPr/>
          <p:nvPr/>
        </p:nvSpPr>
        <p:spPr>
          <a:xfrm>
            <a:off x="6532753" y="5404104"/>
            <a:ext cx="934517" cy="219456"/>
          </a:xfrm>
          <a:prstGeom prst="roundRect">
            <a:avLst>
              <a:gd name="adj" fmla="val 50000"/>
            </a:avLst>
          </a:prstGeom>
          <a:solidFill>
            <a:srgbClr val="16161F"/>
          </a:solidFill>
          <a:ln/>
        </p:spPr>
        <p:txBody>
          <a:bodyPr/>
          <a:lstStyle/>
          <a:p>
            <a:endParaRPr lang="en-IN"/>
          </a:p>
        </p:txBody>
      </p:sp>
      <p:sp>
        <p:nvSpPr>
          <p:cNvPr id="46" name="Text 45">
            <a:extLst>
              <a:ext uri="{FF2B5EF4-FFF2-40B4-BE49-F238E27FC236}">
                <a16:creationId xmlns:a16="http://schemas.microsoft.com/office/drawing/2014/main" id="{21CC9BC9-7B86-3A6A-2DBD-7F543139A411}"/>
              </a:ext>
            </a:extLst>
          </p:cNvPr>
          <p:cNvSpPr txBox="1"/>
          <p:nvPr/>
        </p:nvSpPr>
        <p:spPr>
          <a:xfrm>
            <a:off x="6532753" y="5404104"/>
            <a:ext cx="934517" cy="219456"/>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Partner with Us</a:t>
            </a:r>
            <a:endParaRPr lang="en-US" sz="650" dirty="0"/>
          </a:p>
        </p:txBody>
      </p:sp>
      <p:sp>
        <p:nvSpPr>
          <p:cNvPr id="68" name="Text 1">
            <a:extLst>
              <a:ext uri="{FF2B5EF4-FFF2-40B4-BE49-F238E27FC236}">
                <a16:creationId xmlns:a16="http://schemas.microsoft.com/office/drawing/2014/main" id="{D692561A-BD97-7EBD-09E5-1771951045DB}"/>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GLOBAL</a:t>
            </a:r>
            <a:endParaRPr lang="en-US" sz="1050" dirty="0"/>
          </a:p>
        </p:txBody>
      </p:sp>
    </p:spTree>
    <p:extLst>
      <p:ext uri="{BB962C8B-B14F-4D97-AF65-F5344CB8AC3E}">
        <p14:creationId xmlns:p14="http://schemas.microsoft.com/office/powerpoint/2010/main" val="2826217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2BD15BE-25BC-B7F4-AAC6-EEE54AFF13C4}"/>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Hero section</a:t>
            </a:r>
            <a:endParaRPr lang="en-US" sz="2800" dirty="0"/>
          </a:p>
        </p:txBody>
      </p:sp>
      <p:sp>
        <p:nvSpPr>
          <p:cNvPr id="3" name="Text 1">
            <a:extLst>
              <a:ext uri="{FF2B5EF4-FFF2-40B4-BE49-F238E27FC236}">
                <a16:creationId xmlns:a16="http://schemas.microsoft.com/office/drawing/2014/main" id="{9922B954-A2AA-1F20-2FBA-6FFAA1B7F2E5}"/>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HOME</a:t>
            </a:r>
            <a:endParaRPr lang="en-US" sz="1050" dirty="0"/>
          </a:p>
        </p:txBody>
      </p:sp>
      <p:sp>
        <p:nvSpPr>
          <p:cNvPr id="4" name="Shape 2">
            <a:extLst>
              <a:ext uri="{FF2B5EF4-FFF2-40B4-BE49-F238E27FC236}">
                <a16:creationId xmlns:a16="http://schemas.microsoft.com/office/drawing/2014/main" id="{EEA7063C-AC8A-7A55-6190-AEC1923FF993}"/>
              </a:ext>
            </a:extLst>
          </p:cNvPr>
          <p:cNvSpPr/>
          <p:nvPr/>
        </p:nvSpPr>
        <p:spPr>
          <a:xfrm>
            <a:off x="2498746" y="1307218"/>
            <a:ext cx="6537960" cy="4937760"/>
          </a:xfrm>
          <a:prstGeom prst="roundRect">
            <a:avLst>
              <a:gd name="adj" fmla="val 2222"/>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F4494903-6800-F017-8876-308E7B439833}"/>
              </a:ext>
            </a:extLst>
          </p:cNvPr>
          <p:cNvSpPr/>
          <p:nvPr/>
        </p:nvSpPr>
        <p:spPr>
          <a:xfrm>
            <a:off x="2498746" y="1307218"/>
            <a:ext cx="6537960" cy="274320"/>
          </a:xfrm>
          <a:prstGeom prst="roundRect">
            <a:avLst>
              <a:gd name="adj" fmla="val 40000"/>
            </a:avLst>
          </a:prstGeom>
          <a:solidFill>
            <a:srgbClr val="EEEDF6"/>
          </a:solidFill>
          <a:ln/>
        </p:spPr>
        <p:txBody>
          <a:bodyPr/>
          <a:lstStyle/>
          <a:p>
            <a:endParaRPr lang="en-IN"/>
          </a:p>
        </p:txBody>
      </p:sp>
      <p:sp>
        <p:nvSpPr>
          <p:cNvPr id="6" name="Shape 4">
            <a:extLst>
              <a:ext uri="{FF2B5EF4-FFF2-40B4-BE49-F238E27FC236}">
                <a16:creationId xmlns:a16="http://schemas.microsoft.com/office/drawing/2014/main" id="{D64DC122-9A4D-C5AD-DFE3-9D78563B2540}"/>
              </a:ext>
            </a:extLst>
          </p:cNvPr>
          <p:cNvSpPr/>
          <p:nvPr/>
        </p:nvSpPr>
        <p:spPr>
          <a:xfrm>
            <a:off x="2498746" y="1471810"/>
            <a:ext cx="6537960" cy="109728"/>
          </a:xfrm>
          <a:prstGeom prst="rect">
            <a:avLst/>
          </a:prstGeom>
          <a:solidFill>
            <a:srgbClr val="EEEDF6"/>
          </a:solidFill>
          <a:ln/>
        </p:spPr>
        <p:txBody>
          <a:bodyPr/>
          <a:lstStyle/>
          <a:p>
            <a:endParaRPr lang="en-IN"/>
          </a:p>
        </p:txBody>
      </p:sp>
      <p:sp>
        <p:nvSpPr>
          <p:cNvPr id="7" name="Shape 5">
            <a:extLst>
              <a:ext uri="{FF2B5EF4-FFF2-40B4-BE49-F238E27FC236}">
                <a16:creationId xmlns:a16="http://schemas.microsoft.com/office/drawing/2014/main" id="{32B80A07-9B22-6925-7EFB-0FFF8FEF24A6}"/>
              </a:ext>
            </a:extLst>
          </p:cNvPr>
          <p:cNvSpPr/>
          <p:nvPr/>
        </p:nvSpPr>
        <p:spPr>
          <a:xfrm>
            <a:off x="2626762" y="1398658"/>
            <a:ext cx="91440" cy="91440"/>
          </a:xfrm>
          <a:prstGeom prst="ellipse">
            <a:avLst/>
          </a:prstGeom>
          <a:solidFill>
            <a:srgbClr val="F2B77A"/>
          </a:solidFill>
          <a:ln/>
        </p:spPr>
        <p:txBody>
          <a:bodyPr/>
          <a:lstStyle/>
          <a:p>
            <a:endParaRPr lang="en-IN"/>
          </a:p>
        </p:txBody>
      </p:sp>
      <p:sp>
        <p:nvSpPr>
          <p:cNvPr id="8" name="Shape 6">
            <a:extLst>
              <a:ext uri="{FF2B5EF4-FFF2-40B4-BE49-F238E27FC236}">
                <a16:creationId xmlns:a16="http://schemas.microsoft.com/office/drawing/2014/main" id="{C4977CCB-7660-78ED-83D1-5316B11A5300}"/>
              </a:ext>
            </a:extLst>
          </p:cNvPr>
          <p:cNvSpPr/>
          <p:nvPr/>
        </p:nvSpPr>
        <p:spPr>
          <a:xfrm>
            <a:off x="2773066" y="1398658"/>
            <a:ext cx="91440" cy="91440"/>
          </a:xfrm>
          <a:prstGeom prst="ellipse">
            <a:avLst/>
          </a:prstGeom>
          <a:solidFill>
            <a:srgbClr val="B3A8FF"/>
          </a:solidFill>
          <a:ln/>
        </p:spPr>
        <p:txBody>
          <a:bodyPr/>
          <a:lstStyle/>
          <a:p>
            <a:endParaRPr lang="en-IN"/>
          </a:p>
        </p:txBody>
      </p:sp>
      <p:sp>
        <p:nvSpPr>
          <p:cNvPr id="9" name="Shape 7">
            <a:extLst>
              <a:ext uri="{FF2B5EF4-FFF2-40B4-BE49-F238E27FC236}">
                <a16:creationId xmlns:a16="http://schemas.microsoft.com/office/drawing/2014/main" id="{CF4D987F-FCA5-5446-5518-397D90AE200A}"/>
              </a:ext>
            </a:extLst>
          </p:cNvPr>
          <p:cNvSpPr/>
          <p:nvPr/>
        </p:nvSpPr>
        <p:spPr>
          <a:xfrm>
            <a:off x="2919370" y="1398658"/>
            <a:ext cx="91440" cy="91440"/>
          </a:xfrm>
          <a:prstGeom prst="ellipse">
            <a:avLst/>
          </a:prstGeom>
          <a:solidFill>
            <a:srgbClr val="9DF0D4"/>
          </a:solidFill>
          <a:ln/>
        </p:spPr>
        <p:txBody>
          <a:bodyPr/>
          <a:lstStyle/>
          <a:p>
            <a:endParaRPr lang="en-IN"/>
          </a:p>
        </p:txBody>
      </p:sp>
      <p:sp>
        <p:nvSpPr>
          <p:cNvPr id="10" name="Shape 8">
            <a:extLst>
              <a:ext uri="{FF2B5EF4-FFF2-40B4-BE49-F238E27FC236}">
                <a16:creationId xmlns:a16="http://schemas.microsoft.com/office/drawing/2014/main" id="{503E2148-345F-F19F-7C23-58D1F7A5A583}"/>
              </a:ext>
            </a:extLst>
          </p:cNvPr>
          <p:cNvSpPr/>
          <p:nvPr/>
        </p:nvSpPr>
        <p:spPr>
          <a:xfrm>
            <a:off x="4579006" y="1362082"/>
            <a:ext cx="2377440" cy="164592"/>
          </a:xfrm>
          <a:prstGeom prst="roundRect">
            <a:avLst>
              <a:gd name="adj" fmla="val 50000"/>
            </a:avLst>
          </a:prstGeom>
          <a:solidFill>
            <a:srgbClr val="FFFFFF"/>
          </a:solidFill>
          <a:ln/>
        </p:spPr>
        <p:txBody>
          <a:bodyPr/>
          <a:lstStyle/>
          <a:p>
            <a:endParaRPr lang="en-IN"/>
          </a:p>
        </p:txBody>
      </p:sp>
      <p:sp>
        <p:nvSpPr>
          <p:cNvPr id="11" name="Text 9">
            <a:extLst>
              <a:ext uri="{FF2B5EF4-FFF2-40B4-BE49-F238E27FC236}">
                <a16:creationId xmlns:a16="http://schemas.microsoft.com/office/drawing/2014/main" id="{FA227EDE-6461-D5FB-8E86-FC1CE1E7E772}"/>
              </a:ext>
            </a:extLst>
          </p:cNvPr>
          <p:cNvSpPr txBox="1"/>
          <p:nvPr/>
        </p:nvSpPr>
        <p:spPr>
          <a:xfrm>
            <a:off x="4579006" y="1362082"/>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a:extLst>
              <a:ext uri="{FF2B5EF4-FFF2-40B4-BE49-F238E27FC236}">
                <a16:creationId xmlns:a16="http://schemas.microsoft.com/office/drawing/2014/main" id="{1E6501F2-B2BB-8B66-320F-63D99DD654AF}"/>
              </a:ext>
            </a:extLst>
          </p:cNvPr>
          <p:cNvSpPr/>
          <p:nvPr/>
        </p:nvSpPr>
        <p:spPr>
          <a:xfrm>
            <a:off x="2699914" y="1718698"/>
            <a:ext cx="1005840" cy="256032"/>
          </a:xfrm>
          <a:prstGeom prst="roundRect">
            <a:avLst>
              <a:gd name="adj" fmla="val 17857"/>
            </a:avLst>
          </a:prstGeom>
          <a:solidFill>
            <a:srgbClr val="ECEBFF"/>
          </a:solidFill>
          <a:ln w="9525">
            <a:solidFill>
              <a:srgbClr val="B3A8FF"/>
            </a:solidFill>
            <a:prstDash val="dash"/>
          </a:ln>
        </p:spPr>
        <p:txBody>
          <a:bodyPr/>
          <a:lstStyle/>
          <a:p>
            <a:endParaRPr lang="en-IN"/>
          </a:p>
        </p:txBody>
      </p:sp>
      <p:sp>
        <p:nvSpPr>
          <p:cNvPr id="13" name="Text 11">
            <a:extLst>
              <a:ext uri="{FF2B5EF4-FFF2-40B4-BE49-F238E27FC236}">
                <a16:creationId xmlns:a16="http://schemas.microsoft.com/office/drawing/2014/main" id="{DACF92CA-E122-5985-2499-B2A1B1F7FFB6}"/>
              </a:ext>
            </a:extLst>
          </p:cNvPr>
          <p:cNvSpPr txBox="1"/>
          <p:nvPr/>
        </p:nvSpPr>
        <p:spPr>
          <a:xfrm>
            <a:off x="2699914" y="1718698"/>
            <a:ext cx="1005840" cy="256032"/>
          </a:xfrm>
          <a:prstGeom prst="rect">
            <a:avLst/>
          </a:prstGeom>
          <a:solidFill>
            <a:schemeClr val="bg1">
              <a:lumMod val="85000"/>
            </a:schemeClr>
          </a:solidFill>
          <a:ln/>
        </p:spPr>
        <p:txBody>
          <a:bodyPr wrap="square" lIns="0" tIns="0" rIns="0" bIns="0" rtlCol="0" anchor="ctr"/>
          <a:lstStyle/>
          <a:p>
            <a:pPr marL="0" indent="0" algn="ctr">
              <a:buNone/>
            </a:pPr>
            <a:r>
              <a:rPr lang="en-US" sz="750" i="1" dirty="0">
                <a:solidFill>
                  <a:srgbClr val="7B6CF6"/>
                </a:solidFill>
                <a:latin typeface="Calibri" pitchFamily="34" charset="0"/>
                <a:ea typeface="Calibri" pitchFamily="34" charset="-122"/>
                <a:cs typeface="Calibri" pitchFamily="34" charset="-120"/>
              </a:rPr>
              <a:t>Logo</a:t>
            </a:r>
            <a:endParaRPr lang="en-US" sz="750" dirty="0"/>
          </a:p>
        </p:txBody>
      </p:sp>
      <p:sp>
        <p:nvSpPr>
          <p:cNvPr id="14" name="Text 12">
            <a:extLst>
              <a:ext uri="{FF2B5EF4-FFF2-40B4-BE49-F238E27FC236}">
                <a16:creationId xmlns:a16="http://schemas.microsoft.com/office/drawing/2014/main" id="{20431057-A942-AE9E-ABE5-FECAA98E3417}"/>
              </a:ext>
            </a:extLst>
          </p:cNvPr>
          <p:cNvSpPr txBox="1"/>
          <p:nvPr/>
        </p:nvSpPr>
        <p:spPr>
          <a:xfrm>
            <a:off x="4528714" y="1764418"/>
            <a:ext cx="731520" cy="182880"/>
          </a:xfrm>
          <a:prstGeom prst="rect">
            <a:avLst/>
          </a:prstGeom>
          <a:noFill/>
          <a:ln/>
        </p:spPr>
        <p:txBody>
          <a:bodyPr wrap="square" lIns="0" tIns="0" rIns="0" bIns="0" rtlCol="0" anchor="t"/>
          <a:lstStyle/>
          <a:p>
            <a:pPr marL="0" indent="0">
              <a:buNone/>
            </a:pPr>
            <a:r>
              <a:rPr lang="en-US" sz="800" b="1" dirty="0">
                <a:solidFill>
                  <a:srgbClr val="16161F"/>
                </a:solidFill>
                <a:latin typeface="Calibri" pitchFamily="34" charset="0"/>
                <a:ea typeface="Calibri" pitchFamily="34" charset="-122"/>
                <a:cs typeface="Calibri" pitchFamily="34" charset="-120"/>
              </a:rPr>
              <a:t>Home</a:t>
            </a:r>
            <a:endParaRPr lang="en-US" sz="800" dirty="0"/>
          </a:p>
        </p:txBody>
      </p:sp>
      <p:sp>
        <p:nvSpPr>
          <p:cNvPr id="15" name="Text 13">
            <a:extLst>
              <a:ext uri="{FF2B5EF4-FFF2-40B4-BE49-F238E27FC236}">
                <a16:creationId xmlns:a16="http://schemas.microsoft.com/office/drawing/2014/main" id="{83B05DD8-1B76-E0E1-5199-D77EF04B05B4}"/>
              </a:ext>
            </a:extLst>
          </p:cNvPr>
          <p:cNvSpPr txBox="1"/>
          <p:nvPr/>
        </p:nvSpPr>
        <p:spPr>
          <a:xfrm>
            <a:off x="5015175" y="1764418"/>
            <a:ext cx="731520" cy="182880"/>
          </a:xfrm>
          <a:prstGeom prst="rect">
            <a:avLst/>
          </a:prstGeom>
          <a:noFill/>
          <a:ln/>
        </p:spPr>
        <p:txBody>
          <a:bodyPr wrap="square" lIns="0" tIns="0" rIns="0" bIns="0" rtlCol="0" anchor="t"/>
          <a:lstStyle/>
          <a:p>
            <a:pPr marL="0" indent="0">
              <a:buNone/>
            </a:pPr>
            <a:r>
              <a:rPr lang="en-US" sz="800" dirty="0">
                <a:solidFill>
                  <a:srgbClr val="5F6075"/>
                </a:solidFill>
                <a:latin typeface="Calibri" pitchFamily="34" charset="0"/>
                <a:ea typeface="Calibri" pitchFamily="34" charset="-122"/>
                <a:cs typeface="Calibri" pitchFamily="34" charset="-120"/>
              </a:rPr>
              <a:t>About Us</a:t>
            </a:r>
            <a:endParaRPr lang="en-US" sz="800" dirty="0"/>
          </a:p>
        </p:txBody>
      </p:sp>
      <p:sp>
        <p:nvSpPr>
          <p:cNvPr id="16" name="Text 14">
            <a:extLst>
              <a:ext uri="{FF2B5EF4-FFF2-40B4-BE49-F238E27FC236}">
                <a16:creationId xmlns:a16="http://schemas.microsoft.com/office/drawing/2014/main" id="{B7EA15F2-74B4-6981-F12F-2865013320D0}"/>
              </a:ext>
            </a:extLst>
          </p:cNvPr>
          <p:cNvSpPr txBox="1"/>
          <p:nvPr/>
        </p:nvSpPr>
        <p:spPr>
          <a:xfrm>
            <a:off x="5713776" y="1764418"/>
            <a:ext cx="731520" cy="182880"/>
          </a:xfrm>
          <a:prstGeom prst="rect">
            <a:avLst/>
          </a:prstGeom>
          <a:noFill/>
          <a:ln/>
        </p:spPr>
        <p:txBody>
          <a:bodyPr wrap="square" lIns="0" tIns="0" rIns="0" bIns="0" rtlCol="0" anchor="t"/>
          <a:lstStyle/>
          <a:p>
            <a:pPr marL="0" indent="0">
              <a:buNone/>
            </a:pPr>
            <a:r>
              <a:rPr lang="en-US" sz="800" dirty="0">
                <a:solidFill>
                  <a:srgbClr val="5F6075"/>
                </a:solidFill>
                <a:latin typeface="Calibri" pitchFamily="34" charset="0"/>
                <a:ea typeface="Calibri" pitchFamily="34" charset="-122"/>
                <a:cs typeface="Calibri" pitchFamily="34" charset="-120"/>
              </a:rPr>
              <a:t>Services ▾</a:t>
            </a:r>
            <a:endParaRPr lang="en-US" sz="800" dirty="0"/>
          </a:p>
        </p:txBody>
      </p:sp>
      <p:sp>
        <p:nvSpPr>
          <p:cNvPr id="17" name="Text 15">
            <a:extLst>
              <a:ext uri="{FF2B5EF4-FFF2-40B4-BE49-F238E27FC236}">
                <a16:creationId xmlns:a16="http://schemas.microsoft.com/office/drawing/2014/main" id="{D72C8C0C-320A-6FED-8346-DA1BA98B0597}"/>
              </a:ext>
            </a:extLst>
          </p:cNvPr>
          <p:cNvSpPr txBox="1"/>
          <p:nvPr/>
        </p:nvSpPr>
        <p:spPr>
          <a:xfrm>
            <a:off x="6518448" y="1764418"/>
            <a:ext cx="731520" cy="182880"/>
          </a:xfrm>
          <a:prstGeom prst="rect">
            <a:avLst/>
          </a:prstGeom>
          <a:noFill/>
          <a:ln/>
        </p:spPr>
        <p:txBody>
          <a:bodyPr wrap="square" lIns="0" tIns="0" rIns="0" bIns="0" rtlCol="0" anchor="t"/>
          <a:lstStyle/>
          <a:p>
            <a:pPr marL="0" indent="0">
              <a:buNone/>
            </a:pPr>
            <a:r>
              <a:rPr lang="en-US" sz="800" dirty="0">
                <a:solidFill>
                  <a:srgbClr val="5F6075"/>
                </a:solidFill>
                <a:latin typeface="Calibri" pitchFamily="34" charset="0"/>
                <a:ea typeface="Calibri" pitchFamily="34" charset="-122"/>
                <a:cs typeface="Calibri" pitchFamily="34" charset="-120"/>
              </a:rPr>
              <a:t>Contact Us</a:t>
            </a:r>
            <a:endParaRPr lang="en-US" sz="800" dirty="0"/>
          </a:p>
        </p:txBody>
      </p:sp>
      <p:sp>
        <p:nvSpPr>
          <p:cNvPr id="18" name="Shape 16">
            <a:extLst>
              <a:ext uri="{FF2B5EF4-FFF2-40B4-BE49-F238E27FC236}">
                <a16:creationId xmlns:a16="http://schemas.microsoft.com/office/drawing/2014/main" id="{5253E325-74B0-568B-46A9-826984E68481}"/>
              </a:ext>
            </a:extLst>
          </p:cNvPr>
          <p:cNvSpPr/>
          <p:nvPr/>
        </p:nvSpPr>
        <p:spPr>
          <a:xfrm>
            <a:off x="7829698" y="1718698"/>
            <a:ext cx="1033272" cy="256032"/>
          </a:xfrm>
          <a:prstGeom prst="roundRect">
            <a:avLst>
              <a:gd name="adj" fmla="val 50000"/>
            </a:avLst>
          </a:prstGeom>
          <a:solidFill>
            <a:srgbClr val="16161F"/>
          </a:solidFill>
          <a:ln/>
        </p:spPr>
        <p:txBody>
          <a:bodyPr/>
          <a:lstStyle/>
          <a:p>
            <a:endParaRPr lang="en-IN"/>
          </a:p>
        </p:txBody>
      </p:sp>
      <p:sp>
        <p:nvSpPr>
          <p:cNvPr id="19" name="Text 17">
            <a:extLst>
              <a:ext uri="{FF2B5EF4-FFF2-40B4-BE49-F238E27FC236}">
                <a16:creationId xmlns:a16="http://schemas.microsoft.com/office/drawing/2014/main" id="{3A1DAF70-E339-2D5E-A7DE-C82DA0D13130}"/>
              </a:ext>
            </a:extLst>
          </p:cNvPr>
          <p:cNvSpPr txBox="1"/>
          <p:nvPr/>
        </p:nvSpPr>
        <p:spPr>
          <a:xfrm>
            <a:off x="7829698" y="1718698"/>
            <a:ext cx="1033272"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Partner with Us</a:t>
            </a:r>
            <a:endParaRPr lang="en-US" sz="750" dirty="0"/>
          </a:p>
        </p:txBody>
      </p:sp>
      <p:sp>
        <p:nvSpPr>
          <p:cNvPr id="20" name="Text 18">
            <a:extLst>
              <a:ext uri="{FF2B5EF4-FFF2-40B4-BE49-F238E27FC236}">
                <a16:creationId xmlns:a16="http://schemas.microsoft.com/office/drawing/2014/main" id="{769F35D8-E4D2-FE7B-248B-39F0AE5C1BD2}"/>
              </a:ext>
            </a:extLst>
          </p:cNvPr>
          <p:cNvSpPr txBox="1"/>
          <p:nvPr/>
        </p:nvSpPr>
        <p:spPr>
          <a:xfrm>
            <a:off x="8844682" y="1672978"/>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1" name="Shape 19">
            <a:extLst>
              <a:ext uri="{FF2B5EF4-FFF2-40B4-BE49-F238E27FC236}">
                <a16:creationId xmlns:a16="http://schemas.microsoft.com/office/drawing/2014/main" id="{D550064B-8318-F7FD-9E4D-B29498C11EBB}"/>
              </a:ext>
            </a:extLst>
          </p:cNvPr>
          <p:cNvSpPr/>
          <p:nvPr/>
        </p:nvSpPr>
        <p:spPr>
          <a:xfrm>
            <a:off x="2699914" y="2267338"/>
            <a:ext cx="2331720" cy="237744"/>
          </a:xfrm>
          <a:prstGeom prst="roundRect">
            <a:avLst>
              <a:gd name="adj" fmla="val 50000"/>
            </a:avLst>
          </a:prstGeom>
          <a:solidFill>
            <a:srgbClr val="FFFFFF"/>
          </a:solidFill>
          <a:ln w="9525">
            <a:solidFill>
              <a:srgbClr val="E4E3EF"/>
            </a:solidFill>
            <a:prstDash val="solid"/>
          </a:ln>
        </p:spPr>
        <p:txBody>
          <a:bodyPr/>
          <a:lstStyle/>
          <a:p>
            <a:endParaRPr lang="en-IN"/>
          </a:p>
        </p:txBody>
      </p:sp>
      <p:sp>
        <p:nvSpPr>
          <p:cNvPr id="22" name="Shape 20">
            <a:extLst>
              <a:ext uri="{FF2B5EF4-FFF2-40B4-BE49-F238E27FC236}">
                <a16:creationId xmlns:a16="http://schemas.microsoft.com/office/drawing/2014/main" id="{D67DF393-5574-BA56-52BB-C420E808D645}"/>
              </a:ext>
            </a:extLst>
          </p:cNvPr>
          <p:cNvSpPr/>
          <p:nvPr/>
        </p:nvSpPr>
        <p:spPr>
          <a:xfrm>
            <a:off x="2791354" y="2349634"/>
            <a:ext cx="73152" cy="73152"/>
          </a:xfrm>
          <a:prstGeom prst="ellipse">
            <a:avLst/>
          </a:prstGeom>
          <a:solidFill>
            <a:srgbClr val="2ECC8F"/>
          </a:solidFill>
          <a:ln/>
        </p:spPr>
        <p:txBody>
          <a:bodyPr/>
          <a:lstStyle/>
          <a:p>
            <a:endParaRPr lang="en-IN"/>
          </a:p>
        </p:txBody>
      </p:sp>
      <p:sp>
        <p:nvSpPr>
          <p:cNvPr id="23" name="Text 21">
            <a:extLst>
              <a:ext uri="{FF2B5EF4-FFF2-40B4-BE49-F238E27FC236}">
                <a16:creationId xmlns:a16="http://schemas.microsoft.com/office/drawing/2014/main" id="{734C3E5E-24A3-122E-A211-7DD19050BBF0}"/>
              </a:ext>
            </a:extLst>
          </p:cNvPr>
          <p:cNvSpPr txBox="1"/>
          <p:nvPr/>
        </p:nvSpPr>
        <p:spPr>
          <a:xfrm>
            <a:off x="2919370" y="2267338"/>
            <a:ext cx="2103120" cy="237744"/>
          </a:xfrm>
          <a:prstGeom prst="rect">
            <a:avLst/>
          </a:prstGeom>
          <a:noFill/>
          <a:ln/>
        </p:spPr>
        <p:txBody>
          <a:bodyPr wrap="square" lIns="0" tIns="0" rIns="0" bIns="0" rtlCol="0" anchor="ctr"/>
          <a:lstStyle/>
          <a:p>
            <a:pPr marL="0" indent="0">
              <a:buNone/>
            </a:pPr>
            <a:r>
              <a:rPr lang="en-US" sz="750" b="1" dirty="0">
                <a:solidFill>
                  <a:srgbClr val="16161F"/>
                </a:solidFill>
                <a:latin typeface="Calibri" pitchFamily="34" charset="0"/>
                <a:ea typeface="Calibri" pitchFamily="34" charset="-122"/>
                <a:cs typeface="Calibri" pitchFamily="34" charset="-120"/>
              </a:rPr>
              <a:t>Global Connectivity. Trusted Partnerships.</a:t>
            </a:r>
            <a:endParaRPr lang="en-US" sz="750" dirty="0"/>
          </a:p>
        </p:txBody>
      </p:sp>
      <p:sp>
        <p:nvSpPr>
          <p:cNvPr id="24" name="Text 22">
            <a:extLst>
              <a:ext uri="{FF2B5EF4-FFF2-40B4-BE49-F238E27FC236}">
                <a16:creationId xmlns:a16="http://schemas.microsoft.com/office/drawing/2014/main" id="{1287A55A-BF82-A8DF-482E-43BBA8DF4B8C}"/>
              </a:ext>
            </a:extLst>
          </p:cNvPr>
          <p:cNvSpPr txBox="1"/>
          <p:nvPr/>
        </p:nvSpPr>
        <p:spPr>
          <a:xfrm>
            <a:off x="2699914" y="2633098"/>
            <a:ext cx="3108960" cy="1143000"/>
          </a:xfrm>
          <a:prstGeom prst="rect">
            <a:avLst/>
          </a:prstGeom>
          <a:noFill/>
          <a:ln/>
        </p:spPr>
        <p:txBody>
          <a:bodyPr wrap="square" lIns="0" tIns="0" rIns="0" bIns="0" rtlCol="0" anchor="t"/>
          <a:lstStyle/>
          <a:p>
            <a:pPr marL="0" indent="0">
              <a:buNone/>
            </a:pPr>
            <a:r>
              <a:rPr lang="en-US" sz="2100" b="1" dirty="0">
                <a:solidFill>
                  <a:srgbClr val="16161F"/>
                </a:solidFill>
                <a:latin typeface="Calibri" pitchFamily="34" charset="0"/>
                <a:ea typeface="Calibri" pitchFamily="34" charset="-122"/>
                <a:cs typeface="Calibri" pitchFamily="34" charset="-120"/>
              </a:rPr>
              <a:t>Connecting Businesses Through Global Voice &amp; Messaging</a:t>
            </a:r>
            <a:endParaRPr lang="en-US" sz="2100" dirty="0"/>
          </a:p>
        </p:txBody>
      </p:sp>
      <p:sp>
        <p:nvSpPr>
          <p:cNvPr id="25" name="Text 23">
            <a:extLst>
              <a:ext uri="{FF2B5EF4-FFF2-40B4-BE49-F238E27FC236}">
                <a16:creationId xmlns:a16="http://schemas.microsoft.com/office/drawing/2014/main" id="{9EBB7D59-7131-E8FD-91E2-A3FF213DC9A3}"/>
              </a:ext>
            </a:extLst>
          </p:cNvPr>
          <p:cNvSpPr txBox="1"/>
          <p:nvPr/>
        </p:nvSpPr>
        <p:spPr>
          <a:xfrm>
            <a:off x="2699914" y="3777298"/>
            <a:ext cx="297180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Lorem ipsum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dolor</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sit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amet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consectetur</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adipiscing</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elit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Sed do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eiusmod</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tempor</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incididunt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ut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labore et dolore magna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aliqua</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Ut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enim</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ad minim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veniam</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quis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nostrud</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exercitation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ullamco</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laboris</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nisi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ut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aliquip</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ex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ea</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commodo</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consequat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Duis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aute</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irure</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dolor</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in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reprehenderit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in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voluptate</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velit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esse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cillum</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dolore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eu</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fugiat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nulla</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pariatur</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6" name="Text 24">
            <a:extLst>
              <a:ext uri="{FF2B5EF4-FFF2-40B4-BE49-F238E27FC236}">
                <a16:creationId xmlns:a16="http://schemas.microsoft.com/office/drawing/2014/main" id="{B3EA6333-D509-5160-1CC1-B482C8ADEE00}"/>
              </a:ext>
            </a:extLst>
          </p:cNvPr>
          <p:cNvSpPr txBox="1"/>
          <p:nvPr/>
        </p:nvSpPr>
        <p:spPr>
          <a:xfrm>
            <a:off x="2699914" y="4754506"/>
            <a:ext cx="3017520" cy="201168"/>
          </a:xfrm>
          <a:prstGeom prst="rect">
            <a:avLst/>
          </a:prstGeom>
          <a:noFill/>
          <a:ln/>
        </p:spPr>
        <p:txBody>
          <a:bodyPr wrap="square" lIns="0" tIns="0" rIns="0" bIns="0" rtlCol="0" anchor="t"/>
          <a:lstStyle/>
          <a:p>
            <a:pPr marL="0" indent="0" algn="ctr">
              <a:buNone/>
            </a:pPr>
            <a:r>
              <a:rPr lang="en-US" sz="900" b="1" i="1" dirty="0">
                <a:solidFill>
                  <a:srgbClr val="7B6CF6"/>
                </a:solidFill>
                <a:latin typeface="Calibri" pitchFamily="34" charset="0"/>
                <a:ea typeface="Calibri" pitchFamily="34" charset="-122"/>
                <a:cs typeface="Calibri" pitchFamily="34" charset="-120"/>
              </a:rPr>
              <a:t>Slogan Goes Here</a:t>
            </a:r>
            <a:endParaRPr lang="en-US" sz="900" dirty="0"/>
          </a:p>
        </p:txBody>
      </p:sp>
      <p:sp>
        <p:nvSpPr>
          <p:cNvPr id="27" name="Shape 25">
            <a:extLst>
              <a:ext uri="{FF2B5EF4-FFF2-40B4-BE49-F238E27FC236}">
                <a16:creationId xmlns:a16="http://schemas.microsoft.com/office/drawing/2014/main" id="{4CB99756-891C-5061-37E0-D96F942D95BB}"/>
              </a:ext>
            </a:extLst>
          </p:cNvPr>
          <p:cNvSpPr/>
          <p:nvPr/>
        </p:nvSpPr>
        <p:spPr>
          <a:xfrm>
            <a:off x="2699914" y="5101978"/>
            <a:ext cx="1411834" cy="256032"/>
          </a:xfrm>
          <a:prstGeom prst="roundRect">
            <a:avLst>
              <a:gd name="adj" fmla="val 50000"/>
            </a:avLst>
          </a:prstGeom>
          <a:solidFill>
            <a:schemeClr val="bg1">
              <a:lumMod val="75000"/>
            </a:schemeClr>
          </a:solidFill>
          <a:ln/>
        </p:spPr>
        <p:txBody>
          <a:bodyPr/>
          <a:lstStyle/>
          <a:p>
            <a:endParaRPr lang="en-IN"/>
          </a:p>
        </p:txBody>
      </p:sp>
      <p:sp>
        <p:nvSpPr>
          <p:cNvPr id="29" name="Text 27">
            <a:extLst>
              <a:ext uri="{FF2B5EF4-FFF2-40B4-BE49-F238E27FC236}">
                <a16:creationId xmlns:a16="http://schemas.microsoft.com/office/drawing/2014/main" id="{92022D94-6CF8-5DD1-F722-1944F9042091}"/>
              </a:ext>
            </a:extLst>
          </p:cNvPr>
          <p:cNvSpPr txBox="1"/>
          <p:nvPr/>
        </p:nvSpPr>
        <p:spPr>
          <a:xfrm>
            <a:off x="4093460" y="5056258"/>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0" name="Shape 28">
            <a:extLst>
              <a:ext uri="{FF2B5EF4-FFF2-40B4-BE49-F238E27FC236}">
                <a16:creationId xmlns:a16="http://schemas.microsoft.com/office/drawing/2014/main" id="{53FF91A3-A723-59DA-3F9B-67F160833E20}"/>
              </a:ext>
            </a:extLst>
          </p:cNvPr>
          <p:cNvSpPr/>
          <p:nvPr/>
        </p:nvSpPr>
        <p:spPr>
          <a:xfrm>
            <a:off x="4248908" y="5101978"/>
            <a:ext cx="1132027" cy="256032"/>
          </a:xfrm>
          <a:prstGeom prst="roundRect">
            <a:avLst>
              <a:gd name="adj" fmla="val 50000"/>
            </a:avLst>
          </a:prstGeom>
          <a:solidFill>
            <a:srgbClr val="F3F2FA"/>
          </a:solidFill>
          <a:ln w="9525">
            <a:solidFill>
              <a:srgbClr val="E4E3EF"/>
            </a:solidFill>
            <a:prstDash val="solid"/>
          </a:ln>
        </p:spPr>
        <p:txBody>
          <a:bodyPr/>
          <a:lstStyle/>
          <a:p>
            <a:endParaRPr lang="en-IN"/>
          </a:p>
        </p:txBody>
      </p:sp>
      <p:sp>
        <p:nvSpPr>
          <p:cNvPr id="32" name="Text 30">
            <a:extLst>
              <a:ext uri="{FF2B5EF4-FFF2-40B4-BE49-F238E27FC236}">
                <a16:creationId xmlns:a16="http://schemas.microsoft.com/office/drawing/2014/main" id="{D4453CCF-DAB2-5002-7886-8C487EB9A291}"/>
              </a:ext>
            </a:extLst>
          </p:cNvPr>
          <p:cNvSpPr txBox="1"/>
          <p:nvPr/>
        </p:nvSpPr>
        <p:spPr>
          <a:xfrm>
            <a:off x="5362647" y="5056258"/>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3" name="Shape 31">
            <a:extLst>
              <a:ext uri="{FF2B5EF4-FFF2-40B4-BE49-F238E27FC236}">
                <a16:creationId xmlns:a16="http://schemas.microsoft.com/office/drawing/2014/main" id="{8129E6F6-7B79-19F8-4828-D38E39550B55}"/>
              </a:ext>
            </a:extLst>
          </p:cNvPr>
          <p:cNvSpPr/>
          <p:nvPr/>
        </p:nvSpPr>
        <p:spPr>
          <a:xfrm>
            <a:off x="2699914" y="5559178"/>
            <a:ext cx="3017520" cy="457200"/>
          </a:xfrm>
          <a:prstGeom prst="roundRect">
            <a:avLst>
              <a:gd name="adj" fmla="val 16000"/>
            </a:avLst>
          </a:prstGeom>
          <a:solidFill>
            <a:srgbClr val="FFFFFF"/>
          </a:solidFill>
          <a:ln w="9525">
            <a:solidFill>
              <a:srgbClr val="E8C49B"/>
            </a:solidFill>
            <a:prstDash val="dash"/>
          </a:ln>
        </p:spPr>
        <p:txBody>
          <a:bodyPr/>
          <a:lstStyle/>
          <a:p>
            <a:endParaRPr lang="en-IN"/>
          </a:p>
        </p:txBody>
      </p:sp>
      <p:sp>
        <p:nvSpPr>
          <p:cNvPr id="34" name="Text 32">
            <a:extLst>
              <a:ext uri="{FF2B5EF4-FFF2-40B4-BE49-F238E27FC236}">
                <a16:creationId xmlns:a16="http://schemas.microsoft.com/office/drawing/2014/main" id="{D9F37900-E7D4-60E1-C5BE-8F24ABA8BE86}"/>
              </a:ext>
            </a:extLst>
          </p:cNvPr>
          <p:cNvSpPr txBox="1"/>
          <p:nvPr/>
        </p:nvSpPr>
        <p:spPr>
          <a:xfrm>
            <a:off x="2791354" y="5559178"/>
            <a:ext cx="2331720" cy="457200"/>
          </a:xfrm>
          <a:prstGeom prst="rect">
            <a:avLst/>
          </a:prstGeom>
          <a:noFill/>
          <a:ln/>
        </p:spPr>
        <p:txBody>
          <a:bodyPr wrap="square" lIns="0" tIns="0" rIns="0" bIns="0" rtlCol="0" anchor="ctr"/>
          <a:lstStyle/>
          <a:p>
            <a:pPr marL="0" indent="0">
              <a:buNone/>
            </a:pPr>
            <a:r>
              <a:rPr lang="en-US" sz="750" i="1" dirty="0">
                <a:solidFill>
                  <a:srgbClr val="5F6075"/>
                </a:solidFill>
                <a:latin typeface="Calibri" pitchFamily="34" charset="0"/>
                <a:ea typeface="Calibri" pitchFamily="34" charset="-122"/>
                <a:cs typeface="Calibri" pitchFamily="34" charset="-120"/>
              </a:rPr>
              <a:t>Optional stats row (e.g. destinations, partners) — only with client-verified figures</a:t>
            </a:r>
            <a:endParaRPr lang="en-US" sz="750" dirty="0"/>
          </a:p>
        </p:txBody>
      </p:sp>
      <p:sp>
        <p:nvSpPr>
          <p:cNvPr id="35" name="Shape 33">
            <a:extLst>
              <a:ext uri="{FF2B5EF4-FFF2-40B4-BE49-F238E27FC236}">
                <a16:creationId xmlns:a16="http://schemas.microsoft.com/office/drawing/2014/main" id="{8591FBD8-6D4D-A079-629B-67BE6036E8AB}"/>
              </a:ext>
            </a:extLst>
          </p:cNvPr>
          <p:cNvSpPr/>
          <p:nvPr/>
        </p:nvSpPr>
        <p:spPr>
          <a:xfrm>
            <a:off x="5214514" y="5696338"/>
            <a:ext cx="345186" cy="182880"/>
          </a:xfrm>
          <a:prstGeom prst="roundRect">
            <a:avLst>
              <a:gd name="adj" fmla="val 50000"/>
            </a:avLst>
          </a:prstGeom>
          <a:solidFill>
            <a:srgbClr val="FDE9D3"/>
          </a:solidFill>
          <a:ln/>
        </p:spPr>
        <p:txBody>
          <a:bodyPr/>
          <a:lstStyle/>
          <a:p>
            <a:endParaRPr lang="en-IN"/>
          </a:p>
        </p:txBody>
      </p:sp>
      <p:sp>
        <p:nvSpPr>
          <p:cNvPr id="36" name="Text 34">
            <a:extLst>
              <a:ext uri="{FF2B5EF4-FFF2-40B4-BE49-F238E27FC236}">
                <a16:creationId xmlns:a16="http://schemas.microsoft.com/office/drawing/2014/main" id="{01A387E7-57D4-0EEA-9B2C-8DFA3014741C}"/>
              </a:ext>
            </a:extLst>
          </p:cNvPr>
          <p:cNvSpPr txBox="1"/>
          <p:nvPr/>
        </p:nvSpPr>
        <p:spPr>
          <a:xfrm>
            <a:off x="5214514" y="5696338"/>
            <a:ext cx="345186"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TBC</a:t>
            </a:r>
            <a:endParaRPr lang="en-US" sz="700" dirty="0"/>
          </a:p>
        </p:txBody>
      </p:sp>
      <p:sp>
        <p:nvSpPr>
          <p:cNvPr id="37" name="Shape 35">
            <a:extLst>
              <a:ext uri="{FF2B5EF4-FFF2-40B4-BE49-F238E27FC236}">
                <a16:creationId xmlns:a16="http://schemas.microsoft.com/office/drawing/2014/main" id="{9ADB6454-4112-F3B7-AE63-13DAEF08660B}"/>
              </a:ext>
            </a:extLst>
          </p:cNvPr>
          <p:cNvSpPr/>
          <p:nvPr/>
        </p:nvSpPr>
        <p:spPr>
          <a:xfrm>
            <a:off x="5946034" y="2267338"/>
            <a:ext cx="2880360" cy="3749040"/>
          </a:xfrm>
          <a:prstGeom prst="roundRect">
            <a:avLst>
              <a:gd name="adj" fmla="val 3175"/>
            </a:avLst>
          </a:prstGeom>
          <a:solidFill>
            <a:schemeClr val="bg2">
              <a:lumMod val="90000"/>
            </a:schemeClr>
          </a:solidFill>
          <a:ln w="9525">
            <a:solidFill>
              <a:srgbClr val="B3A8FF"/>
            </a:solidFill>
            <a:prstDash val="dash"/>
          </a:ln>
        </p:spPr>
        <p:txBody>
          <a:bodyPr/>
          <a:lstStyle/>
          <a:p>
            <a:endParaRPr lang="en-IN"/>
          </a:p>
        </p:txBody>
      </p:sp>
      <p:pic>
        <p:nvPicPr>
          <p:cNvPr id="38" name="Image 0" descr="preencoded.png">
            <a:extLst>
              <a:ext uri="{FF2B5EF4-FFF2-40B4-BE49-F238E27FC236}">
                <a16:creationId xmlns:a16="http://schemas.microsoft.com/office/drawing/2014/main" id="{2F1426D7-B019-D85B-F2B6-1F3FC7F6E0BE}"/>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7194190" y="3830962"/>
            <a:ext cx="384048" cy="384048"/>
          </a:xfrm>
          <a:prstGeom prst="rect">
            <a:avLst/>
          </a:prstGeom>
        </p:spPr>
      </p:pic>
      <p:sp>
        <p:nvSpPr>
          <p:cNvPr id="39" name="Text 36">
            <a:extLst>
              <a:ext uri="{FF2B5EF4-FFF2-40B4-BE49-F238E27FC236}">
                <a16:creationId xmlns:a16="http://schemas.microsoft.com/office/drawing/2014/main" id="{E3533CBF-8959-D62F-F879-82C45C49ED03}"/>
              </a:ext>
            </a:extLst>
          </p:cNvPr>
          <p:cNvSpPr txBox="1"/>
          <p:nvPr/>
        </p:nvSpPr>
        <p:spPr>
          <a:xfrm>
            <a:off x="6019186" y="4279018"/>
            <a:ext cx="2734056" cy="384048"/>
          </a:xfrm>
          <a:prstGeom prst="rect">
            <a:avLst/>
          </a:prstGeom>
          <a:noFill/>
          <a:ln/>
        </p:spPr>
        <p:txBody>
          <a:bodyPr wrap="square" lIns="0" tIns="0" rIns="0" bIns="0" rtlCol="0" anchor="t"/>
          <a:lstStyle/>
          <a:p>
            <a:pPr marL="0" indent="0" algn="ctr">
              <a:buNone/>
            </a:pPr>
            <a:r>
              <a:rPr lang="en-US" sz="750" i="1" dirty="0">
                <a:solidFill>
                  <a:srgbClr val="5F6075"/>
                </a:solidFill>
                <a:latin typeface="Calibri" pitchFamily="34" charset="0"/>
                <a:ea typeface="Calibri" pitchFamily="34" charset="-122"/>
                <a:cs typeface="Calibri" pitchFamily="34" charset="-120"/>
              </a:rPr>
              <a:t>Custom isometric illustration: globe on platform with voice &amp; SMS route arcs, floating message and call cards</a:t>
            </a:r>
            <a:endParaRPr lang="en-US" sz="750" dirty="0"/>
          </a:p>
        </p:txBody>
      </p:sp>
    </p:spTree>
    <p:extLst>
      <p:ext uri="{BB962C8B-B14F-4D97-AF65-F5344CB8AC3E}">
        <p14:creationId xmlns:p14="http://schemas.microsoft.com/office/powerpoint/2010/main" val="3465498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9EA8B31-C1F4-2053-E6A4-4DCFB3D4EB8F}"/>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About preview</a:t>
            </a:r>
            <a:endParaRPr lang="en-US" sz="2800" dirty="0"/>
          </a:p>
        </p:txBody>
      </p:sp>
      <p:sp>
        <p:nvSpPr>
          <p:cNvPr id="3" name="Text 1">
            <a:extLst>
              <a:ext uri="{FF2B5EF4-FFF2-40B4-BE49-F238E27FC236}">
                <a16:creationId xmlns:a16="http://schemas.microsoft.com/office/drawing/2014/main" id="{698DC9C9-E9F3-B01D-4AC3-CC81E1AD2931}"/>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HOME</a:t>
            </a:r>
            <a:endParaRPr lang="en-US" sz="1050" dirty="0"/>
          </a:p>
        </p:txBody>
      </p:sp>
      <p:sp>
        <p:nvSpPr>
          <p:cNvPr id="4" name="Shape 3">
            <a:extLst>
              <a:ext uri="{FF2B5EF4-FFF2-40B4-BE49-F238E27FC236}">
                <a16:creationId xmlns:a16="http://schemas.microsoft.com/office/drawing/2014/main" id="{F840A7D3-ACE9-5046-F146-4AA73A964FA4}"/>
              </a:ext>
            </a:extLst>
          </p:cNvPr>
          <p:cNvSpPr/>
          <p:nvPr/>
        </p:nvSpPr>
        <p:spPr>
          <a:xfrm>
            <a:off x="3154680" y="1261872"/>
            <a:ext cx="6537960" cy="274320"/>
          </a:xfrm>
          <a:prstGeom prst="roundRect">
            <a:avLst>
              <a:gd name="adj" fmla="val 40000"/>
            </a:avLst>
          </a:prstGeom>
          <a:solidFill>
            <a:srgbClr val="EEEDF6"/>
          </a:solidFill>
          <a:ln/>
        </p:spPr>
        <p:txBody>
          <a:bodyPr/>
          <a:lstStyle/>
          <a:p>
            <a:endParaRPr lang="en-IN"/>
          </a:p>
        </p:txBody>
      </p:sp>
      <p:sp>
        <p:nvSpPr>
          <p:cNvPr id="5" name="Shape 4">
            <a:extLst>
              <a:ext uri="{FF2B5EF4-FFF2-40B4-BE49-F238E27FC236}">
                <a16:creationId xmlns:a16="http://schemas.microsoft.com/office/drawing/2014/main" id="{0EB0BF8C-AE8F-C177-70AC-C99CD901561F}"/>
              </a:ext>
            </a:extLst>
          </p:cNvPr>
          <p:cNvSpPr/>
          <p:nvPr/>
        </p:nvSpPr>
        <p:spPr>
          <a:xfrm>
            <a:off x="3154680" y="1426464"/>
            <a:ext cx="6537960" cy="109728"/>
          </a:xfrm>
          <a:prstGeom prst="rect">
            <a:avLst/>
          </a:prstGeom>
          <a:solidFill>
            <a:srgbClr val="EEEDF6"/>
          </a:solidFill>
          <a:ln/>
        </p:spPr>
        <p:txBody>
          <a:bodyPr/>
          <a:lstStyle/>
          <a:p>
            <a:endParaRPr lang="en-IN"/>
          </a:p>
        </p:txBody>
      </p:sp>
      <p:sp>
        <p:nvSpPr>
          <p:cNvPr id="6" name="Shape 5">
            <a:extLst>
              <a:ext uri="{FF2B5EF4-FFF2-40B4-BE49-F238E27FC236}">
                <a16:creationId xmlns:a16="http://schemas.microsoft.com/office/drawing/2014/main" id="{B9D15D78-F936-8062-6A2D-28C87EBC2B5F}"/>
              </a:ext>
            </a:extLst>
          </p:cNvPr>
          <p:cNvSpPr/>
          <p:nvPr/>
        </p:nvSpPr>
        <p:spPr>
          <a:xfrm>
            <a:off x="3282696" y="1353312"/>
            <a:ext cx="91440" cy="91440"/>
          </a:xfrm>
          <a:prstGeom prst="ellipse">
            <a:avLst/>
          </a:prstGeom>
          <a:solidFill>
            <a:srgbClr val="F2B77A"/>
          </a:solidFill>
          <a:ln/>
        </p:spPr>
        <p:txBody>
          <a:bodyPr/>
          <a:lstStyle/>
          <a:p>
            <a:endParaRPr lang="en-IN"/>
          </a:p>
        </p:txBody>
      </p:sp>
      <p:sp>
        <p:nvSpPr>
          <p:cNvPr id="7" name="Shape 6">
            <a:extLst>
              <a:ext uri="{FF2B5EF4-FFF2-40B4-BE49-F238E27FC236}">
                <a16:creationId xmlns:a16="http://schemas.microsoft.com/office/drawing/2014/main" id="{D9FDEC91-C20B-0FE7-7CE4-E809D01900DE}"/>
              </a:ext>
            </a:extLst>
          </p:cNvPr>
          <p:cNvSpPr/>
          <p:nvPr/>
        </p:nvSpPr>
        <p:spPr>
          <a:xfrm>
            <a:off x="3429000" y="1353312"/>
            <a:ext cx="91440" cy="91440"/>
          </a:xfrm>
          <a:prstGeom prst="ellipse">
            <a:avLst/>
          </a:prstGeom>
          <a:solidFill>
            <a:srgbClr val="B3A8FF"/>
          </a:solidFill>
          <a:ln/>
        </p:spPr>
        <p:txBody>
          <a:bodyPr/>
          <a:lstStyle/>
          <a:p>
            <a:endParaRPr lang="en-IN"/>
          </a:p>
        </p:txBody>
      </p:sp>
      <p:sp>
        <p:nvSpPr>
          <p:cNvPr id="8" name="Shape 7">
            <a:extLst>
              <a:ext uri="{FF2B5EF4-FFF2-40B4-BE49-F238E27FC236}">
                <a16:creationId xmlns:a16="http://schemas.microsoft.com/office/drawing/2014/main" id="{5231A4D5-C6D0-5464-2F38-511877C23F45}"/>
              </a:ext>
            </a:extLst>
          </p:cNvPr>
          <p:cNvSpPr/>
          <p:nvPr/>
        </p:nvSpPr>
        <p:spPr>
          <a:xfrm>
            <a:off x="3575304" y="1353312"/>
            <a:ext cx="91440" cy="91440"/>
          </a:xfrm>
          <a:prstGeom prst="ellipse">
            <a:avLst/>
          </a:prstGeom>
          <a:solidFill>
            <a:srgbClr val="9DF0D4"/>
          </a:solidFill>
          <a:ln/>
        </p:spPr>
        <p:txBody>
          <a:bodyPr/>
          <a:lstStyle/>
          <a:p>
            <a:endParaRPr lang="en-IN"/>
          </a:p>
        </p:txBody>
      </p:sp>
      <p:sp>
        <p:nvSpPr>
          <p:cNvPr id="9" name="Shape 8">
            <a:extLst>
              <a:ext uri="{FF2B5EF4-FFF2-40B4-BE49-F238E27FC236}">
                <a16:creationId xmlns:a16="http://schemas.microsoft.com/office/drawing/2014/main" id="{0DCE5845-86B1-C4CB-AB9D-9CD76D0E966A}"/>
              </a:ext>
            </a:extLst>
          </p:cNvPr>
          <p:cNvSpPr/>
          <p:nvPr/>
        </p:nvSpPr>
        <p:spPr>
          <a:xfrm>
            <a:off x="5234940" y="1316736"/>
            <a:ext cx="2377440" cy="164592"/>
          </a:xfrm>
          <a:prstGeom prst="roundRect">
            <a:avLst>
              <a:gd name="adj" fmla="val 50000"/>
            </a:avLst>
          </a:prstGeom>
          <a:solidFill>
            <a:srgbClr val="FFFFFF"/>
          </a:solidFill>
          <a:ln/>
        </p:spPr>
        <p:txBody>
          <a:bodyPr/>
          <a:lstStyle/>
          <a:p>
            <a:endParaRPr lang="en-IN"/>
          </a:p>
        </p:txBody>
      </p:sp>
      <p:sp>
        <p:nvSpPr>
          <p:cNvPr id="10" name="Text 9">
            <a:extLst>
              <a:ext uri="{FF2B5EF4-FFF2-40B4-BE49-F238E27FC236}">
                <a16:creationId xmlns:a16="http://schemas.microsoft.com/office/drawing/2014/main" id="{781A271E-F8E5-EF2A-6792-CB503BF2E803}"/>
              </a:ext>
            </a:extLst>
          </p:cNvPr>
          <p:cNvSpPr txBox="1"/>
          <p:nvPr/>
        </p:nvSpPr>
        <p:spPr>
          <a:xfrm>
            <a:off x="5234940" y="1316736"/>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1" name="Shape 10">
            <a:extLst>
              <a:ext uri="{FF2B5EF4-FFF2-40B4-BE49-F238E27FC236}">
                <a16:creationId xmlns:a16="http://schemas.microsoft.com/office/drawing/2014/main" id="{A851F7C8-29D2-0DFD-D6CE-DCCCCD208D34}"/>
              </a:ext>
            </a:extLst>
          </p:cNvPr>
          <p:cNvSpPr/>
          <p:nvPr/>
        </p:nvSpPr>
        <p:spPr>
          <a:xfrm>
            <a:off x="3355848" y="1764792"/>
            <a:ext cx="709574" cy="201168"/>
          </a:xfrm>
          <a:prstGeom prst="roundRect">
            <a:avLst>
              <a:gd name="adj" fmla="val 50000"/>
            </a:avLst>
          </a:prstGeom>
          <a:solidFill>
            <a:srgbClr val="ECEBFF"/>
          </a:solidFill>
          <a:ln/>
        </p:spPr>
        <p:txBody>
          <a:bodyPr/>
          <a:lstStyle/>
          <a:p>
            <a:endParaRPr lang="en-IN"/>
          </a:p>
        </p:txBody>
      </p:sp>
      <p:sp>
        <p:nvSpPr>
          <p:cNvPr id="12" name="Text 11">
            <a:extLst>
              <a:ext uri="{FF2B5EF4-FFF2-40B4-BE49-F238E27FC236}">
                <a16:creationId xmlns:a16="http://schemas.microsoft.com/office/drawing/2014/main" id="{26E89019-3DC1-D046-77A5-8CC6E12E1694}"/>
              </a:ext>
            </a:extLst>
          </p:cNvPr>
          <p:cNvSpPr txBox="1"/>
          <p:nvPr/>
        </p:nvSpPr>
        <p:spPr>
          <a:xfrm>
            <a:off x="3355848" y="1764792"/>
            <a:ext cx="709574" cy="201168"/>
          </a:xfrm>
          <a:prstGeom prst="rect">
            <a:avLst/>
          </a:prstGeom>
          <a:solidFill>
            <a:schemeClr val="bg1">
              <a:lumMod val="95000"/>
            </a:schemeClr>
          </a:solidFill>
          <a:ln/>
        </p:spPr>
        <p:txBody>
          <a:bodyPr wrap="square" lIns="0" tIns="0" rIns="0" bIns="0" rtlCol="0" anchor="ctr"/>
          <a:lstStyle/>
          <a:p>
            <a:pPr marL="0" indent="0" algn="ctr">
              <a:buNone/>
            </a:pPr>
            <a:r>
              <a:rPr lang="en-US" sz="700" b="1" kern="0" spc="100" dirty="0">
                <a:solidFill>
                  <a:srgbClr val="7B6CF6"/>
                </a:solidFill>
                <a:latin typeface="Calibri" pitchFamily="34" charset="0"/>
                <a:ea typeface="Calibri" pitchFamily="34" charset="-122"/>
                <a:cs typeface="Calibri" pitchFamily="34" charset="-120"/>
              </a:rPr>
              <a:t>ABOUT US</a:t>
            </a:r>
            <a:endParaRPr lang="en-US" sz="700" dirty="0"/>
          </a:p>
        </p:txBody>
      </p:sp>
      <p:sp>
        <p:nvSpPr>
          <p:cNvPr id="13" name="Text 12">
            <a:extLst>
              <a:ext uri="{FF2B5EF4-FFF2-40B4-BE49-F238E27FC236}">
                <a16:creationId xmlns:a16="http://schemas.microsoft.com/office/drawing/2014/main" id="{81341016-841E-4D92-D40E-C50A29CFA2FE}"/>
              </a:ext>
            </a:extLst>
          </p:cNvPr>
          <p:cNvSpPr txBox="1"/>
          <p:nvPr/>
        </p:nvSpPr>
        <p:spPr>
          <a:xfrm>
            <a:off x="3355848" y="2084832"/>
            <a:ext cx="3108960" cy="411480"/>
          </a:xfrm>
          <a:prstGeom prst="rect">
            <a:avLst/>
          </a:prstGeom>
          <a:noFill/>
          <a:ln/>
        </p:spPr>
        <p:txBody>
          <a:bodyPr wrap="square" lIns="0" tIns="0" rIns="0" bIns="0" rtlCol="0" anchor="t"/>
          <a:lstStyle/>
          <a:p>
            <a:pPr marL="0" indent="0">
              <a:buNone/>
            </a:pPr>
            <a:r>
              <a:rPr lang="en-US" sz="1800" b="1" dirty="0">
                <a:solidFill>
                  <a:srgbClr val="16161F"/>
                </a:solidFill>
                <a:latin typeface="Calibri" pitchFamily="34" charset="0"/>
                <a:ea typeface="Calibri" pitchFamily="34" charset="-122"/>
                <a:cs typeface="Calibri" pitchFamily="34" charset="-120"/>
              </a:rPr>
              <a:t>About Omaginfo LLC</a:t>
            </a:r>
            <a:endParaRPr lang="en-US" sz="1800" dirty="0"/>
          </a:p>
        </p:txBody>
      </p:sp>
      <p:sp>
        <p:nvSpPr>
          <p:cNvPr id="14" name="Text 13">
            <a:extLst>
              <a:ext uri="{FF2B5EF4-FFF2-40B4-BE49-F238E27FC236}">
                <a16:creationId xmlns:a16="http://schemas.microsoft.com/office/drawing/2014/main" id="{83F302C3-15D8-16C1-569F-DB52EFE8D498}"/>
              </a:ext>
            </a:extLst>
          </p:cNvPr>
          <p:cNvSpPr txBox="1"/>
          <p:nvPr/>
        </p:nvSpPr>
        <p:spPr>
          <a:xfrm>
            <a:off x="3355848" y="2587752"/>
            <a:ext cx="3063240"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Lorem ipsum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dolor</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sit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amet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consectetur</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adipiscing</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elit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Sed do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eiusmod</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tempor</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incididunt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ut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labore et dolore magna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aliqua</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Ut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enim</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ad minim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veniam</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quis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nostrud</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exercitation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ullamco</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laboris</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nisi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ut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aliquip</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ex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ea</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commodo</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consequat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Duis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aute</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irure</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dolor</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in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reprehenderit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in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voluptate</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velit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esse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cillum</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dolore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eu</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fugiat</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nulla</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800" b="0" i="0" u="none" strike="noStrike" kern="1200" cap="none" spc="0" normalizeH="0" baseline="0" noProof="0" dirty="0" err="1">
                <a:ln>
                  <a:noFill/>
                </a:ln>
                <a:solidFill>
                  <a:prstClr val="black"/>
                </a:solidFill>
                <a:effectLst/>
                <a:uLnTx/>
                <a:uFillTx/>
                <a:latin typeface="Aptos" panose="02110004020202020204"/>
                <a:ea typeface="+mn-ea"/>
                <a:cs typeface="+mn-cs"/>
              </a:rPr>
              <a:t>pariatur</a:t>
            </a:r>
            <a:r>
              <a:rPr kumimoji="0" lang="en-IN" sz="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15" name="Shape 14">
            <a:extLst>
              <a:ext uri="{FF2B5EF4-FFF2-40B4-BE49-F238E27FC236}">
                <a16:creationId xmlns:a16="http://schemas.microsoft.com/office/drawing/2014/main" id="{CC296873-AFD3-D7B9-4653-DA4FD770DF2E}"/>
              </a:ext>
            </a:extLst>
          </p:cNvPr>
          <p:cNvSpPr/>
          <p:nvPr/>
        </p:nvSpPr>
        <p:spPr>
          <a:xfrm>
            <a:off x="3355848" y="4151376"/>
            <a:ext cx="155448" cy="155448"/>
          </a:xfrm>
          <a:prstGeom prst="ellipse">
            <a:avLst/>
          </a:prstGeom>
          <a:solidFill>
            <a:srgbClr val="ECEBFF"/>
          </a:solidFill>
          <a:ln/>
        </p:spPr>
        <p:txBody>
          <a:bodyPr/>
          <a:lstStyle/>
          <a:p>
            <a:endParaRPr lang="en-IN"/>
          </a:p>
        </p:txBody>
      </p:sp>
      <p:pic>
        <p:nvPicPr>
          <p:cNvPr id="16" name="Image 0" descr="preencoded.png">
            <a:extLst>
              <a:ext uri="{FF2B5EF4-FFF2-40B4-BE49-F238E27FC236}">
                <a16:creationId xmlns:a16="http://schemas.microsoft.com/office/drawing/2014/main" id="{3C65BABF-B805-92B3-ACC4-C8778091FF4D}"/>
              </a:ext>
            </a:extLst>
          </p:cNvPr>
          <p:cNvPicPr>
            <a:picLocks noChangeAspect="1"/>
          </p:cNvPicPr>
          <p:nvPr/>
        </p:nvPicPr>
        <p:blipFill>
          <a:blip r:embed="rId2"/>
          <a:stretch>
            <a:fillRect/>
          </a:stretch>
        </p:blipFill>
        <p:spPr>
          <a:xfrm>
            <a:off x="3396996" y="4192524"/>
            <a:ext cx="73152" cy="73152"/>
          </a:xfrm>
          <a:prstGeom prst="rect">
            <a:avLst/>
          </a:prstGeom>
        </p:spPr>
      </p:pic>
      <p:sp>
        <p:nvSpPr>
          <p:cNvPr id="17" name="Text 15">
            <a:extLst>
              <a:ext uri="{FF2B5EF4-FFF2-40B4-BE49-F238E27FC236}">
                <a16:creationId xmlns:a16="http://schemas.microsoft.com/office/drawing/2014/main" id="{7D6C71AD-2D17-E372-9AB1-8F8F3228A51F}"/>
              </a:ext>
            </a:extLst>
          </p:cNvPr>
          <p:cNvSpPr txBox="1"/>
          <p:nvPr/>
        </p:nvSpPr>
        <p:spPr>
          <a:xfrm>
            <a:off x="3575304" y="4142232"/>
            <a:ext cx="1325880" cy="182880"/>
          </a:xfrm>
          <a:prstGeom prst="rect">
            <a:avLst/>
          </a:prstGeom>
          <a:noFill/>
          <a:ln/>
        </p:spPr>
        <p:txBody>
          <a:bodyPr wrap="square" lIns="0" tIns="0" rIns="0" bIns="0" rtlCol="0" anchor="ctr"/>
          <a:lstStyle/>
          <a:p>
            <a:pPr marL="0" indent="0">
              <a:buNone/>
            </a:pPr>
            <a:r>
              <a:rPr lang="en-US" sz="800" b="1" dirty="0">
                <a:solidFill>
                  <a:srgbClr val="16161F"/>
                </a:solidFill>
                <a:latin typeface="Calibri" pitchFamily="34" charset="0"/>
                <a:ea typeface="Calibri" pitchFamily="34" charset="-122"/>
                <a:cs typeface="Calibri" pitchFamily="34" charset="-120"/>
              </a:rPr>
              <a:t>VoIP services</a:t>
            </a:r>
            <a:endParaRPr lang="en-US" sz="800" dirty="0"/>
          </a:p>
        </p:txBody>
      </p:sp>
      <p:sp>
        <p:nvSpPr>
          <p:cNvPr id="18" name="Shape 16">
            <a:extLst>
              <a:ext uri="{FF2B5EF4-FFF2-40B4-BE49-F238E27FC236}">
                <a16:creationId xmlns:a16="http://schemas.microsoft.com/office/drawing/2014/main" id="{9476B3D8-2AD1-1137-681E-C4352DC9FA07}"/>
              </a:ext>
            </a:extLst>
          </p:cNvPr>
          <p:cNvSpPr/>
          <p:nvPr/>
        </p:nvSpPr>
        <p:spPr>
          <a:xfrm>
            <a:off x="4910328" y="4151376"/>
            <a:ext cx="155448" cy="155448"/>
          </a:xfrm>
          <a:prstGeom prst="ellipse">
            <a:avLst/>
          </a:prstGeom>
          <a:solidFill>
            <a:srgbClr val="ECEBFF"/>
          </a:solidFill>
          <a:ln/>
        </p:spPr>
        <p:txBody>
          <a:bodyPr/>
          <a:lstStyle/>
          <a:p>
            <a:endParaRPr lang="en-IN"/>
          </a:p>
        </p:txBody>
      </p:sp>
      <p:pic>
        <p:nvPicPr>
          <p:cNvPr id="19" name="Image 1" descr="preencoded.png">
            <a:extLst>
              <a:ext uri="{FF2B5EF4-FFF2-40B4-BE49-F238E27FC236}">
                <a16:creationId xmlns:a16="http://schemas.microsoft.com/office/drawing/2014/main" id="{FF8260D8-23D7-ED3A-9394-26BC007EC513}"/>
              </a:ext>
            </a:extLst>
          </p:cNvPr>
          <p:cNvPicPr>
            <a:picLocks noChangeAspect="1"/>
          </p:cNvPicPr>
          <p:nvPr/>
        </p:nvPicPr>
        <p:blipFill>
          <a:blip r:embed="rId2"/>
          <a:stretch>
            <a:fillRect/>
          </a:stretch>
        </p:blipFill>
        <p:spPr>
          <a:xfrm>
            <a:off x="4951476" y="4192524"/>
            <a:ext cx="73152" cy="73152"/>
          </a:xfrm>
          <a:prstGeom prst="rect">
            <a:avLst/>
          </a:prstGeom>
        </p:spPr>
      </p:pic>
      <p:sp>
        <p:nvSpPr>
          <p:cNvPr id="20" name="Text 17">
            <a:extLst>
              <a:ext uri="{FF2B5EF4-FFF2-40B4-BE49-F238E27FC236}">
                <a16:creationId xmlns:a16="http://schemas.microsoft.com/office/drawing/2014/main" id="{4A2C1995-EA88-2A52-E4E6-06E0D92D1A47}"/>
              </a:ext>
            </a:extLst>
          </p:cNvPr>
          <p:cNvSpPr txBox="1"/>
          <p:nvPr/>
        </p:nvSpPr>
        <p:spPr>
          <a:xfrm>
            <a:off x="5129784" y="4142232"/>
            <a:ext cx="1325880" cy="182880"/>
          </a:xfrm>
          <a:prstGeom prst="rect">
            <a:avLst/>
          </a:prstGeom>
          <a:noFill/>
          <a:ln/>
        </p:spPr>
        <p:txBody>
          <a:bodyPr wrap="square" lIns="0" tIns="0" rIns="0" bIns="0" rtlCol="0" anchor="ctr"/>
          <a:lstStyle/>
          <a:p>
            <a:pPr marL="0" indent="0">
              <a:buNone/>
            </a:pPr>
            <a:r>
              <a:rPr lang="en-US" sz="800" b="1" dirty="0">
                <a:solidFill>
                  <a:srgbClr val="16161F"/>
                </a:solidFill>
                <a:latin typeface="Calibri" pitchFamily="34" charset="0"/>
                <a:ea typeface="Calibri" pitchFamily="34" charset="-122"/>
                <a:cs typeface="Calibri" pitchFamily="34" charset="-120"/>
              </a:rPr>
              <a:t>A–Z voice termination</a:t>
            </a:r>
            <a:endParaRPr lang="en-US" sz="800" dirty="0"/>
          </a:p>
        </p:txBody>
      </p:sp>
      <p:sp>
        <p:nvSpPr>
          <p:cNvPr id="21" name="Shape 18">
            <a:extLst>
              <a:ext uri="{FF2B5EF4-FFF2-40B4-BE49-F238E27FC236}">
                <a16:creationId xmlns:a16="http://schemas.microsoft.com/office/drawing/2014/main" id="{306C5AE7-0DC1-7AAF-9AE5-4E833DE9E5BB}"/>
              </a:ext>
            </a:extLst>
          </p:cNvPr>
          <p:cNvSpPr/>
          <p:nvPr/>
        </p:nvSpPr>
        <p:spPr>
          <a:xfrm>
            <a:off x="3355848" y="4443984"/>
            <a:ext cx="155448" cy="155448"/>
          </a:xfrm>
          <a:prstGeom prst="ellipse">
            <a:avLst/>
          </a:prstGeom>
          <a:solidFill>
            <a:srgbClr val="ECEBFF"/>
          </a:solidFill>
          <a:ln/>
        </p:spPr>
        <p:txBody>
          <a:bodyPr/>
          <a:lstStyle/>
          <a:p>
            <a:endParaRPr lang="en-IN"/>
          </a:p>
        </p:txBody>
      </p:sp>
      <p:pic>
        <p:nvPicPr>
          <p:cNvPr id="22" name="Image 2" descr="preencoded.png">
            <a:extLst>
              <a:ext uri="{FF2B5EF4-FFF2-40B4-BE49-F238E27FC236}">
                <a16:creationId xmlns:a16="http://schemas.microsoft.com/office/drawing/2014/main" id="{F682354D-DF0E-03DA-422B-174027216A0B}"/>
              </a:ext>
            </a:extLst>
          </p:cNvPr>
          <p:cNvPicPr>
            <a:picLocks noChangeAspect="1"/>
          </p:cNvPicPr>
          <p:nvPr/>
        </p:nvPicPr>
        <p:blipFill>
          <a:blip r:embed="rId2"/>
          <a:stretch>
            <a:fillRect/>
          </a:stretch>
        </p:blipFill>
        <p:spPr>
          <a:xfrm>
            <a:off x="3396996" y="4485132"/>
            <a:ext cx="73152" cy="73152"/>
          </a:xfrm>
          <a:prstGeom prst="rect">
            <a:avLst/>
          </a:prstGeom>
        </p:spPr>
      </p:pic>
      <p:sp>
        <p:nvSpPr>
          <p:cNvPr id="23" name="Text 19">
            <a:extLst>
              <a:ext uri="{FF2B5EF4-FFF2-40B4-BE49-F238E27FC236}">
                <a16:creationId xmlns:a16="http://schemas.microsoft.com/office/drawing/2014/main" id="{07415E3D-13A0-0193-7AE8-BF3C9AD2D96D}"/>
              </a:ext>
            </a:extLst>
          </p:cNvPr>
          <p:cNvSpPr txBox="1"/>
          <p:nvPr/>
        </p:nvSpPr>
        <p:spPr>
          <a:xfrm>
            <a:off x="3575304" y="4434840"/>
            <a:ext cx="1325880" cy="182880"/>
          </a:xfrm>
          <a:prstGeom prst="rect">
            <a:avLst/>
          </a:prstGeom>
          <a:noFill/>
          <a:ln/>
        </p:spPr>
        <p:txBody>
          <a:bodyPr wrap="square" lIns="0" tIns="0" rIns="0" bIns="0" rtlCol="0" anchor="ctr"/>
          <a:lstStyle/>
          <a:p>
            <a:pPr marL="0" indent="0">
              <a:buNone/>
            </a:pPr>
            <a:r>
              <a:rPr lang="en-US" sz="800" b="1" dirty="0">
                <a:solidFill>
                  <a:srgbClr val="16161F"/>
                </a:solidFill>
                <a:latin typeface="Calibri" pitchFamily="34" charset="0"/>
                <a:ea typeface="Calibri" pitchFamily="34" charset="-122"/>
                <a:cs typeface="Calibri" pitchFamily="34" charset="-120"/>
              </a:rPr>
              <a:t>SMS routing</a:t>
            </a:r>
            <a:endParaRPr lang="en-US" sz="800" dirty="0"/>
          </a:p>
        </p:txBody>
      </p:sp>
      <p:sp>
        <p:nvSpPr>
          <p:cNvPr id="24" name="Shape 20">
            <a:extLst>
              <a:ext uri="{FF2B5EF4-FFF2-40B4-BE49-F238E27FC236}">
                <a16:creationId xmlns:a16="http://schemas.microsoft.com/office/drawing/2014/main" id="{6EE83A15-00B8-0764-47E7-16211DC530E9}"/>
              </a:ext>
            </a:extLst>
          </p:cNvPr>
          <p:cNvSpPr/>
          <p:nvPr/>
        </p:nvSpPr>
        <p:spPr>
          <a:xfrm>
            <a:off x="4910328" y="4443984"/>
            <a:ext cx="155448" cy="155448"/>
          </a:xfrm>
          <a:prstGeom prst="ellipse">
            <a:avLst/>
          </a:prstGeom>
          <a:solidFill>
            <a:srgbClr val="ECEBFF"/>
          </a:solidFill>
          <a:ln/>
        </p:spPr>
        <p:txBody>
          <a:bodyPr/>
          <a:lstStyle/>
          <a:p>
            <a:endParaRPr lang="en-IN"/>
          </a:p>
        </p:txBody>
      </p:sp>
      <p:pic>
        <p:nvPicPr>
          <p:cNvPr id="25" name="Image 3" descr="preencoded.png">
            <a:extLst>
              <a:ext uri="{FF2B5EF4-FFF2-40B4-BE49-F238E27FC236}">
                <a16:creationId xmlns:a16="http://schemas.microsoft.com/office/drawing/2014/main" id="{0D41992D-56E5-CE39-A5C9-B54AF0A12FA8}"/>
              </a:ext>
            </a:extLst>
          </p:cNvPr>
          <p:cNvPicPr>
            <a:picLocks noChangeAspect="1"/>
          </p:cNvPicPr>
          <p:nvPr/>
        </p:nvPicPr>
        <p:blipFill>
          <a:blip r:embed="rId2"/>
          <a:stretch>
            <a:fillRect/>
          </a:stretch>
        </p:blipFill>
        <p:spPr>
          <a:xfrm>
            <a:off x="4951476" y="4485132"/>
            <a:ext cx="73152" cy="73152"/>
          </a:xfrm>
          <a:prstGeom prst="rect">
            <a:avLst/>
          </a:prstGeom>
        </p:spPr>
      </p:pic>
      <p:sp>
        <p:nvSpPr>
          <p:cNvPr id="26" name="Text 21">
            <a:extLst>
              <a:ext uri="{FF2B5EF4-FFF2-40B4-BE49-F238E27FC236}">
                <a16:creationId xmlns:a16="http://schemas.microsoft.com/office/drawing/2014/main" id="{E3CFF2C3-7987-3A99-A7A1-C36629839080}"/>
              </a:ext>
            </a:extLst>
          </p:cNvPr>
          <p:cNvSpPr txBox="1"/>
          <p:nvPr/>
        </p:nvSpPr>
        <p:spPr>
          <a:xfrm>
            <a:off x="5129784" y="4434840"/>
            <a:ext cx="1325880" cy="182880"/>
          </a:xfrm>
          <a:prstGeom prst="rect">
            <a:avLst/>
          </a:prstGeom>
          <a:noFill/>
          <a:ln/>
        </p:spPr>
        <p:txBody>
          <a:bodyPr wrap="square" lIns="0" tIns="0" rIns="0" bIns="0" rtlCol="0" anchor="ctr"/>
          <a:lstStyle/>
          <a:p>
            <a:pPr marL="0" indent="0">
              <a:buNone/>
            </a:pPr>
            <a:r>
              <a:rPr lang="en-US" sz="800" b="1" dirty="0">
                <a:solidFill>
                  <a:srgbClr val="16161F"/>
                </a:solidFill>
                <a:latin typeface="Calibri" pitchFamily="34" charset="0"/>
                <a:ea typeface="Calibri" pitchFamily="34" charset="-122"/>
                <a:cs typeface="Calibri" pitchFamily="34" charset="-120"/>
              </a:rPr>
              <a:t>Global connectivity solutions</a:t>
            </a:r>
            <a:endParaRPr lang="en-US" sz="800" dirty="0"/>
          </a:p>
        </p:txBody>
      </p:sp>
      <p:sp>
        <p:nvSpPr>
          <p:cNvPr id="27" name="Shape 22">
            <a:extLst>
              <a:ext uri="{FF2B5EF4-FFF2-40B4-BE49-F238E27FC236}">
                <a16:creationId xmlns:a16="http://schemas.microsoft.com/office/drawing/2014/main" id="{0738C31D-81E2-E2F6-817F-F726C71610E5}"/>
              </a:ext>
            </a:extLst>
          </p:cNvPr>
          <p:cNvSpPr/>
          <p:nvPr/>
        </p:nvSpPr>
        <p:spPr>
          <a:xfrm>
            <a:off x="3355848" y="4873752"/>
            <a:ext cx="1355872" cy="256032"/>
          </a:xfrm>
          <a:prstGeom prst="roundRect">
            <a:avLst>
              <a:gd name="adj" fmla="val 50000"/>
            </a:avLst>
          </a:prstGeom>
          <a:solidFill>
            <a:schemeClr val="tx1">
              <a:lumMod val="50000"/>
              <a:lumOff val="50000"/>
            </a:schemeClr>
          </a:solidFill>
          <a:ln/>
        </p:spPr>
        <p:txBody>
          <a:bodyPr/>
          <a:lstStyle/>
          <a:p>
            <a:endParaRPr lang="en-IN"/>
          </a:p>
        </p:txBody>
      </p:sp>
      <p:sp>
        <p:nvSpPr>
          <p:cNvPr id="29" name="Text 24">
            <a:extLst>
              <a:ext uri="{FF2B5EF4-FFF2-40B4-BE49-F238E27FC236}">
                <a16:creationId xmlns:a16="http://schemas.microsoft.com/office/drawing/2014/main" id="{2596B41C-2277-C78C-8C4D-47F5C2669029}"/>
              </a:ext>
            </a:extLst>
          </p:cNvPr>
          <p:cNvSpPr txBox="1"/>
          <p:nvPr/>
        </p:nvSpPr>
        <p:spPr>
          <a:xfrm>
            <a:off x="4693432" y="4828032"/>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0" name="Shape 25">
            <a:extLst>
              <a:ext uri="{FF2B5EF4-FFF2-40B4-BE49-F238E27FC236}">
                <a16:creationId xmlns:a16="http://schemas.microsoft.com/office/drawing/2014/main" id="{01C3509B-C429-8CB0-F17C-FDE12E7844C7}"/>
              </a:ext>
            </a:extLst>
          </p:cNvPr>
          <p:cNvSpPr/>
          <p:nvPr/>
        </p:nvSpPr>
        <p:spPr>
          <a:xfrm>
            <a:off x="4821448" y="4873752"/>
            <a:ext cx="964143" cy="256032"/>
          </a:xfrm>
          <a:prstGeom prst="roundRect">
            <a:avLst>
              <a:gd name="adj" fmla="val 50000"/>
            </a:avLst>
          </a:prstGeom>
          <a:solidFill>
            <a:srgbClr val="ECEBFF"/>
          </a:solidFill>
          <a:ln/>
        </p:spPr>
        <p:txBody>
          <a:bodyPr/>
          <a:lstStyle/>
          <a:p>
            <a:endParaRPr lang="en-IN"/>
          </a:p>
        </p:txBody>
      </p:sp>
      <p:sp>
        <p:nvSpPr>
          <p:cNvPr id="32" name="Shape 27">
            <a:extLst>
              <a:ext uri="{FF2B5EF4-FFF2-40B4-BE49-F238E27FC236}">
                <a16:creationId xmlns:a16="http://schemas.microsoft.com/office/drawing/2014/main" id="{2179DDD6-72F4-0AB5-5506-9BC303337EFD}"/>
              </a:ext>
            </a:extLst>
          </p:cNvPr>
          <p:cNvSpPr/>
          <p:nvPr/>
        </p:nvSpPr>
        <p:spPr>
          <a:xfrm>
            <a:off x="6693408" y="1764792"/>
            <a:ext cx="2788920" cy="4023360"/>
          </a:xfrm>
          <a:prstGeom prst="roundRect">
            <a:avLst>
              <a:gd name="adj" fmla="val 7213"/>
            </a:avLst>
          </a:prstGeom>
          <a:solidFill>
            <a:schemeClr val="tx1">
              <a:lumMod val="65000"/>
              <a:lumOff val="35000"/>
            </a:schemeClr>
          </a:solidFill>
          <a:ln/>
        </p:spPr>
        <p:txBody>
          <a:bodyPr/>
          <a:lstStyle/>
          <a:p>
            <a:endParaRPr lang="en-IN"/>
          </a:p>
        </p:txBody>
      </p:sp>
      <p:sp>
        <p:nvSpPr>
          <p:cNvPr id="33" name="Shape 28">
            <a:extLst>
              <a:ext uri="{FF2B5EF4-FFF2-40B4-BE49-F238E27FC236}">
                <a16:creationId xmlns:a16="http://schemas.microsoft.com/office/drawing/2014/main" id="{7BCA6D9A-FB3A-229D-E745-235B9EF7A082}"/>
              </a:ext>
            </a:extLst>
          </p:cNvPr>
          <p:cNvSpPr/>
          <p:nvPr/>
        </p:nvSpPr>
        <p:spPr>
          <a:xfrm>
            <a:off x="7013448" y="2450592"/>
            <a:ext cx="2194560" cy="1783080"/>
          </a:xfrm>
          <a:prstGeom prst="roundRect">
            <a:avLst>
              <a:gd name="adj" fmla="val 5128"/>
            </a:avLst>
          </a:prstGeom>
          <a:solidFill>
            <a:schemeClr val="tx1">
              <a:lumMod val="75000"/>
              <a:lumOff val="25000"/>
            </a:schemeClr>
          </a:solidFill>
          <a:ln w="9525">
            <a:solidFill>
              <a:srgbClr val="5A4FD0"/>
            </a:solidFill>
            <a:prstDash val="dash"/>
          </a:ln>
        </p:spPr>
        <p:txBody>
          <a:bodyPr/>
          <a:lstStyle/>
          <a:p>
            <a:endParaRPr lang="en-IN"/>
          </a:p>
        </p:txBody>
      </p:sp>
      <p:pic>
        <p:nvPicPr>
          <p:cNvPr id="34" name="Image 4" descr="preencoded.png">
            <a:extLst>
              <a:ext uri="{FF2B5EF4-FFF2-40B4-BE49-F238E27FC236}">
                <a16:creationId xmlns:a16="http://schemas.microsoft.com/office/drawing/2014/main" id="{9C273007-DBFB-A67F-E843-1658B483EA8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7918704" y="3031236"/>
            <a:ext cx="384048" cy="384048"/>
          </a:xfrm>
          <a:prstGeom prst="rect">
            <a:avLst/>
          </a:prstGeom>
        </p:spPr>
      </p:pic>
      <p:sp>
        <p:nvSpPr>
          <p:cNvPr id="35" name="Text 29">
            <a:extLst>
              <a:ext uri="{FF2B5EF4-FFF2-40B4-BE49-F238E27FC236}">
                <a16:creationId xmlns:a16="http://schemas.microsoft.com/office/drawing/2014/main" id="{D9666E91-48F0-C175-A80B-D836DC027E45}"/>
              </a:ext>
            </a:extLst>
          </p:cNvPr>
          <p:cNvSpPr txBox="1"/>
          <p:nvPr/>
        </p:nvSpPr>
        <p:spPr>
          <a:xfrm>
            <a:off x="7086600" y="3479292"/>
            <a:ext cx="2048256" cy="384048"/>
          </a:xfrm>
          <a:prstGeom prst="rect">
            <a:avLst/>
          </a:prstGeom>
          <a:noFill/>
          <a:ln/>
        </p:spPr>
        <p:txBody>
          <a:bodyPr wrap="square" lIns="0" tIns="0" rIns="0" bIns="0" rtlCol="0" anchor="t"/>
          <a:lstStyle/>
          <a:p>
            <a:pPr marL="0" indent="0" algn="ctr">
              <a:buNone/>
            </a:pPr>
            <a:r>
              <a:rPr lang="en-US" sz="750" i="1" dirty="0">
                <a:solidFill>
                  <a:srgbClr val="C9C1FF"/>
                </a:solidFill>
                <a:latin typeface="Calibri" pitchFamily="34" charset="0"/>
                <a:ea typeface="Calibri" pitchFamily="34" charset="-122"/>
                <a:cs typeface="Calibri" pitchFamily="34" charset="-120"/>
              </a:rPr>
              <a:t>Globe with connection arcs and orbiting satellite (sample visual, recoloured)</a:t>
            </a:r>
            <a:endParaRPr lang="en-US" sz="750" dirty="0"/>
          </a:p>
        </p:txBody>
      </p:sp>
      <p:sp>
        <p:nvSpPr>
          <p:cNvPr id="36" name="Shape 30">
            <a:extLst>
              <a:ext uri="{FF2B5EF4-FFF2-40B4-BE49-F238E27FC236}">
                <a16:creationId xmlns:a16="http://schemas.microsoft.com/office/drawing/2014/main" id="{24332A7E-2DE5-A878-DC71-849001C75F25}"/>
              </a:ext>
            </a:extLst>
          </p:cNvPr>
          <p:cNvSpPr/>
          <p:nvPr/>
        </p:nvSpPr>
        <p:spPr>
          <a:xfrm>
            <a:off x="6922008" y="1947672"/>
            <a:ext cx="943661" cy="365760"/>
          </a:xfrm>
          <a:prstGeom prst="roundRect">
            <a:avLst>
              <a:gd name="adj" fmla="val 30000"/>
            </a:avLst>
          </a:prstGeom>
          <a:solidFill>
            <a:srgbClr val="FFFFFF"/>
          </a:solidFill>
          <a:ln/>
          <a:effectLst>
            <a:outerShdw blurRad="101600" dist="25400" dir="5400000" algn="bl" rotWithShape="0">
              <a:srgbClr val="28207A">
                <a:alpha val="12000"/>
              </a:srgbClr>
            </a:outerShdw>
          </a:effectLst>
        </p:spPr>
        <p:txBody>
          <a:bodyPr/>
          <a:lstStyle/>
          <a:p>
            <a:endParaRPr lang="en-IN"/>
          </a:p>
        </p:txBody>
      </p:sp>
      <p:sp>
        <p:nvSpPr>
          <p:cNvPr id="37" name="Text 31">
            <a:extLst>
              <a:ext uri="{FF2B5EF4-FFF2-40B4-BE49-F238E27FC236}">
                <a16:creationId xmlns:a16="http://schemas.microsoft.com/office/drawing/2014/main" id="{24085176-D7C1-6BB4-9FB8-0241C701E775}"/>
              </a:ext>
            </a:extLst>
          </p:cNvPr>
          <p:cNvSpPr txBox="1"/>
          <p:nvPr/>
        </p:nvSpPr>
        <p:spPr>
          <a:xfrm>
            <a:off x="6922008" y="1947672"/>
            <a:ext cx="943661" cy="365760"/>
          </a:xfrm>
          <a:prstGeom prst="rect">
            <a:avLst/>
          </a:prstGeom>
          <a:noFill/>
          <a:ln/>
        </p:spPr>
        <p:txBody>
          <a:bodyPr wrap="square" lIns="0" tIns="0" rIns="0" bIns="0" rtlCol="0" anchor="ctr"/>
          <a:lstStyle/>
          <a:p>
            <a:pPr marL="0" indent="0" algn="ctr">
              <a:buNone/>
            </a:pPr>
            <a:r>
              <a:rPr lang="en-US" sz="850" b="1" dirty="0">
                <a:solidFill>
                  <a:srgbClr val="16161F"/>
                </a:solidFill>
                <a:latin typeface="Calibri" pitchFamily="34" charset="0"/>
                <a:ea typeface="Calibri" pitchFamily="34" charset="-122"/>
                <a:cs typeface="Calibri" pitchFamily="34" charset="-120"/>
              </a:rPr>
              <a:t>Reliability</a:t>
            </a:r>
            <a:endParaRPr lang="en-US" sz="850" dirty="0"/>
          </a:p>
        </p:txBody>
      </p:sp>
      <p:sp>
        <p:nvSpPr>
          <p:cNvPr id="38" name="Shape 32">
            <a:extLst>
              <a:ext uri="{FF2B5EF4-FFF2-40B4-BE49-F238E27FC236}">
                <a16:creationId xmlns:a16="http://schemas.microsoft.com/office/drawing/2014/main" id="{B62C1DF9-130E-6BD7-6D9D-66B207539724}"/>
              </a:ext>
            </a:extLst>
          </p:cNvPr>
          <p:cNvSpPr/>
          <p:nvPr/>
        </p:nvSpPr>
        <p:spPr>
          <a:xfrm>
            <a:off x="7357262" y="4416552"/>
            <a:ext cx="2134210" cy="365760"/>
          </a:xfrm>
          <a:prstGeom prst="roundRect">
            <a:avLst>
              <a:gd name="adj" fmla="val 30000"/>
            </a:avLst>
          </a:prstGeom>
          <a:solidFill>
            <a:srgbClr val="7B6CF6"/>
          </a:solidFill>
          <a:ln/>
          <a:effectLst>
            <a:outerShdw blurRad="101600" dist="25400" dir="5400000" algn="bl" rotWithShape="0">
              <a:srgbClr val="28207A">
                <a:alpha val="12000"/>
              </a:srgbClr>
            </a:outerShdw>
          </a:effectLst>
        </p:spPr>
        <p:txBody>
          <a:bodyPr/>
          <a:lstStyle/>
          <a:p>
            <a:endParaRPr lang="en-IN"/>
          </a:p>
        </p:txBody>
      </p:sp>
      <p:sp>
        <p:nvSpPr>
          <p:cNvPr id="39" name="Text 33">
            <a:extLst>
              <a:ext uri="{FF2B5EF4-FFF2-40B4-BE49-F238E27FC236}">
                <a16:creationId xmlns:a16="http://schemas.microsoft.com/office/drawing/2014/main" id="{A7BAE86D-9BED-3E2A-2559-1A297E7D8FEA}"/>
              </a:ext>
            </a:extLst>
          </p:cNvPr>
          <p:cNvSpPr txBox="1"/>
          <p:nvPr/>
        </p:nvSpPr>
        <p:spPr>
          <a:xfrm>
            <a:off x="7357262" y="4416552"/>
            <a:ext cx="2134210" cy="365760"/>
          </a:xfrm>
          <a:prstGeom prst="rect">
            <a:avLst/>
          </a:prstGeom>
          <a:solidFill>
            <a:schemeClr val="bg2">
              <a:lumMod val="75000"/>
            </a:schemeClr>
          </a:solid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Competitive commercial offerings</a:t>
            </a:r>
            <a:endParaRPr lang="en-US" sz="850" dirty="0"/>
          </a:p>
        </p:txBody>
      </p:sp>
      <p:sp>
        <p:nvSpPr>
          <p:cNvPr id="40" name="Shape 34">
            <a:extLst>
              <a:ext uri="{FF2B5EF4-FFF2-40B4-BE49-F238E27FC236}">
                <a16:creationId xmlns:a16="http://schemas.microsoft.com/office/drawing/2014/main" id="{D1909847-55E8-1505-FA1A-B2997C900E81}"/>
              </a:ext>
            </a:extLst>
          </p:cNvPr>
          <p:cNvSpPr/>
          <p:nvPr/>
        </p:nvSpPr>
        <p:spPr>
          <a:xfrm>
            <a:off x="7059168" y="5102352"/>
            <a:ext cx="1000354" cy="365760"/>
          </a:xfrm>
          <a:prstGeom prst="roundRect">
            <a:avLst>
              <a:gd name="adj" fmla="val 30000"/>
            </a:avLst>
          </a:prstGeom>
          <a:solidFill>
            <a:srgbClr val="FFFFFF"/>
          </a:solidFill>
          <a:ln/>
          <a:effectLst>
            <a:outerShdw blurRad="101600" dist="25400" dir="5400000" algn="bl" rotWithShape="0">
              <a:srgbClr val="28207A">
                <a:alpha val="12000"/>
              </a:srgbClr>
            </a:outerShdw>
          </a:effectLst>
        </p:spPr>
        <p:txBody>
          <a:bodyPr/>
          <a:lstStyle/>
          <a:p>
            <a:endParaRPr lang="en-IN"/>
          </a:p>
        </p:txBody>
      </p:sp>
      <p:sp>
        <p:nvSpPr>
          <p:cNvPr id="41" name="Text 35">
            <a:extLst>
              <a:ext uri="{FF2B5EF4-FFF2-40B4-BE49-F238E27FC236}">
                <a16:creationId xmlns:a16="http://schemas.microsoft.com/office/drawing/2014/main" id="{0BFFD974-1641-4114-D3C5-8978D053E8C5}"/>
              </a:ext>
            </a:extLst>
          </p:cNvPr>
          <p:cNvSpPr txBox="1"/>
          <p:nvPr/>
        </p:nvSpPr>
        <p:spPr>
          <a:xfrm>
            <a:off x="7059168" y="5102352"/>
            <a:ext cx="1000354" cy="365760"/>
          </a:xfrm>
          <a:prstGeom prst="rect">
            <a:avLst/>
          </a:prstGeom>
          <a:noFill/>
          <a:ln/>
        </p:spPr>
        <p:txBody>
          <a:bodyPr wrap="square" lIns="0" tIns="0" rIns="0" bIns="0" rtlCol="0" anchor="ctr"/>
          <a:lstStyle/>
          <a:p>
            <a:pPr marL="0" indent="0" algn="ctr">
              <a:buNone/>
            </a:pPr>
            <a:r>
              <a:rPr lang="en-US" sz="850" b="1" dirty="0">
                <a:solidFill>
                  <a:srgbClr val="16161F"/>
                </a:solidFill>
                <a:latin typeface="Calibri" pitchFamily="34" charset="0"/>
                <a:ea typeface="Calibri" pitchFamily="34" charset="-122"/>
                <a:cs typeface="Calibri" pitchFamily="34" charset="-120"/>
              </a:rPr>
              <a:t>Mutual trust</a:t>
            </a:r>
            <a:endParaRPr lang="en-US" sz="850" dirty="0"/>
          </a:p>
        </p:txBody>
      </p:sp>
    </p:spTree>
    <p:extLst>
      <p:ext uri="{BB962C8B-B14F-4D97-AF65-F5344CB8AC3E}">
        <p14:creationId xmlns:p14="http://schemas.microsoft.com/office/powerpoint/2010/main" val="1561453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FA68359-5451-E45F-23B1-116DF9D478D1}"/>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16161F"/>
                </a:solidFill>
                <a:latin typeface="Calibri" pitchFamily="34" charset="0"/>
                <a:ea typeface="Calibri" pitchFamily="34" charset="-122"/>
                <a:cs typeface="Calibri" pitchFamily="34" charset="-120"/>
              </a:rPr>
              <a:t>Leadership team</a:t>
            </a:r>
            <a:endParaRPr lang="en-US" sz="2800" dirty="0"/>
          </a:p>
        </p:txBody>
      </p:sp>
      <p:sp>
        <p:nvSpPr>
          <p:cNvPr id="3" name="Text 1">
            <a:extLst>
              <a:ext uri="{FF2B5EF4-FFF2-40B4-BE49-F238E27FC236}">
                <a16:creationId xmlns:a16="http://schemas.microsoft.com/office/drawing/2014/main" id="{07000793-B210-838E-8D9A-6262C6384C4B}"/>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ABOUT US </a:t>
            </a:r>
            <a:endParaRPr lang="en-US" sz="1050" dirty="0"/>
          </a:p>
        </p:txBody>
      </p:sp>
      <p:sp>
        <p:nvSpPr>
          <p:cNvPr id="4" name="Shape 2">
            <a:extLst>
              <a:ext uri="{FF2B5EF4-FFF2-40B4-BE49-F238E27FC236}">
                <a16:creationId xmlns:a16="http://schemas.microsoft.com/office/drawing/2014/main" id="{8F957BAC-0AF3-9495-53EC-AB95F4034EE9}"/>
              </a:ext>
            </a:extLst>
          </p:cNvPr>
          <p:cNvSpPr/>
          <p:nvPr/>
        </p:nvSpPr>
        <p:spPr>
          <a:xfrm>
            <a:off x="2895600" y="1261872"/>
            <a:ext cx="6537960" cy="4937760"/>
          </a:xfrm>
          <a:prstGeom prst="roundRect">
            <a:avLst>
              <a:gd name="adj" fmla="val 2222"/>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CF81C878-3796-1518-821D-8C27F80D190C}"/>
              </a:ext>
            </a:extLst>
          </p:cNvPr>
          <p:cNvSpPr/>
          <p:nvPr/>
        </p:nvSpPr>
        <p:spPr>
          <a:xfrm>
            <a:off x="2895600" y="1261872"/>
            <a:ext cx="6537960" cy="274320"/>
          </a:xfrm>
          <a:prstGeom prst="roundRect">
            <a:avLst>
              <a:gd name="adj" fmla="val 40000"/>
            </a:avLst>
          </a:prstGeom>
          <a:solidFill>
            <a:srgbClr val="EEEDF6"/>
          </a:solidFill>
          <a:ln/>
        </p:spPr>
        <p:txBody>
          <a:bodyPr/>
          <a:lstStyle/>
          <a:p>
            <a:endParaRPr lang="en-IN"/>
          </a:p>
        </p:txBody>
      </p:sp>
      <p:sp>
        <p:nvSpPr>
          <p:cNvPr id="6" name="Shape 4">
            <a:extLst>
              <a:ext uri="{FF2B5EF4-FFF2-40B4-BE49-F238E27FC236}">
                <a16:creationId xmlns:a16="http://schemas.microsoft.com/office/drawing/2014/main" id="{2E18A75E-F1FE-8F73-243C-A193654B8B0E}"/>
              </a:ext>
            </a:extLst>
          </p:cNvPr>
          <p:cNvSpPr/>
          <p:nvPr/>
        </p:nvSpPr>
        <p:spPr>
          <a:xfrm>
            <a:off x="2895600" y="1426464"/>
            <a:ext cx="6537960" cy="109728"/>
          </a:xfrm>
          <a:prstGeom prst="rect">
            <a:avLst/>
          </a:prstGeom>
          <a:solidFill>
            <a:srgbClr val="EEEDF6"/>
          </a:solidFill>
          <a:ln/>
        </p:spPr>
        <p:txBody>
          <a:bodyPr/>
          <a:lstStyle/>
          <a:p>
            <a:endParaRPr lang="en-IN"/>
          </a:p>
        </p:txBody>
      </p:sp>
      <p:sp>
        <p:nvSpPr>
          <p:cNvPr id="7" name="Shape 5">
            <a:extLst>
              <a:ext uri="{FF2B5EF4-FFF2-40B4-BE49-F238E27FC236}">
                <a16:creationId xmlns:a16="http://schemas.microsoft.com/office/drawing/2014/main" id="{9DEE6064-9DF3-8B56-692A-D18DED8D294C}"/>
              </a:ext>
            </a:extLst>
          </p:cNvPr>
          <p:cNvSpPr/>
          <p:nvPr/>
        </p:nvSpPr>
        <p:spPr>
          <a:xfrm>
            <a:off x="3023616" y="1353312"/>
            <a:ext cx="91440" cy="91440"/>
          </a:xfrm>
          <a:prstGeom prst="ellipse">
            <a:avLst/>
          </a:prstGeom>
          <a:solidFill>
            <a:srgbClr val="F2B77A"/>
          </a:solidFill>
          <a:ln/>
        </p:spPr>
        <p:txBody>
          <a:bodyPr/>
          <a:lstStyle/>
          <a:p>
            <a:endParaRPr lang="en-IN"/>
          </a:p>
        </p:txBody>
      </p:sp>
      <p:sp>
        <p:nvSpPr>
          <p:cNvPr id="8" name="Shape 6">
            <a:extLst>
              <a:ext uri="{FF2B5EF4-FFF2-40B4-BE49-F238E27FC236}">
                <a16:creationId xmlns:a16="http://schemas.microsoft.com/office/drawing/2014/main" id="{E1DB51B7-16E7-DF15-EAEC-54670E0806A0}"/>
              </a:ext>
            </a:extLst>
          </p:cNvPr>
          <p:cNvSpPr/>
          <p:nvPr/>
        </p:nvSpPr>
        <p:spPr>
          <a:xfrm>
            <a:off x="3169920" y="1353312"/>
            <a:ext cx="91440" cy="91440"/>
          </a:xfrm>
          <a:prstGeom prst="ellipse">
            <a:avLst/>
          </a:prstGeom>
          <a:solidFill>
            <a:srgbClr val="B3A8FF"/>
          </a:solidFill>
          <a:ln/>
        </p:spPr>
        <p:txBody>
          <a:bodyPr/>
          <a:lstStyle/>
          <a:p>
            <a:endParaRPr lang="en-IN"/>
          </a:p>
        </p:txBody>
      </p:sp>
      <p:sp>
        <p:nvSpPr>
          <p:cNvPr id="9" name="Shape 7">
            <a:extLst>
              <a:ext uri="{FF2B5EF4-FFF2-40B4-BE49-F238E27FC236}">
                <a16:creationId xmlns:a16="http://schemas.microsoft.com/office/drawing/2014/main" id="{C4130F8F-2EDD-A2A0-7D99-45CC28053696}"/>
              </a:ext>
            </a:extLst>
          </p:cNvPr>
          <p:cNvSpPr/>
          <p:nvPr/>
        </p:nvSpPr>
        <p:spPr>
          <a:xfrm>
            <a:off x="3316224" y="1353312"/>
            <a:ext cx="91440" cy="91440"/>
          </a:xfrm>
          <a:prstGeom prst="ellipse">
            <a:avLst/>
          </a:prstGeom>
          <a:solidFill>
            <a:srgbClr val="9DF0D4"/>
          </a:solidFill>
          <a:ln/>
        </p:spPr>
        <p:txBody>
          <a:bodyPr/>
          <a:lstStyle/>
          <a:p>
            <a:endParaRPr lang="en-IN"/>
          </a:p>
        </p:txBody>
      </p:sp>
      <p:sp>
        <p:nvSpPr>
          <p:cNvPr id="10" name="Shape 8">
            <a:extLst>
              <a:ext uri="{FF2B5EF4-FFF2-40B4-BE49-F238E27FC236}">
                <a16:creationId xmlns:a16="http://schemas.microsoft.com/office/drawing/2014/main" id="{0A5D1ACE-5071-FC11-4AFE-52B3A1CFA9B5}"/>
              </a:ext>
            </a:extLst>
          </p:cNvPr>
          <p:cNvSpPr/>
          <p:nvPr/>
        </p:nvSpPr>
        <p:spPr>
          <a:xfrm>
            <a:off x="4975860" y="1316736"/>
            <a:ext cx="2377440" cy="164592"/>
          </a:xfrm>
          <a:prstGeom prst="roundRect">
            <a:avLst>
              <a:gd name="adj" fmla="val 50000"/>
            </a:avLst>
          </a:prstGeom>
          <a:solidFill>
            <a:srgbClr val="FFFFFF"/>
          </a:solidFill>
          <a:ln/>
        </p:spPr>
        <p:txBody>
          <a:bodyPr/>
          <a:lstStyle/>
          <a:p>
            <a:endParaRPr lang="en-IN"/>
          </a:p>
        </p:txBody>
      </p:sp>
      <p:sp>
        <p:nvSpPr>
          <p:cNvPr id="11" name="Text 9">
            <a:extLst>
              <a:ext uri="{FF2B5EF4-FFF2-40B4-BE49-F238E27FC236}">
                <a16:creationId xmlns:a16="http://schemas.microsoft.com/office/drawing/2014/main" id="{65F3C383-0D21-CD5E-F8E2-BB149E53C061}"/>
              </a:ext>
            </a:extLst>
          </p:cNvPr>
          <p:cNvSpPr txBox="1"/>
          <p:nvPr/>
        </p:nvSpPr>
        <p:spPr>
          <a:xfrm>
            <a:off x="4975860" y="1316736"/>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omaginfo.com/about#leadership</a:t>
            </a:r>
            <a:endParaRPr lang="en-US" sz="700" dirty="0"/>
          </a:p>
        </p:txBody>
      </p:sp>
      <p:sp>
        <p:nvSpPr>
          <p:cNvPr id="12" name="Text 10">
            <a:extLst>
              <a:ext uri="{FF2B5EF4-FFF2-40B4-BE49-F238E27FC236}">
                <a16:creationId xmlns:a16="http://schemas.microsoft.com/office/drawing/2014/main" id="{EA0E1051-557E-F989-0313-F5C76FBC072A}"/>
              </a:ext>
            </a:extLst>
          </p:cNvPr>
          <p:cNvSpPr txBox="1"/>
          <p:nvPr/>
        </p:nvSpPr>
        <p:spPr>
          <a:xfrm>
            <a:off x="3096768" y="1673352"/>
            <a:ext cx="6135624" cy="365760"/>
          </a:xfrm>
          <a:prstGeom prst="rect">
            <a:avLst/>
          </a:prstGeom>
          <a:noFill/>
          <a:ln/>
        </p:spPr>
        <p:txBody>
          <a:bodyPr wrap="square" lIns="0" tIns="0" rIns="0" bIns="0" rtlCol="0" anchor="t"/>
          <a:lstStyle/>
          <a:p>
            <a:pPr marL="0" indent="0" algn="ctr">
              <a:buNone/>
            </a:pPr>
            <a:r>
              <a:rPr lang="en-US" sz="1600" b="1" dirty="0">
                <a:solidFill>
                  <a:srgbClr val="16161F"/>
                </a:solidFill>
                <a:latin typeface="Calibri" pitchFamily="34" charset="0"/>
                <a:ea typeface="Calibri" pitchFamily="34" charset="-122"/>
                <a:cs typeface="Calibri" pitchFamily="34" charset="-120"/>
              </a:rPr>
              <a:t>Leadership team</a:t>
            </a:r>
            <a:endParaRPr lang="en-US" sz="1600" dirty="0"/>
          </a:p>
        </p:txBody>
      </p:sp>
      <p:sp>
        <p:nvSpPr>
          <p:cNvPr id="13" name="Shape 11">
            <a:extLst>
              <a:ext uri="{FF2B5EF4-FFF2-40B4-BE49-F238E27FC236}">
                <a16:creationId xmlns:a16="http://schemas.microsoft.com/office/drawing/2014/main" id="{EB9A6CB6-9DAA-33E9-0669-BD078ABD308A}"/>
              </a:ext>
            </a:extLst>
          </p:cNvPr>
          <p:cNvSpPr/>
          <p:nvPr/>
        </p:nvSpPr>
        <p:spPr>
          <a:xfrm>
            <a:off x="3096768" y="2176272"/>
            <a:ext cx="2999232" cy="3840480"/>
          </a:xfrm>
          <a:prstGeom prst="roundRect">
            <a:avLst>
              <a:gd name="adj" fmla="val 5488"/>
            </a:avLst>
          </a:prstGeom>
          <a:solidFill>
            <a:srgbClr val="FFFFFF"/>
          </a:solidFill>
          <a:ln w="9525">
            <a:solidFill>
              <a:srgbClr val="E4E3EF"/>
            </a:solidFill>
            <a:prstDash val="solid"/>
          </a:ln>
        </p:spPr>
        <p:txBody>
          <a:bodyPr/>
          <a:lstStyle/>
          <a:p>
            <a:endParaRPr lang="en-IN"/>
          </a:p>
        </p:txBody>
      </p:sp>
      <p:sp>
        <p:nvSpPr>
          <p:cNvPr id="14" name="Shape 12">
            <a:extLst>
              <a:ext uri="{FF2B5EF4-FFF2-40B4-BE49-F238E27FC236}">
                <a16:creationId xmlns:a16="http://schemas.microsoft.com/office/drawing/2014/main" id="{6593AB77-6BFF-4AAA-D4D7-86EC4F19EB1C}"/>
              </a:ext>
            </a:extLst>
          </p:cNvPr>
          <p:cNvSpPr/>
          <p:nvPr/>
        </p:nvSpPr>
        <p:spPr>
          <a:xfrm>
            <a:off x="3206496" y="2286000"/>
            <a:ext cx="1051560" cy="1325880"/>
          </a:xfrm>
          <a:prstGeom prst="roundRect">
            <a:avLst>
              <a:gd name="adj" fmla="val 8696"/>
            </a:avLst>
          </a:prstGeom>
          <a:solidFill>
            <a:schemeClr val="tx1">
              <a:lumMod val="75000"/>
              <a:lumOff val="25000"/>
            </a:schemeClr>
          </a:solidFill>
          <a:ln w="9525">
            <a:solidFill>
              <a:srgbClr val="5A4FD0"/>
            </a:solidFill>
            <a:prstDash val="dash"/>
          </a:ln>
        </p:spPr>
        <p:txBody>
          <a:bodyPr/>
          <a:lstStyle/>
          <a:p>
            <a:endParaRPr lang="en-IN"/>
          </a:p>
        </p:txBody>
      </p:sp>
      <p:pic>
        <p:nvPicPr>
          <p:cNvPr id="15" name="Image 0" descr="preencoded.png">
            <a:extLst>
              <a:ext uri="{FF2B5EF4-FFF2-40B4-BE49-F238E27FC236}">
                <a16:creationId xmlns:a16="http://schemas.microsoft.com/office/drawing/2014/main" id="{C82DEC29-2A49-D0C8-E690-129B237E55D9}"/>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3540252" y="2638044"/>
            <a:ext cx="384048" cy="384048"/>
          </a:xfrm>
          <a:prstGeom prst="rect">
            <a:avLst/>
          </a:prstGeom>
        </p:spPr>
      </p:pic>
      <p:sp>
        <p:nvSpPr>
          <p:cNvPr id="16" name="Text 13">
            <a:extLst>
              <a:ext uri="{FF2B5EF4-FFF2-40B4-BE49-F238E27FC236}">
                <a16:creationId xmlns:a16="http://schemas.microsoft.com/office/drawing/2014/main" id="{68100369-D357-2B42-2CA0-9F324209D5C0}"/>
              </a:ext>
            </a:extLst>
          </p:cNvPr>
          <p:cNvSpPr txBox="1"/>
          <p:nvPr/>
        </p:nvSpPr>
        <p:spPr>
          <a:xfrm>
            <a:off x="3279648" y="3086100"/>
            <a:ext cx="905256" cy="384048"/>
          </a:xfrm>
          <a:prstGeom prst="rect">
            <a:avLst/>
          </a:prstGeom>
          <a:noFill/>
          <a:ln/>
        </p:spPr>
        <p:txBody>
          <a:bodyPr wrap="square" lIns="0" tIns="0" rIns="0" bIns="0" rtlCol="0" anchor="t"/>
          <a:lstStyle/>
          <a:p>
            <a:pPr marL="0" indent="0" algn="ctr">
              <a:buNone/>
            </a:pPr>
            <a:r>
              <a:rPr lang="en-US" sz="750" i="1" dirty="0">
                <a:solidFill>
                  <a:srgbClr val="C9C1FF"/>
                </a:solidFill>
                <a:latin typeface="Calibri" pitchFamily="34" charset="0"/>
                <a:ea typeface="Calibri" pitchFamily="34" charset="-122"/>
                <a:cs typeface="Calibri" pitchFamily="34" charset="-120"/>
              </a:rPr>
              <a:t>Headshot</a:t>
            </a:r>
            <a:endParaRPr lang="en-US" sz="750" dirty="0"/>
          </a:p>
        </p:txBody>
      </p:sp>
      <p:sp>
        <p:nvSpPr>
          <p:cNvPr id="17" name="Shape 14">
            <a:extLst>
              <a:ext uri="{FF2B5EF4-FFF2-40B4-BE49-F238E27FC236}">
                <a16:creationId xmlns:a16="http://schemas.microsoft.com/office/drawing/2014/main" id="{A4D1269B-4251-99BA-3854-9BD845CFA150}"/>
              </a:ext>
            </a:extLst>
          </p:cNvPr>
          <p:cNvSpPr/>
          <p:nvPr/>
        </p:nvSpPr>
        <p:spPr>
          <a:xfrm>
            <a:off x="3279648" y="3657600"/>
            <a:ext cx="633222" cy="182880"/>
          </a:xfrm>
          <a:prstGeom prst="roundRect">
            <a:avLst>
              <a:gd name="adj" fmla="val 50000"/>
            </a:avLst>
          </a:prstGeom>
          <a:solidFill>
            <a:srgbClr val="FDE9D3"/>
          </a:solidFill>
          <a:ln/>
        </p:spPr>
        <p:txBody>
          <a:bodyPr/>
          <a:lstStyle/>
          <a:p>
            <a:endParaRPr lang="en-IN"/>
          </a:p>
        </p:txBody>
      </p:sp>
      <p:sp>
        <p:nvSpPr>
          <p:cNvPr id="18" name="Text 15">
            <a:extLst>
              <a:ext uri="{FF2B5EF4-FFF2-40B4-BE49-F238E27FC236}">
                <a16:creationId xmlns:a16="http://schemas.microsoft.com/office/drawing/2014/main" id="{06F1D61E-E87C-1402-7B8D-41802703D160}"/>
              </a:ext>
            </a:extLst>
          </p:cNvPr>
          <p:cNvSpPr txBox="1"/>
          <p:nvPr/>
        </p:nvSpPr>
        <p:spPr>
          <a:xfrm>
            <a:off x="3279648" y="3657600"/>
            <a:ext cx="633222"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Photo TBC</a:t>
            </a:r>
            <a:endParaRPr lang="en-US" sz="700" dirty="0"/>
          </a:p>
        </p:txBody>
      </p:sp>
      <p:sp>
        <p:nvSpPr>
          <p:cNvPr id="19" name="Shape 16">
            <a:extLst>
              <a:ext uri="{FF2B5EF4-FFF2-40B4-BE49-F238E27FC236}">
                <a16:creationId xmlns:a16="http://schemas.microsoft.com/office/drawing/2014/main" id="{99682CA6-2F32-5023-7471-BA057142DDF4}"/>
              </a:ext>
            </a:extLst>
          </p:cNvPr>
          <p:cNvSpPr/>
          <p:nvPr/>
        </p:nvSpPr>
        <p:spPr>
          <a:xfrm>
            <a:off x="4376928" y="2359152"/>
            <a:ext cx="1512418" cy="201168"/>
          </a:xfrm>
          <a:prstGeom prst="roundRect">
            <a:avLst>
              <a:gd name="adj" fmla="val 50000"/>
            </a:avLst>
          </a:prstGeom>
          <a:solidFill>
            <a:srgbClr val="ECEBFF"/>
          </a:solidFill>
          <a:ln/>
        </p:spPr>
        <p:txBody>
          <a:bodyPr/>
          <a:lstStyle/>
          <a:p>
            <a:endParaRPr lang="en-IN"/>
          </a:p>
        </p:txBody>
      </p:sp>
      <p:sp>
        <p:nvSpPr>
          <p:cNvPr id="20" name="Text 17">
            <a:extLst>
              <a:ext uri="{FF2B5EF4-FFF2-40B4-BE49-F238E27FC236}">
                <a16:creationId xmlns:a16="http://schemas.microsoft.com/office/drawing/2014/main" id="{E8E9968F-599C-12D6-BE19-E71EE488A05A}"/>
              </a:ext>
            </a:extLst>
          </p:cNvPr>
          <p:cNvSpPr txBox="1"/>
          <p:nvPr/>
        </p:nvSpPr>
        <p:spPr>
          <a:xfrm>
            <a:off x="4376928" y="2359152"/>
            <a:ext cx="1512418" cy="201168"/>
          </a:xfrm>
          <a:prstGeom prst="rect">
            <a:avLst/>
          </a:prstGeom>
          <a:noFill/>
          <a:ln/>
        </p:spPr>
        <p:txBody>
          <a:bodyPr wrap="square" lIns="0" tIns="0" rIns="0" bIns="0" rtlCol="0" anchor="ctr"/>
          <a:lstStyle/>
          <a:p>
            <a:pPr marL="0" indent="0" algn="ctr">
              <a:buNone/>
            </a:pPr>
            <a:r>
              <a:rPr lang="en-US" sz="600" b="1" dirty="0">
                <a:solidFill>
                  <a:srgbClr val="7B6CF6"/>
                </a:solidFill>
                <a:latin typeface="Calibri" pitchFamily="34" charset="0"/>
                <a:ea typeface="Calibri" pitchFamily="34" charset="-122"/>
                <a:cs typeface="Calibri" pitchFamily="34" charset="-120"/>
              </a:rPr>
              <a:t>FOUNDER &amp; MANAGING DIRECTOR</a:t>
            </a:r>
            <a:endParaRPr lang="en-US" sz="600" dirty="0"/>
          </a:p>
        </p:txBody>
      </p:sp>
      <p:sp>
        <p:nvSpPr>
          <p:cNvPr id="21" name="Text 18">
            <a:extLst>
              <a:ext uri="{FF2B5EF4-FFF2-40B4-BE49-F238E27FC236}">
                <a16:creationId xmlns:a16="http://schemas.microsoft.com/office/drawing/2014/main" id="{B4F3229C-93B5-E045-7A25-D288A52B479B}"/>
              </a:ext>
            </a:extLst>
          </p:cNvPr>
          <p:cNvSpPr txBox="1"/>
          <p:nvPr/>
        </p:nvSpPr>
        <p:spPr>
          <a:xfrm>
            <a:off x="4376928" y="2633472"/>
            <a:ext cx="1645920" cy="320040"/>
          </a:xfrm>
          <a:prstGeom prst="rect">
            <a:avLst/>
          </a:prstGeom>
          <a:noFill/>
          <a:ln/>
        </p:spPr>
        <p:txBody>
          <a:bodyPr wrap="square" lIns="0" tIns="0" rIns="0" bIns="0" rtlCol="0" anchor="t"/>
          <a:lstStyle/>
          <a:p>
            <a:pPr marL="0" indent="0">
              <a:buNone/>
            </a:pPr>
            <a:r>
              <a:rPr lang="en-US" sz="1300" b="1" dirty="0">
                <a:solidFill>
                  <a:srgbClr val="16161F"/>
                </a:solidFill>
                <a:latin typeface="Calibri" pitchFamily="34" charset="0"/>
                <a:ea typeface="Calibri" pitchFamily="34" charset="-122"/>
                <a:cs typeface="Calibri" pitchFamily="34" charset="-120"/>
              </a:rPr>
              <a:t>Member 1</a:t>
            </a:r>
            <a:endParaRPr lang="en-US" sz="1300" dirty="0"/>
          </a:p>
        </p:txBody>
      </p:sp>
      <p:sp>
        <p:nvSpPr>
          <p:cNvPr id="22" name="Text 19">
            <a:extLst>
              <a:ext uri="{FF2B5EF4-FFF2-40B4-BE49-F238E27FC236}">
                <a16:creationId xmlns:a16="http://schemas.microsoft.com/office/drawing/2014/main" id="{DC807610-9D7E-68D1-9010-97A7814E0887}"/>
              </a:ext>
            </a:extLst>
          </p:cNvPr>
          <p:cNvSpPr txBox="1"/>
          <p:nvPr/>
        </p:nvSpPr>
        <p:spPr>
          <a:xfrm>
            <a:off x="3233928" y="3959352"/>
            <a:ext cx="2724912" cy="1325880"/>
          </a:xfrm>
          <a:prstGeom prst="rect">
            <a:avLst/>
          </a:prstGeom>
          <a:noFill/>
          <a:ln/>
        </p:spPr>
        <p:txBody>
          <a:bodyPr wrap="square" lIns="0" tIns="0" rIns="0" bIns="0" rtlCol="0" anchor="t"/>
          <a:lstStyle/>
          <a:p>
            <a:pPr>
              <a:buNone/>
            </a:pPr>
            <a:r>
              <a:rPr lang="en-IN" sz="800" dirty="0"/>
              <a:t>Lorem ipsum </a:t>
            </a:r>
            <a:r>
              <a:rPr lang="en-IN" sz="800" dirty="0" err="1"/>
              <a:t>dolor</a:t>
            </a:r>
            <a:r>
              <a:rPr lang="en-IN" sz="800" dirty="0"/>
              <a:t> sit </a:t>
            </a:r>
            <a:r>
              <a:rPr lang="en-IN" sz="800" dirty="0" err="1"/>
              <a:t>amet</a:t>
            </a:r>
            <a:r>
              <a:rPr lang="en-IN" sz="800" dirty="0"/>
              <a:t>, </a:t>
            </a:r>
            <a:r>
              <a:rPr lang="en-IN" sz="800" dirty="0" err="1"/>
              <a:t>consectetur</a:t>
            </a:r>
            <a:r>
              <a:rPr lang="en-IN" sz="800" dirty="0"/>
              <a:t> </a:t>
            </a:r>
            <a:r>
              <a:rPr lang="en-IN" sz="800" dirty="0" err="1"/>
              <a:t>adipiscing</a:t>
            </a:r>
            <a:r>
              <a:rPr lang="en-IN" sz="800" dirty="0"/>
              <a:t> </a:t>
            </a:r>
            <a:r>
              <a:rPr lang="en-IN" sz="800" dirty="0" err="1"/>
              <a:t>elit</a:t>
            </a:r>
            <a:r>
              <a:rPr lang="en-IN" sz="800" dirty="0"/>
              <a:t>. Sed do </a:t>
            </a:r>
            <a:r>
              <a:rPr lang="en-IN" sz="800" dirty="0" err="1"/>
              <a:t>eiusmod</a:t>
            </a:r>
            <a:r>
              <a:rPr lang="en-IN" sz="800" dirty="0"/>
              <a:t> </a:t>
            </a:r>
            <a:r>
              <a:rPr lang="en-IN" sz="800" dirty="0" err="1"/>
              <a:t>tempor</a:t>
            </a:r>
            <a:r>
              <a:rPr lang="en-IN" sz="800" dirty="0"/>
              <a:t> </a:t>
            </a:r>
            <a:r>
              <a:rPr lang="en-IN" sz="800" dirty="0" err="1"/>
              <a:t>incididunt</a:t>
            </a:r>
            <a:r>
              <a:rPr lang="en-IN" sz="800" dirty="0"/>
              <a:t> </a:t>
            </a:r>
            <a:r>
              <a:rPr lang="en-IN" sz="800" dirty="0" err="1"/>
              <a:t>ut</a:t>
            </a:r>
            <a:r>
              <a:rPr lang="en-IN" sz="800" dirty="0"/>
              <a:t> labore et dolore magna </a:t>
            </a:r>
            <a:r>
              <a:rPr lang="en-IN" sz="800" dirty="0" err="1"/>
              <a:t>aliqua</a:t>
            </a:r>
            <a:r>
              <a:rPr lang="en-IN" sz="800" dirty="0"/>
              <a:t>. Ut </a:t>
            </a:r>
            <a:r>
              <a:rPr lang="en-IN" sz="800" dirty="0" err="1"/>
              <a:t>enim</a:t>
            </a:r>
            <a:r>
              <a:rPr lang="en-IN" sz="800" dirty="0"/>
              <a:t> ad minim </a:t>
            </a:r>
            <a:r>
              <a:rPr lang="en-IN" sz="800" dirty="0" err="1"/>
              <a:t>veniam</a:t>
            </a:r>
            <a:r>
              <a:rPr lang="en-IN" sz="800" dirty="0"/>
              <a:t>, quis </a:t>
            </a:r>
            <a:r>
              <a:rPr lang="en-IN" sz="800" dirty="0" err="1"/>
              <a:t>nostrud</a:t>
            </a:r>
            <a:r>
              <a:rPr lang="en-IN" sz="800" dirty="0"/>
              <a:t> exercitation </a:t>
            </a:r>
            <a:r>
              <a:rPr lang="en-IN" sz="800" dirty="0" err="1"/>
              <a:t>ullamco</a:t>
            </a:r>
            <a:r>
              <a:rPr lang="en-IN" sz="800" dirty="0"/>
              <a:t> </a:t>
            </a:r>
            <a:r>
              <a:rPr lang="en-IN" sz="800" dirty="0" err="1"/>
              <a:t>laboris</a:t>
            </a:r>
            <a:r>
              <a:rPr lang="en-IN" sz="800" dirty="0"/>
              <a:t> nisi </a:t>
            </a:r>
            <a:r>
              <a:rPr lang="en-IN" sz="800" dirty="0" err="1"/>
              <a:t>ut</a:t>
            </a:r>
            <a:r>
              <a:rPr lang="en-IN" sz="800" dirty="0"/>
              <a:t> </a:t>
            </a:r>
            <a:r>
              <a:rPr lang="en-IN" sz="800" dirty="0" err="1"/>
              <a:t>aliquip</a:t>
            </a:r>
            <a:r>
              <a:rPr lang="en-IN" sz="800" dirty="0"/>
              <a:t> ex </a:t>
            </a:r>
            <a:r>
              <a:rPr lang="en-IN" sz="800" dirty="0" err="1"/>
              <a:t>ea</a:t>
            </a:r>
            <a:r>
              <a:rPr lang="en-IN" sz="800" dirty="0"/>
              <a:t> </a:t>
            </a:r>
            <a:r>
              <a:rPr lang="en-IN" sz="800" dirty="0" err="1"/>
              <a:t>commodo</a:t>
            </a:r>
            <a:r>
              <a:rPr lang="en-IN" sz="800" dirty="0"/>
              <a:t> </a:t>
            </a:r>
            <a:r>
              <a:rPr lang="en-IN" sz="800" dirty="0" err="1"/>
              <a:t>consequat</a:t>
            </a:r>
            <a:r>
              <a:rPr lang="en-IN" sz="800" dirty="0"/>
              <a:t>. Duis </a:t>
            </a:r>
            <a:r>
              <a:rPr lang="en-IN" sz="800" dirty="0" err="1"/>
              <a:t>aute</a:t>
            </a:r>
            <a:r>
              <a:rPr lang="en-IN" sz="800" dirty="0"/>
              <a:t> </a:t>
            </a:r>
            <a:r>
              <a:rPr lang="en-IN" sz="800" dirty="0" err="1"/>
              <a:t>irure</a:t>
            </a:r>
            <a:r>
              <a:rPr lang="en-IN" sz="800" dirty="0"/>
              <a:t> </a:t>
            </a:r>
            <a:r>
              <a:rPr lang="en-IN" sz="800" dirty="0" err="1"/>
              <a:t>dolor</a:t>
            </a:r>
            <a:r>
              <a:rPr lang="en-IN" sz="800" dirty="0"/>
              <a:t> in </a:t>
            </a:r>
            <a:r>
              <a:rPr lang="en-IN" sz="800" dirty="0" err="1"/>
              <a:t>reprehenderit</a:t>
            </a:r>
            <a:r>
              <a:rPr lang="en-IN" sz="800" dirty="0"/>
              <a:t> in </a:t>
            </a:r>
            <a:r>
              <a:rPr lang="en-IN" sz="800" dirty="0" err="1"/>
              <a:t>voluptate</a:t>
            </a:r>
            <a:r>
              <a:rPr lang="en-IN" sz="800" dirty="0"/>
              <a:t> </a:t>
            </a:r>
            <a:r>
              <a:rPr lang="en-IN" sz="800" dirty="0" err="1"/>
              <a:t>velit</a:t>
            </a:r>
            <a:r>
              <a:rPr lang="en-IN" sz="800" dirty="0"/>
              <a:t> esse </a:t>
            </a:r>
            <a:r>
              <a:rPr lang="en-IN" sz="800" dirty="0" err="1"/>
              <a:t>cillum</a:t>
            </a:r>
            <a:r>
              <a:rPr lang="en-IN" sz="800" dirty="0"/>
              <a:t> dolore </a:t>
            </a:r>
            <a:r>
              <a:rPr lang="en-IN" sz="800" dirty="0" err="1"/>
              <a:t>eu</a:t>
            </a:r>
            <a:r>
              <a:rPr lang="en-IN" sz="800" dirty="0"/>
              <a:t> </a:t>
            </a:r>
            <a:r>
              <a:rPr lang="en-IN" sz="800" dirty="0" err="1"/>
              <a:t>fugiat</a:t>
            </a:r>
            <a:r>
              <a:rPr lang="en-IN" sz="800" dirty="0"/>
              <a:t> </a:t>
            </a:r>
            <a:r>
              <a:rPr lang="en-IN" sz="800" dirty="0" err="1"/>
              <a:t>nulla</a:t>
            </a:r>
            <a:r>
              <a:rPr lang="en-IN" sz="800" dirty="0"/>
              <a:t> </a:t>
            </a:r>
            <a:r>
              <a:rPr lang="en-IN" sz="800" dirty="0" err="1"/>
              <a:t>pariatur</a:t>
            </a:r>
            <a:r>
              <a:rPr lang="en-IN" sz="800" dirty="0"/>
              <a:t>.</a:t>
            </a:r>
          </a:p>
        </p:txBody>
      </p:sp>
      <p:sp>
        <p:nvSpPr>
          <p:cNvPr id="23" name="Text 20">
            <a:extLst>
              <a:ext uri="{FF2B5EF4-FFF2-40B4-BE49-F238E27FC236}">
                <a16:creationId xmlns:a16="http://schemas.microsoft.com/office/drawing/2014/main" id="{A70227F6-A1DA-967B-DF10-D9D5C068C574}"/>
              </a:ext>
            </a:extLst>
          </p:cNvPr>
          <p:cNvSpPr txBox="1"/>
          <p:nvPr/>
        </p:nvSpPr>
        <p:spPr>
          <a:xfrm>
            <a:off x="3233928" y="5285232"/>
            <a:ext cx="1371600" cy="182880"/>
          </a:xfrm>
          <a:prstGeom prst="rect">
            <a:avLst/>
          </a:prstGeom>
          <a:noFill/>
          <a:ln/>
        </p:spPr>
        <p:txBody>
          <a:bodyPr wrap="square" lIns="0" tIns="0" rIns="0" bIns="0" rtlCol="0" anchor="t"/>
          <a:lstStyle/>
          <a:p>
            <a:pPr marL="0" indent="0">
              <a:buNone/>
            </a:pPr>
            <a:r>
              <a:rPr lang="en-US" sz="750" b="1" dirty="0">
                <a:solidFill>
                  <a:srgbClr val="7B6CF6"/>
                </a:solidFill>
                <a:latin typeface="Calibri" pitchFamily="34" charset="0"/>
                <a:ea typeface="Calibri" pitchFamily="34" charset="-122"/>
                <a:cs typeface="Calibri" pitchFamily="34" charset="-120"/>
              </a:rPr>
              <a:t>Read full bio ▾</a:t>
            </a:r>
            <a:endParaRPr lang="en-US" sz="750" dirty="0"/>
          </a:p>
        </p:txBody>
      </p:sp>
      <p:sp>
        <p:nvSpPr>
          <p:cNvPr id="24" name="Text 21">
            <a:extLst>
              <a:ext uri="{FF2B5EF4-FFF2-40B4-BE49-F238E27FC236}">
                <a16:creationId xmlns:a16="http://schemas.microsoft.com/office/drawing/2014/main" id="{24AC1D9F-8E4A-21FF-D261-C869A017CAC7}"/>
              </a:ext>
            </a:extLst>
          </p:cNvPr>
          <p:cNvSpPr txBox="1"/>
          <p:nvPr/>
        </p:nvSpPr>
        <p:spPr>
          <a:xfrm>
            <a:off x="4011168" y="5239512"/>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5" name="Shape 22">
            <a:extLst>
              <a:ext uri="{FF2B5EF4-FFF2-40B4-BE49-F238E27FC236}">
                <a16:creationId xmlns:a16="http://schemas.microsoft.com/office/drawing/2014/main" id="{7CFE56A9-8DA1-874F-D9D4-74552542B3B7}"/>
              </a:ext>
            </a:extLst>
          </p:cNvPr>
          <p:cNvSpPr/>
          <p:nvPr/>
        </p:nvSpPr>
        <p:spPr>
          <a:xfrm>
            <a:off x="3233928" y="5559552"/>
            <a:ext cx="2724912" cy="0"/>
          </a:xfrm>
          <a:prstGeom prst="line">
            <a:avLst/>
          </a:prstGeom>
          <a:noFill/>
          <a:ln w="12700">
            <a:solidFill>
              <a:srgbClr val="E4E3EF"/>
            </a:solidFill>
            <a:prstDash val="solid"/>
          </a:ln>
        </p:spPr>
        <p:txBody>
          <a:bodyPr/>
          <a:lstStyle/>
          <a:p>
            <a:endParaRPr lang="en-IN"/>
          </a:p>
        </p:txBody>
      </p:sp>
      <p:sp>
        <p:nvSpPr>
          <p:cNvPr id="26" name="Text 23">
            <a:extLst>
              <a:ext uri="{FF2B5EF4-FFF2-40B4-BE49-F238E27FC236}">
                <a16:creationId xmlns:a16="http://schemas.microsoft.com/office/drawing/2014/main" id="{9FF27F0F-320E-D238-3480-660DBC6005C3}"/>
              </a:ext>
            </a:extLst>
          </p:cNvPr>
          <p:cNvSpPr txBox="1"/>
          <p:nvPr/>
        </p:nvSpPr>
        <p:spPr>
          <a:xfrm>
            <a:off x="3233928" y="5632704"/>
            <a:ext cx="914400" cy="164592"/>
          </a:xfrm>
          <a:prstGeom prst="rect">
            <a:avLst/>
          </a:prstGeom>
          <a:noFill/>
          <a:ln/>
        </p:spPr>
        <p:txBody>
          <a:bodyPr wrap="square" lIns="0" tIns="0" rIns="0" bIns="0" rtlCol="0" anchor="t"/>
          <a:lstStyle/>
          <a:p>
            <a:pPr marL="0" indent="0">
              <a:buNone/>
            </a:pPr>
            <a:r>
              <a:rPr lang="en-US" sz="700" dirty="0">
                <a:solidFill>
                  <a:srgbClr val="8B8BA3"/>
                </a:solidFill>
                <a:latin typeface="Calibri" pitchFamily="34" charset="0"/>
                <a:ea typeface="Calibri" pitchFamily="34" charset="-122"/>
                <a:cs typeface="Calibri" pitchFamily="34" charset="-120"/>
              </a:rPr>
              <a:t>Experience</a:t>
            </a:r>
            <a:endParaRPr lang="en-US" sz="700" dirty="0"/>
          </a:p>
        </p:txBody>
      </p:sp>
      <p:sp>
        <p:nvSpPr>
          <p:cNvPr id="27" name="Shape 24">
            <a:extLst>
              <a:ext uri="{FF2B5EF4-FFF2-40B4-BE49-F238E27FC236}">
                <a16:creationId xmlns:a16="http://schemas.microsoft.com/office/drawing/2014/main" id="{D7A7D85A-B34C-3650-9611-CDFE4AD325D1}"/>
              </a:ext>
            </a:extLst>
          </p:cNvPr>
          <p:cNvSpPr/>
          <p:nvPr/>
        </p:nvSpPr>
        <p:spPr>
          <a:xfrm>
            <a:off x="3233928" y="5806440"/>
            <a:ext cx="633222" cy="182880"/>
          </a:xfrm>
          <a:prstGeom prst="roundRect">
            <a:avLst>
              <a:gd name="adj" fmla="val 50000"/>
            </a:avLst>
          </a:prstGeom>
          <a:solidFill>
            <a:srgbClr val="FDE9D3"/>
          </a:solidFill>
          <a:ln/>
        </p:spPr>
        <p:txBody>
          <a:bodyPr/>
          <a:lstStyle/>
          <a:p>
            <a:endParaRPr lang="en-IN"/>
          </a:p>
        </p:txBody>
      </p:sp>
      <p:sp>
        <p:nvSpPr>
          <p:cNvPr id="28" name="Text 25">
            <a:extLst>
              <a:ext uri="{FF2B5EF4-FFF2-40B4-BE49-F238E27FC236}">
                <a16:creationId xmlns:a16="http://schemas.microsoft.com/office/drawing/2014/main" id="{D0454588-284E-1131-88C8-13C5C5A0C491}"/>
              </a:ext>
            </a:extLst>
          </p:cNvPr>
          <p:cNvSpPr txBox="1"/>
          <p:nvPr/>
        </p:nvSpPr>
        <p:spPr>
          <a:xfrm>
            <a:off x="3233928" y="5806440"/>
            <a:ext cx="633222"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Years TBC</a:t>
            </a:r>
            <a:endParaRPr lang="en-US" sz="700" dirty="0"/>
          </a:p>
        </p:txBody>
      </p:sp>
      <p:sp>
        <p:nvSpPr>
          <p:cNvPr id="29" name="Shape 26">
            <a:extLst>
              <a:ext uri="{FF2B5EF4-FFF2-40B4-BE49-F238E27FC236}">
                <a16:creationId xmlns:a16="http://schemas.microsoft.com/office/drawing/2014/main" id="{A04A4372-70EB-1348-766F-662D9DFA7ED1}"/>
              </a:ext>
            </a:extLst>
          </p:cNvPr>
          <p:cNvSpPr/>
          <p:nvPr/>
        </p:nvSpPr>
        <p:spPr>
          <a:xfrm>
            <a:off x="5410200" y="5669280"/>
            <a:ext cx="246888" cy="246888"/>
          </a:xfrm>
          <a:prstGeom prst="ellipse">
            <a:avLst/>
          </a:prstGeom>
          <a:solidFill>
            <a:srgbClr val="F3F2FA"/>
          </a:solidFill>
          <a:ln/>
        </p:spPr>
        <p:txBody>
          <a:bodyPr/>
          <a:lstStyle/>
          <a:p>
            <a:endParaRPr lang="en-IN"/>
          </a:p>
        </p:txBody>
      </p:sp>
      <p:sp>
        <p:nvSpPr>
          <p:cNvPr id="30" name="Text 27">
            <a:extLst>
              <a:ext uri="{FF2B5EF4-FFF2-40B4-BE49-F238E27FC236}">
                <a16:creationId xmlns:a16="http://schemas.microsoft.com/office/drawing/2014/main" id="{8734F79F-C12E-DACF-B3D7-023480DB4E4F}"/>
              </a:ext>
            </a:extLst>
          </p:cNvPr>
          <p:cNvSpPr txBox="1"/>
          <p:nvPr/>
        </p:nvSpPr>
        <p:spPr>
          <a:xfrm>
            <a:off x="5410200" y="5669280"/>
            <a:ext cx="246888" cy="246888"/>
          </a:xfrm>
          <a:prstGeom prst="rect">
            <a:avLst/>
          </a:prstGeom>
          <a:noFill/>
          <a:ln/>
        </p:spPr>
        <p:txBody>
          <a:bodyPr wrap="square" lIns="0" tIns="0" rIns="0" bIns="0" rtlCol="0" anchor="ctr"/>
          <a:lstStyle/>
          <a:p>
            <a:pPr marL="0" indent="0" algn="ctr">
              <a:buNone/>
            </a:pPr>
            <a:r>
              <a:rPr lang="en-US" sz="800" b="1" dirty="0">
                <a:solidFill>
                  <a:srgbClr val="16161F"/>
                </a:solidFill>
                <a:latin typeface="Calibri" pitchFamily="34" charset="0"/>
                <a:ea typeface="Calibri" pitchFamily="34" charset="-122"/>
                <a:cs typeface="Calibri" pitchFamily="34" charset="-120"/>
              </a:rPr>
              <a:t>in</a:t>
            </a:r>
            <a:endParaRPr lang="en-US" sz="800" dirty="0"/>
          </a:p>
        </p:txBody>
      </p:sp>
      <p:sp>
        <p:nvSpPr>
          <p:cNvPr id="31" name="Shape 28">
            <a:extLst>
              <a:ext uri="{FF2B5EF4-FFF2-40B4-BE49-F238E27FC236}">
                <a16:creationId xmlns:a16="http://schemas.microsoft.com/office/drawing/2014/main" id="{84F31502-8146-E785-F81E-9BCD7294418F}"/>
              </a:ext>
            </a:extLst>
          </p:cNvPr>
          <p:cNvSpPr/>
          <p:nvPr/>
        </p:nvSpPr>
        <p:spPr>
          <a:xfrm>
            <a:off x="5711952" y="5669280"/>
            <a:ext cx="246888" cy="246888"/>
          </a:xfrm>
          <a:prstGeom prst="ellipse">
            <a:avLst/>
          </a:prstGeom>
          <a:solidFill>
            <a:srgbClr val="F3F2FA"/>
          </a:solidFill>
          <a:ln/>
        </p:spPr>
        <p:txBody>
          <a:bodyPr/>
          <a:lstStyle/>
          <a:p>
            <a:endParaRPr lang="en-IN"/>
          </a:p>
        </p:txBody>
      </p:sp>
      <p:sp>
        <p:nvSpPr>
          <p:cNvPr id="32" name="Text 29">
            <a:extLst>
              <a:ext uri="{FF2B5EF4-FFF2-40B4-BE49-F238E27FC236}">
                <a16:creationId xmlns:a16="http://schemas.microsoft.com/office/drawing/2014/main" id="{D3F13D98-B925-792A-2071-F6B3FD19D8C7}"/>
              </a:ext>
            </a:extLst>
          </p:cNvPr>
          <p:cNvSpPr txBox="1"/>
          <p:nvPr/>
        </p:nvSpPr>
        <p:spPr>
          <a:xfrm>
            <a:off x="5711952" y="5669280"/>
            <a:ext cx="246888" cy="246888"/>
          </a:xfrm>
          <a:prstGeom prst="rect">
            <a:avLst/>
          </a:prstGeom>
          <a:noFill/>
          <a:ln/>
        </p:spPr>
        <p:txBody>
          <a:bodyPr wrap="square" lIns="0" tIns="0" rIns="0" bIns="0" rtlCol="0" anchor="ctr"/>
          <a:lstStyle/>
          <a:p>
            <a:pPr marL="0" indent="0" algn="ctr">
              <a:buNone/>
            </a:pPr>
            <a:r>
              <a:rPr lang="en-US" sz="800" b="1" dirty="0">
                <a:solidFill>
                  <a:srgbClr val="16161F"/>
                </a:solidFill>
                <a:latin typeface="Calibri" pitchFamily="34" charset="0"/>
                <a:ea typeface="Calibri" pitchFamily="34" charset="-122"/>
                <a:cs typeface="Calibri" pitchFamily="34" charset="-120"/>
              </a:rPr>
              <a:t>@</a:t>
            </a:r>
            <a:endParaRPr lang="en-US" sz="800" dirty="0"/>
          </a:p>
        </p:txBody>
      </p:sp>
      <p:sp>
        <p:nvSpPr>
          <p:cNvPr id="33" name="Shape 30">
            <a:extLst>
              <a:ext uri="{FF2B5EF4-FFF2-40B4-BE49-F238E27FC236}">
                <a16:creationId xmlns:a16="http://schemas.microsoft.com/office/drawing/2014/main" id="{CF28C35B-EDD7-709F-739D-9B4217279C0F}"/>
              </a:ext>
            </a:extLst>
          </p:cNvPr>
          <p:cNvSpPr/>
          <p:nvPr/>
        </p:nvSpPr>
        <p:spPr>
          <a:xfrm>
            <a:off x="6224016" y="2176272"/>
            <a:ext cx="2999232" cy="3840480"/>
          </a:xfrm>
          <a:prstGeom prst="roundRect">
            <a:avLst>
              <a:gd name="adj" fmla="val 5488"/>
            </a:avLst>
          </a:prstGeom>
          <a:solidFill>
            <a:srgbClr val="FFFFFF"/>
          </a:solidFill>
          <a:ln w="9525">
            <a:solidFill>
              <a:srgbClr val="E4E3EF"/>
            </a:solidFill>
            <a:prstDash val="solid"/>
          </a:ln>
        </p:spPr>
        <p:txBody>
          <a:bodyPr/>
          <a:lstStyle/>
          <a:p>
            <a:endParaRPr lang="en-IN"/>
          </a:p>
        </p:txBody>
      </p:sp>
      <p:sp>
        <p:nvSpPr>
          <p:cNvPr id="34" name="Shape 31">
            <a:extLst>
              <a:ext uri="{FF2B5EF4-FFF2-40B4-BE49-F238E27FC236}">
                <a16:creationId xmlns:a16="http://schemas.microsoft.com/office/drawing/2014/main" id="{154BD3CA-8A3B-8798-DD3F-3016B6B81193}"/>
              </a:ext>
            </a:extLst>
          </p:cNvPr>
          <p:cNvSpPr/>
          <p:nvPr/>
        </p:nvSpPr>
        <p:spPr>
          <a:xfrm>
            <a:off x="6333744" y="2286000"/>
            <a:ext cx="1051560" cy="1325880"/>
          </a:xfrm>
          <a:prstGeom prst="roundRect">
            <a:avLst>
              <a:gd name="adj" fmla="val 8696"/>
            </a:avLst>
          </a:prstGeom>
          <a:solidFill>
            <a:schemeClr val="bg1">
              <a:lumMod val="85000"/>
            </a:schemeClr>
          </a:solidFill>
          <a:ln w="9525">
            <a:solidFill>
              <a:srgbClr val="B3A8FF"/>
            </a:solidFill>
            <a:prstDash val="dash"/>
          </a:ln>
        </p:spPr>
        <p:txBody>
          <a:bodyPr/>
          <a:lstStyle/>
          <a:p>
            <a:endParaRPr lang="en-IN"/>
          </a:p>
        </p:txBody>
      </p:sp>
      <p:pic>
        <p:nvPicPr>
          <p:cNvPr id="35" name="Image 1" descr="preencoded.png">
            <a:extLst>
              <a:ext uri="{FF2B5EF4-FFF2-40B4-BE49-F238E27FC236}">
                <a16:creationId xmlns:a16="http://schemas.microsoft.com/office/drawing/2014/main" id="{E6EE286B-2839-0CCF-47E0-A397F5BB0D58}"/>
              </a:ext>
            </a:extLst>
          </p:cNvPr>
          <p:cNvPicPr>
            <a:picLocks noChangeAspect="1"/>
          </p:cNvPicPr>
          <p:nvPr/>
        </p:nvPicPr>
        <p:blipFill>
          <a:blip r:embed="rId4">
            <a:biLevel thresh="50000"/>
          </a:blip>
          <a:stretch>
            <a:fillRect/>
          </a:stretch>
        </p:blipFill>
        <p:spPr>
          <a:xfrm>
            <a:off x="6667500" y="2638044"/>
            <a:ext cx="384048" cy="384048"/>
          </a:xfrm>
          <a:prstGeom prst="rect">
            <a:avLst/>
          </a:prstGeom>
        </p:spPr>
      </p:pic>
      <p:sp>
        <p:nvSpPr>
          <p:cNvPr id="36" name="Text 32">
            <a:extLst>
              <a:ext uri="{FF2B5EF4-FFF2-40B4-BE49-F238E27FC236}">
                <a16:creationId xmlns:a16="http://schemas.microsoft.com/office/drawing/2014/main" id="{ACAE70BB-8679-F032-0B82-BACE334D75F2}"/>
              </a:ext>
            </a:extLst>
          </p:cNvPr>
          <p:cNvSpPr txBox="1"/>
          <p:nvPr/>
        </p:nvSpPr>
        <p:spPr>
          <a:xfrm>
            <a:off x="6406896" y="3086100"/>
            <a:ext cx="905256" cy="384048"/>
          </a:xfrm>
          <a:prstGeom prst="rect">
            <a:avLst/>
          </a:prstGeom>
          <a:noFill/>
          <a:ln/>
        </p:spPr>
        <p:txBody>
          <a:bodyPr wrap="square" lIns="0" tIns="0" rIns="0" bIns="0" rtlCol="0" anchor="t"/>
          <a:lstStyle/>
          <a:p>
            <a:pPr marL="0" indent="0" algn="ctr">
              <a:buNone/>
            </a:pPr>
            <a:r>
              <a:rPr lang="en-US" sz="750" i="1" dirty="0">
                <a:solidFill>
                  <a:srgbClr val="5F6075"/>
                </a:solidFill>
                <a:latin typeface="Calibri" pitchFamily="34" charset="0"/>
                <a:ea typeface="Calibri" pitchFamily="34" charset="-122"/>
                <a:cs typeface="Calibri" pitchFamily="34" charset="-120"/>
              </a:rPr>
              <a:t>Headshot</a:t>
            </a:r>
            <a:endParaRPr lang="en-US" sz="750" dirty="0"/>
          </a:p>
        </p:txBody>
      </p:sp>
      <p:sp>
        <p:nvSpPr>
          <p:cNvPr id="37" name="Shape 33">
            <a:extLst>
              <a:ext uri="{FF2B5EF4-FFF2-40B4-BE49-F238E27FC236}">
                <a16:creationId xmlns:a16="http://schemas.microsoft.com/office/drawing/2014/main" id="{B7E03FCB-9A78-093E-EEBC-7F4DAD90BD8A}"/>
              </a:ext>
            </a:extLst>
          </p:cNvPr>
          <p:cNvSpPr/>
          <p:nvPr/>
        </p:nvSpPr>
        <p:spPr>
          <a:xfrm>
            <a:off x="6406896" y="3657600"/>
            <a:ext cx="633222" cy="182880"/>
          </a:xfrm>
          <a:prstGeom prst="roundRect">
            <a:avLst>
              <a:gd name="adj" fmla="val 50000"/>
            </a:avLst>
          </a:prstGeom>
          <a:solidFill>
            <a:srgbClr val="FDE9D3"/>
          </a:solidFill>
          <a:ln/>
        </p:spPr>
        <p:txBody>
          <a:bodyPr/>
          <a:lstStyle/>
          <a:p>
            <a:endParaRPr lang="en-IN"/>
          </a:p>
        </p:txBody>
      </p:sp>
      <p:sp>
        <p:nvSpPr>
          <p:cNvPr id="38" name="Text 34">
            <a:extLst>
              <a:ext uri="{FF2B5EF4-FFF2-40B4-BE49-F238E27FC236}">
                <a16:creationId xmlns:a16="http://schemas.microsoft.com/office/drawing/2014/main" id="{06C1DE1B-92F4-25E4-E690-CB52AF838AC8}"/>
              </a:ext>
            </a:extLst>
          </p:cNvPr>
          <p:cNvSpPr txBox="1"/>
          <p:nvPr/>
        </p:nvSpPr>
        <p:spPr>
          <a:xfrm>
            <a:off x="6406896" y="3657600"/>
            <a:ext cx="633222"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Photo TBC</a:t>
            </a:r>
            <a:endParaRPr lang="en-US" sz="700" dirty="0"/>
          </a:p>
        </p:txBody>
      </p:sp>
      <p:sp>
        <p:nvSpPr>
          <p:cNvPr id="39" name="Shape 35">
            <a:extLst>
              <a:ext uri="{FF2B5EF4-FFF2-40B4-BE49-F238E27FC236}">
                <a16:creationId xmlns:a16="http://schemas.microsoft.com/office/drawing/2014/main" id="{B5814DD5-5DB8-64A0-1242-B86F5A740878}"/>
              </a:ext>
            </a:extLst>
          </p:cNvPr>
          <p:cNvSpPr/>
          <p:nvPr/>
        </p:nvSpPr>
        <p:spPr>
          <a:xfrm>
            <a:off x="7504176" y="2359152"/>
            <a:ext cx="1227125" cy="201168"/>
          </a:xfrm>
          <a:prstGeom prst="roundRect">
            <a:avLst>
              <a:gd name="adj" fmla="val 50000"/>
            </a:avLst>
          </a:prstGeom>
          <a:solidFill>
            <a:srgbClr val="ECEBFF"/>
          </a:solidFill>
          <a:ln/>
        </p:spPr>
        <p:txBody>
          <a:bodyPr/>
          <a:lstStyle/>
          <a:p>
            <a:endParaRPr lang="en-IN"/>
          </a:p>
        </p:txBody>
      </p:sp>
      <p:sp>
        <p:nvSpPr>
          <p:cNvPr id="40" name="Text 36">
            <a:extLst>
              <a:ext uri="{FF2B5EF4-FFF2-40B4-BE49-F238E27FC236}">
                <a16:creationId xmlns:a16="http://schemas.microsoft.com/office/drawing/2014/main" id="{11443BF6-6C0D-39D6-DE37-537AF8F4EF23}"/>
              </a:ext>
            </a:extLst>
          </p:cNvPr>
          <p:cNvSpPr txBox="1"/>
          <p:nvPr/>
        </p:nvSpPr>
        <p:spPr>
          <a:xfrm>
            <a:off x="7504176" y="2359152"/>
            <a:ext cx="1227125" cy="201168"/>
          </a:xfrm>
          <a:prstGeom prst="rect">
            <a:avLst/>
          </a:prstGeom>
          <a:noFill/>
          <a:ln/>
        </p:spPr>
        <p:txBody>
          <a:bodyPr wrap="square" lIns="0" tIns="0" rIns="0" bIns="0" rtlCol="0" anchor="ctr"/>
          <a:lstStyle/>
          <a:p>
            <a:pPr marL="0" indent="0" algn="ctr">
              <a:buNone/>
            </a:pPr>
            <a:r>
              <a:rPr lang="en-US" sz="600" b="1" dirty="0">
                <a:solidFill>
                  <a:srgbClr val="7B6CF6"/>
                </a:solidFill>
                <a:latin typeface="Calibri" pitchFamily="34" charset="0"/>
                <a:ea typeface="Calibri" pitchFamily="34" charset="-122"/>
                <a:cs typeface="Calibri" pitchFamily="34" charset="-120"/>
              </a:rPr>
              <a:t>CO-FOUNDER &amp; DIRECTOR</a:t>
            </a:r>
            <a:endParaRPr lang="en-US" sz="600" dirty="0"/>
          </a:p>
        </p:txBody>
      </p:sp>
      <p:sp>
        <p:nvSpPr>
          <p:cNvPr id="41" name="Text 37">
            <a:extLst>
              <a:ext uri="{FF2B5EF4-FFF2-40B4-BE49-F238E27FC236}">
                <a16:creationId xmlns:a16="http://schemas.microsoft.com/office/drawing/2014/main" id="{8A6C18F2-64A1-FE1A-4868-2894CFD8C76E}"/>
              </a:ext>
            </a:extLst>
          </p:cNvPr>
          <p:cNvSpPr txBox="1"/>
          <p:nvPr/>
        </p:nvSpPr>
        <p:spPr>
          <a:xfrm>
            <a:off x="7504176" y="2633472"/>
            <a:ext cx="1645920" cy="320040"/>
          </a:xfrm>
          <a:prstGeom prst="rect">
            <a:avLst/>
          </a:prstGeom>
          <a:noFill/>
          <a:ln/>
        </p:spPr>
        <p:txBody>
          <a:bodyPr wrap="square" lIns="0" tIns="0" rIns="0" bIns="0" rtlCol="0" anchor="t"/>
          <a:lstStyle/>
          <a:p>
            <a:pPr marL="0" indent="0">
              <a:buNone/>
            </a:pPr>
            <a:r>
              <a:rPr lang="en-US" sz="1300" b="1" dirty="0">
                <a:solidFill>
                  <a:srgbClr val="16161F"/>
                </a:solidFill>
                <a:latin typeface="Calibri" pitchFamily="34" charset="0"/>
                <a:ea typeface="Calibri" pitchFamily="34" charset="-122"/>
                <a:cs typeface="Calibri" pitchFamily="34" charset="-120"/>
              </a:rPr>
              <a:t>Member 2</a:t>
            </a:r>
            <a:endParaRPr lang="en-US" sz="1300" dirty="0"/>
          </a:p>
        </p:txBody>
      </p:sp>
      <p:sp>
        <p:nvSpPr>
          <p:cNvPr id="42" name="Text 38">
            <a:extLst>
              <a:ext uri="{FF2B5EF4-FFF2-40B4-BE49-F238E27FC236}">
                <a16:creationId xmlns:a16="http://schemas.microsoft.com/office/drawing/2014/main" id="{4E180953-E352-C225-4686-D0D1F76D589D}"/>
              </a:ext>
            </a:extLst>
          </p:cNvPr>
          <p:cNvSpPr txBox="1"/>
          <p:nvPr/>
        </p:nvSpPr>
        <p:spPr>
          <a:xfrm>
            <a:off x="6361176" y="3959352"/>
            <a:ext cx="2724912" cy="1325880"/>
          </a:xfrm>
          <a:prstGeom prst="rect">
            <a:avLst/>
          </a:prstGeom>
          <a:noFill/>
          <a:ln/>
        </p:spPr>
        <p:txBody>
          <a:bodyPr wrap="square" lIns="0" tIns="0" rIns="0" bIns="0" rtlCol="0" anchor="t"/>
          <a:lstStyle/>
          <a:p>
            <a:pPr>
              <a:buNone/>
            </a:pPr>
            <a:r>
              <a:rPr lang="en-IN" sz="800" dirty="0"/>
              <a:t>Lorem ipsum </a:t>
            </a:r>
            <a:r>
              <a:rPr lang="en-IN" sz="800" dirty="0" err="1"/>
              <a:t>dolor</a:t>
            </a:r>
            <a:r>
              <a:rPr lang="en-IN" sz="800" dirty="0"/>
              <a:t> sit </a:t>
            </a:r>
            <a:r>
              <a:rPr lang="en-IN" sz="800" dirty="0" err="1"/>
              <a:t>amet</a:t>
            </a:r>
            <a:r>
              <a:rPr lang="en-IN" sz="800" dirty="0"/>
              <a:t>, </a:t>
            </a:r>
            <a:r>
              <a:rPr lang="en-IN" sz="800" dirty="0" err="1"/>
              <a:t>consectetur</a:t>
            </a:r>
            <a:r>
              <a:rPr lang="en-IN" sz="800" dirty="0"/>
              <a:t> </a:t>
            </a:r>
            <a:r>
              <a:rPr lang="en-IN" sz="800" dirty="0" err="1"/>
              <a:t>adipiscing</a:t>
            </a:r>
            <a:r>
              <a:rPr lang="en-IN" sz="800" dirty="0"/>
              <a:t> </a:t>
            </a:r>
            <a:r>
              <a:rPr lang="en-IN" sz="800" dirty="0" err="1"/>
              <a:t>elit</a:t>
            </a:r>
            <a:r>
              <a:rPr lang="en-IN" sz="800" dirty="0"/>
              <a:t>. Sed do </a:t>
            </a:r>
            <a:r>
              <a:rPr lang="en-IN" sz="800" dirty="0" err="1"/>
              <a:t>eiusmod</a:t>
            </a:r>
            <a:r>
              <a:rPr lang="en-IN" sz="800" dirty="0"/>
              <a:t> </a:t>
            </a:r>
            <a:r>
              <a:rPr lang="en-IN" sz="800" dirty="0" err="1"/>
              <a:t>tempor</a:t>
            </a:r>
            <a:r>
              <a:rPr lang="en-IN" sz="800" dirty="0"/>
              <a:t> </a:t>
            </a:r>
            <a:r>
              <a:rPr lang="en-IN" sz="800" dirty="0" err="1"/>
              <a:t>incididunt</a:t>
            </a:r>
            <a:r>
              <a:rPr lang="en-IN" sz="800" dirty="0"/>
              <a:t> </a:t>
            </a:r>
            <a:r>
              <a:rPr lang="en-IN" sz="800" dirty="0" err="1"/>
              <a:t>ut</a:t>
            </a:r>
            <a:r>
              <a:rPr lang="en-IN" sz="800" dirty="0"/>
              <a:t> labore et dolore magna </a:t>
            </a:r>
            <a:r>
              <a:rPr lang="en-IN" sz="800" dirty="0" err="1"/>
              <a:t>aliqua</a:t>
            </a:r>
            <a:r>
              <a:rPr lang="en-IN" sz="800" dirty="0"/>
              <a:t>. Ut </a:t>
            </a:r>
            <a:r>
              <a:rPr lang="en-IN" sz="800" dirty="0" err="1"/>
              <a:t>enim</a:t>
            </a:r>
            <a:r>
              <a:rPr lang="en-IN" sz="800" dirty="0"/>
              <a:t> ad minim </a:t>
            </a:r>
            <a:r>
              <a:rPr lang="en-IN" sz="800" dirty="0" err="1"/>
              <a:t>veniam</a:t>
            </a:r>
            <a:r>
              <a:rPr lang="en-IN" sz="800" dirty="0"/>
              <a:t>, quis </a:t>
            </a:r>
            <a:r>
              <a:rPr lang="en-IN" sz="800" dirty="0" err="1"/>
              <a:t>nostrud</a:t>
            </a:r>
            <a:r>
              <a:rPr lang="en-IN" sz="800" dirty="0"/>
              <a:t> exercitation </a:t>
            </a:r>
            <a:r>
              <a:rPr lang="en-IN" sz="800" dirty="0" err="1"/>
              <a:t>ullamco</a:t>
            </a:r>
            <a:r>
              <a:rPr lang="en-IN" sz="800" dirty="0"/>
              <a:t> </a:t>
            </a:r>
            <a:r>
              <a:rPr lang="en-IN" sz="800" dirty="0" err="1"/>
              <a:t>laboris</a:t>
            </a:r>
            <a:r>
              <a:rPr lang="en-IN" sz="800" dirty="0"/>
              <a:t> nisi </a:t>
            </a:r>
            <a:r>
              <a:rPr lang="en-IN" sz="800" dirty="0" err="1"/>
              <a:t>ut</a:t>
            </a:r>
            <a:r>
              <a:rPr lang="en-IN" sz="800" dirty="0"/>
              <a:t> </a:t>
            </a:r>
            <a:r>
              <a:rPr lang="en-IN" sz="800" dirty="0" err="1"/>
              <a:t>aliquip</a:t>
            </a:r>
            <a:r>
              <a:rPr lang="en-IN" sz="800" dirty="0"/>
              <a:t> ex </a:t>
            </a:r>
            <a:r>
              <a:rPr lang="en-IN" sz="800" dirty="0" err="1"/>
              <a:t>ea</a:t>
            </a:r>
            <a:r>
              <a:rPr lang="en-IN" sz="800" dirty="0"/>
              <a:t> </a:t>
            </a:r>
            <a:r>
              <a:rPr lang="en-IN" sz="800" dirty="0" err="1"/>
              <a:t>commodo</a:t>
            </a:r>
            <a:r>
              <a:rPr lang="en-IN" sz="800" dirty="0"/>
              <a:t> </a:t>
            </a:r>
            <a:r>
              <a:rPr lang="en-IN" sz="800" dirty="0" err="1"/>
              <a:t>consequat</a:t>
            </a:r>
            <a:r>
              <a:rPr lang="en-IN" sz="800" dirty="0"/>
              <a:t>. Duis </a:t>
            </a:r>
            <a:r>
              <a:rPr lang="en-IN" sz="800" dirty="0" err="1"/>
              <a:t>aute</a:t>
            </a:r>
            <a:r>
              <a:rPr lang="en-IN" sz="800" dirty="0"/>
              <a:t> </a:t>
            </a:r>
            <a:r>
              <a:rPr lang="en-IN" sz="800" dirty="0" err="1"/>
              <a:t>irure</a:t>
            </a:r>
            <a:r>
              <a:rPr lang="en-IN" sz="800" dirty="0"/>
              <a:t> </a:t>
            </a:r>
            <a:r>
              <a:rPr lang="en-IN" sz="800" dirty="0" err="1"/>
              <a:t>dolor</a:t>
            </a:r>
            <a:r>
              <a:rPr lang="en-IN" sz="800" dirty="0"/>
              <a:t> in </a:t>
            </a:r>
            <a:r>
              <a:rPr lang="en-IN" sz="800" dirty="0" err="1"/>
              <a:t>reprehenderit</a:t>
            </a:r>
            <a:r>
              <a:rPr lang="en-IN" sz="800" dirty="0"/>
              <a:t> in </a:t>
            </a:r>
            <a:r>
              <a:rPr lang="en-IN" sz="800" dirty="0" err="1"/>
              <a:t>voluptate</a:t>
            </a:r>
            <a:r>
              <a:rPr lang="en-IN" sz="800" dirty="0"/>
              <a:t> </a:t>
            </a:r>
            <a:r>
              <a:rPr lang="en-IN" sz="800" dirty="0" err="1"/>
              <a:t>velit</a:t>
            </a:r>
            <a:r>
              <a:rPr lang="en-IN" sz="800" dirty="0"/>
              <a:t> esse </a:t>
            </a:r>
            <a:r>
              <a:rPr lang="en-IN" sz="800" dirty="0" err="1"/>
              <a:t>cillum</a:t>
            </a:r>
            <a:r>
              <a:rPr lang="en-IN" sz="800" dirty="0"/>
              <a:t> dolore </a:t>
            </a:r>
            <a:r>
              <a:rPr lang="en-IN" sz="800" dirty="0" err="1"/>
              <a:t>eu</a:t>
            </a:r>
            <a:r>
              <a:rPr lang="en-IN" sz="800" dirty="0"/>
              <a:t> </a:t>
            </a:r>
            <a:r>
              <a:rPr lang="en-IN" sz="800" dirty="0" err="1"/>
              <a:t>fugiat</a:t>
            </a:r>
            <a:r>
              <a:rPr lang="en-IN" sz="800" dirty="0"/>
              <a:t> </a:t>
            </a:r>
            <a:r>
              <a:rPr lang="en-IN" sz="800" dirty="0" err="1"/>
              <a:t>nulla</a:t>
            </a:r>
            <a:r>
              <a:rPr lang="en-IN" sz="800" dirty="0"/>
              <a:t> </a:t>
            </a:r>
            <a:r>
              <a:rPr lang="en-IN" sz="800" dirty="0" err="1"/>
              <a:t>pariatur</a:t>
            </a:r>
            <a:r>
              <a:rPr lang="en-IN" sz="800" dirty="0"/>
              <a:t>.</a:t>
            </a:r>
          </a:p>
        </p:txBody>
      </p:sp>
      <p:sp>
        <p:nvSpPr>
          <p:cNvPr id="43" name="Text 39">
            <a:extLst>
              <a:ext uri="{FF2B5EF4-FFF2-40B4-BE49-F238E27FC236}">
                <a16:creationId xmlns:a16="http://schemas.microsoft.com/office/drawing/2014/main" id="{E14B2A88-D24F-518F-FBF9-CABC4DEA86DE}"/>
              </a:ext>
            </a:extLst>
          </p:cNvPr>
          <p:cNvSpPr txBox="1"/>
          <p:nvPr/>
        </p:nvSpPr>
        <p:spPr>
          <a:xfrm>
            <a:off x="6361176" y="5285232"/>
            <a:ext cx="1371600" cy="182880"/>
          </a:xfrm>
          <a:prstGeom prst="rect">
            <a:avLst/>
          </a:prstGeom>
          <a:noFill/>
          <a:ln/>
        </p:spPr>
        <p:txBody>
          <a:bodyPr wrap="square" lIns="0" tIns="0" rIns="0" bIns="0" rtlCol="0" anchor="t"/>
          <a:lstStyle/>
          <a:p>
            <a:pPr marL="0" indent="0">
              <a:buNone/>
            </a:pPr>
            <a:r>
              <a:rPr lang="en-US" sz="750" b="1" dirty="0">
                <a:solidFill>
                  <a:srgbClr val="7B6CF6"/>
                </a:solidFill>
                <a:latin typeface="Calibri" pitchFamily="34" charset="0"/>
                <a:ea typeface="Calibri" pitchFamily="34" charset="-122"/>
                <a:cs typeface="Calibri" pitchFamily="34" charset="-120"/>
              </a:rPr>
              <a:t>Read full bio ▾</a:t>
            </a:r>
            <a:endParaRPr lang="en-US" sz="750" dirty="0"/>
          </a:p>
        </p:txBody>
      </p:sp>
      <p:sp>
        <p:nvSpPr>
          <p:cNvPr id="44" name="Text 40">
            <a:extLst>
              <a:ext uri="{FF2B5EF4-FFF2-40B4-BE49-F238E27FC236}">
                <a16:creationId xmlns:a16="http://schemas.microsoft.com/office/drawing/2014/main" id="{810B2765-85F9-4925-8EDD-42F11E25E52B}"/>
              </a:ext>
            </a:extLst>
          </p:cNvPr>
          <p:cNvSpPr txBox="1"/>
          <p:nvPr/>
        </p:nvSpPr>
        <p:spPr>
          <a:xfrm>
            <a:off x="7138416" y="5239512"/>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5" name="Shape 41">
            <a:extLst>
              <a:ext uri="{FF2B5EF4-FFF2-40B4-BE49-F238E27FC236}">
                <a16:creationId xmlns:a16="http://schemas.microsoft.com/office/drawing/2014/main" id="{76C5B1E3-0346-021E-4D1B-2C9319C440C7}"/>
              </a:ext>
            </a:extLst>
          </p:cNvPr>
          <p:cNvSpPr/>
          <p:nvPr/>
        </p:nvSpPr>
        <p:spPr>
          <a:xfrm>
            <a:off x="6361176" y="5559552"/>
            <a:ext cx="2724912" cy="0"/>
          </a:xfrm>
          <a:prstGeom prst="line">
            <a:avLst/>
          </a:prstGeom>
          <a:noFill/>
          <a:ln w="12700">
            <a:solidFill>
              <a:srgbClr val="E4E3EF"/>
            </a:solidFill>
            <a:prstDash val="solid"/>
          </a:ln>
        </p:spPr>
        <p:txBody>
          <a:bodyPr/>
          <a:lstStyle/>
          <a:p>
            <a:endParaRPr lang="en-IN"/>
          </a:p>
        </p:txBody>
      </p:sp>
      <p:sp>
        <p:nvSpPr>
          <p:cNvPr id="46" name="Text 42">
            <a:extLst>
              <a:ext uri="{FF2B5EF4-FFF2-40B4-BE49-F238E27FC236}">
                <a16:creationId xmlns:a16="http://schemas.microsoft.com/office/drawing/2014/main" id="{71A360DF-FD10-5B16-FA0F-0FACADB02FE1}"/>
              </a:ext>
            </a:extLst>
          </p:cNvPr>
          <p:cNvSpPr txBox="1"/>
          <p:nvPr/>
        </p:nvSpPr>
        <p:spPr>
          <a:xfrm>
            <a:off x="6361176" y="5632704"/>
            <a:ext cx="914400" cy="164592"/>
          </a:xfrm>
          <a:prstGeom prst="rect">
            <a:avLst/>
          </a:prstGeom>
          <a:noFill/>
          <a:ln/>
        </p:spPr>
        <p:txBody>
          <a:bodyPr wrap="square" lIns="0" tIns="0" rIns="0" bIns="0" rtlCol="0" anchor="t"/>
          <a:lstStyle/>
          <a:p>
            <a:pPr marL="0" indent="0">
              <a:buNone/>
            </a:pPr>
            <a:r>
              <a:rPr lang="en-US" sz="700" dirty="0">
                <a:solidFill>
                  <a:srgbClr val="8B8BA3"/>
                </a:solidFill>
                <a:latin typeface="Calibri" pitchFamily="34" charset="0"/>
                <a:ea typeface="Calibri" pitchFamily="34" charset="-122"/>
                <a:cs typeface="Calibri" pitchFamily="34" charset="-120"/>
              </a:rPr>
              <a:t>Experience</a:t>
            </a:r>
            <a:endParaRPr lang="en-US" sz="700" dirty="0"/>
          </a:p>
        </p:txBody>
      </p:sp>
      <p:sp>
        <p:nvSpPr>
          <p:cNvPr id="47" name="Shape 43">
            <a:extLst>
              <a:ext uri="{FF2B5EF4-FFF2-40B4-BE49-F238E27FC236}">
                <a16:creationId xmlns:a16="http://schemas.microsoft.com/office/drawing/2014/main" id="{C110C395-DC13-84C0-BBC6-2A437534671E}"/>
              </a:ext>
            </a:extLst>
          </p:cNvPr>
          <p:cNvSpPr/>
          <p:nvPr/>
        </p:nvSpPr>
        <p:spPr>
          <a:xfrm>
            <a:off x="6361176" y="5806440"/>
            <a:ext cx="633222" cy="182880"/>
          </a:xfrm>
          <a:prstGeom prst="roundRect">
            <a:avLst>
              <a:gd name="adj" fmla="val 50000"/>
            </a:avLst>
          </a:prstGeom>
          <a:solidFill>
            <a:srgbClr val="FDE9D3"/>
          </a:solidFill>
          <a:ln/>
        </p:spPr>
        <p:txBody>
          <a:bodyPr/>
          <a:lstStyle/>
          <a:p>
            <a:endParaRPr lang="en-IN"/>
          </a:p>
        </p:txBody>
      </p:sp>
      <p:sp>
        <p:nvSpPr>
          <p:cNvPr id="48" name="Text 44">
            <a:extLst>
              <a:ext uri="{FF2B5EF4-FFF2-40B4-BE49-F238E27FC236}">
                <a16:creationId xmlns:a16="http://schemas.microsoft.com/office/drawing/2014/main" id="{E5BDDF5C-F80D-9F46-2BBE-18A73309B3B5}"/>
              </a:ext>
            </a:extLst>
          </p:cNvPr>
          <p:cNvSpPr txBox="1"/>
          <p:nvPr/>
        </p:nvSpPr>
        <p:spPr>
          <a:xfrm>
            <a:off x="6361176" y="5806440"/>
            <a:ext cx="633222"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Years TBC</a:t>
            </a:r>
            <a:endParaRPr lang="en-US" sz="700" dirty="0"/>
          </a:p>
        </p:txBody>
      </p:sp>
      <p:sp>
        <p:nvSpPr>
          <p:cNvPr id="49" name="Shape 45">
            <a:extLst>
              <a:ext uri="{FF2B5EF4-FFF2-40B4-BE49-F238E27FC236}">
                <a16:creationId xmlns:a16="http://schemas.microsoft.com/office/drawing/2014/main" id="{4F74D5A8-5D1D-13EC-327C-0588727E40EE}"/>
              </a:ext>
            </a:extLst>
          </p:cNvPr>
          <p:cNvSpPr/>
          <p:nvPr/>
        </p:nvSpPr>
        <p:spPr>
          <a:xfrm>
            <a:off x="8537448" y="5669280"/>
            <a:ext cx="246888" cy="246888"/>
          </a:xfrm>
          <a:prstGeom prst="ellipse">
            <a:avLst/>
          </a:prstGeom>
          <a:solidFill>
            <a:srgbClr val="F3F2FA"/>
          </a:solidFill>
          <a:ln/>
        </p:spPr>
        <p:txBody>
          <a:bodyPr/>
          <a:lstStyle/>
          <a:p>
            <a:endParaRPr lang="en-IN"/>
          </a:p>
        </p:txBody>
      </p:sp>
      <p:sp>
        <p:nvSpPr>
          <p:cNvPr id="50" name="Text 46">
            <a:extLst>
              <a:ext uri="{FF2B5EF4-FFF2-40B4-BE49-F238E27FC236}">
                <a16:creationId xmlns:a16="http://schemas.microsoft.com/office/drawing/2014/main" id="{43D6817E-641F-93EF-3513-3EA7654861C6}"/>
              </a:ext>
            </a:extLst>
          </p:cNvPr>
          <p:cNvSpPr txBox="1"/>
          <p:nvPr/>
        </p:nvSpPr>
        <p:spPr>
          <a:xfrm>
            <a:off x="8537448" y="5669280"/>
            <a:ext cx="246888" cy="246888"/>
          </a:xfrm>
          <a:prstGeom prst="rect">
            <a:avLst/>
          </a:prstGeom>
          <a:noFill/>
          <a:ln/>
        </p:spPr>
        <p:txBody>
          <a:bodyPr wrap="square" lIns="0" tIns="0" rIns="0" bIns="0" rtlCol="0" anchor="ctr"/>
          <a:lstStyle/>
          <a:p>
            <a:pPr marL="0" indent="0" algn="ctr">
              <a:buNone/>
            </a:pPr>
            <a:r>
              <a:rPr lang="en-US" sz="800" b="1" dirty="0">
                <a:solidFill>
                  <a:srgbClr val="16161F"/>
                </a:solidFill>
                <a:latin typeface="Calibri" pitchFamily="34" charset="0"/>
                <a:ea typeface="Calibri" pitchFamily="34" charset="-122"/>
                <a:cs typeface="Calibri" pitchFamily="34" charset="-120"/>
              </a:rPr>
              <a:t>in</a:t>
            </a:r>
            <a:endParaRPr lang="en-US" sz="800" dirty="0"/>
          </a:p>
        </p:txBody>
      </p:sp>
      <p:sp>
        <p:nvSpPr>
          <p:cNvPr id="51" name="Shape 47">
            <a:extLst>
              <a:ext uri="{FF2B5EF4-FFF2-40B4-BE49-F238E27FC236}">
                <a16:creationId xmlns:a16="http://schemas.microsoft.com/office/drawing/2014/main" id="{FDA25FCD-91E6-9FD4-C592-E2483A249EBB}"/>
              </a:ext>
            </a:extLst>
          </p:cNvPr>
          <p:cNvSpPr/>
          <p:nvPr/>
        </p:nvSpPr>
        <p:spPr>
          <a:xfrm>
            <a:off x="8839200" y="5669280"/>
            <a:ext cx="246888" cy="246888"/>
          </a:xfrm>
          <a:prstGeom prst="ellipse">
            <a:avLst/>
          </a:prstGeom>
          <a:solidFill>
            <a:srgbClr val="F3F2FA"/>
          </a:solidFill>
          <a:ln/>
        </p:spPr>
        <p:txBody>
          <a:bodyPr/>
          <a:lstStyle/>
          <a:p>
            <a:endParaRPr lang="en-IN"/>
          </a:p>
        </p:txBody>
      </p:sp>
      <p:sp>
        <p:nvSpPr>
          <p:cNvPr id="52" name="Text 48">
            <a:extLst>
              <a:ext uri="{FF2B5EF4-FFF2-40B4-BE49-F238E27FC236}">
                <a16:creationId xmlns:a16="http://schemas.microsoft.com/office/drawing/2014/main" id="{2F948767-F43F-D9C7-09AD-4FDBF7395FB8}"/>
              </a:ext>
            </a:extLst>
          </p:cNvPr>
          <p:cNvSpPr txBox="1"/>
          <p:nvPr/>
        </p:nvSpPr>
        <p:spPr>
          <a:xfrm>
            <a:off x="8839200" y="5669280"/>
            <a:ext cx="246888" cy="246888"/>
          </a:xfrm>
          <a:prstGeom prst="rect">
            <a:avLst/>
          </a:prstGeom>
          <a:noFill/>
          <a:ln/>
        </p:spPr>
        <p:txBody>
          <a:bodyPr wrap="square" lIns="0" tIns="0" rIns="0" bIns="0" rtlCol="0" anchor="ctr"/>
          <a:lstStyle/>
          <a:p>
            <a:pPr marL="0" indent="0" algn="ctr">
              <a:buNone/>
            </a:pPr>
            <a:r>
              <a:rPr lang="en-US" sz="800" b="1" dirty="0">
                <a:solidFill>
                  <a:srgbClr val="16161F"/>
                </a:solidFill>
                <a:latin typeface="Calibri" pitchFamily="34" charset="0"/>
                <a:ea typeface="Calibri" pitchFamily="34" charset="-122"/>
                <a:cs typeface="Calibri" pitchFamily="34" charset="-120"/>
              </a:rPr>
              <a:t>@</a:t>
            </a:r>
            <a:endParaRPr lang="en-US" sz="800" dirty="0"/>
          </a:p>
        </p:txBody>
      </p:sp>
    </p:spTree>
    <p:extLst>
      <p:ext uri="{BB962C8B-B14F-4D97-AF65-F5344CB8AC3E}">
        <p14:creationId xmlns:p14="http://schemas.microsoft.com/office/powerpoint/2010/main" val="15561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670F761-0AD4-86E3-2168-30E27C64748E}"/>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16161F"/>
                </a:solidFill>
                <a:latin typeface="Calibri" pitchFamily="34" charset="0"/>
                <a:ea typeface="Calibri" pitchFamily="34" charset="-122"/>
                <a:cs typeface="Calibri" pitchFamily="34" charset="-120"/>
              </a:rPr>
              <a:t>Our Services</a:t>
            </a:r>
            <a:endParaRPr lang="en-US" sz="2800" dirty="0"/>
          </a:p>
        </p:txBody>
      </p:sp>
      <p:sp>
        <p:nvSpPr>
          <p:cNvPr id="3" name="Text 1">
            <a:extLst>
              <a:ext uri="{FF2B5EF4-FFF2-40B4-BE49-F238E27FC236}">
                <a16:creationId xmlns:a16="http://schemas.microsoft.com/office/drawing/2014/main" id="{CDBB5EF3-E054-3AD6-CA86-B3D908F41BF6}"/>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HOME</a:t>
            </a:r>
            <a:endParaRPr lang="en-US" sz="1050" dirty="0"/>
          </a:p>
        </p:txBody>
      </p:sp>
      <p:sp>
        <p:nvSpPr>
          <p:cNvPr id="4" name="Shape 2">
            <a:extLst>
              <a:ext uri="{FF2B5EF4-FFF2-40B4-BE49-F238E27FC236}">
                <a16:creationId xmlns:a16="http://schemas.microsoft.com/office/drawing/2014/main" id="{BF2B29E8-6009-2712-60FA-5EF96ED646AA}"/>
              </a:ext>
            </a:extLst>
          </p:cNvPr>
          <p:cNvSpPr/>
          <p:nvPr/>
        </p:nvSpPr>
        <p:spPr>
          <a:xfrm>
            <a:off x="3154680" y="1261872"/>
            <a:ext cx="6537960" cy="4937760"/>
          </a:xfrm>
          <a:prstGeom prst="roundRect">
            <a:avLst>
              <a:gd name="adj" fmla="val 2222"/>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E03E802B-9D9B-A836-54C9-E60794A1E1E0}"/>
              </a:ext>
            </a:extLst>
          </p:cNvPr>
          <p:cNvSpPr/>
          <p:nvPr/>
        </p:nvSpPr>
        <p:spPr>
          <a:xfrm>
            <a:off x="3154680" y="1261872"/>
            <a:ext cx="6537960" cy="274320"/>
          </a:xfrm>
          <a:prstGeom prst="roundRect">
            <a:avLst>
              <a:gd name="adj" fmla="val 40000"/>
            </a:avLst>
          </a:prstGeom>
          <a:solidFill>
            <a:srgbClr val="EEEDF6"/>
          </a:solidFill>
          <a:ln/>
        </p:spPr>
        <p:txBody>
          <a:bodyPr/>
          <a:lstStyle/>
          <a:p>
            <a:endParaRPr lang="en-IN"/>
          </a:p>
        </p:txBody>
      </p:sp>
      <p:sp>
        <p:nvSpPr>
          <p:cNvPr id="6" name="Shape 4">
            <a:extLst>
              <a:ext uri="{FF2B5EF4-FFF2-40B4-BE49-F238E27FC236}">
                <a16:creationId xmlns:a16="http://schemas.microsoft.com/office/drawing/2014/main" id="{4BCA1B62-C846-01AC-1716-1DD2D429E384}"/>
              </a:ext>
            </a:extLst>
          </p:cNvPr>
          <p:cNvSpPr/>
          <p:nvPr/>
        </p:nvSpPr>
        <p:spPr>
          <a:xfrm>
            <a:off x="3154680" y="1426464"/>
            <a:ext cx="6537960" cy="109728"/>
          </a:xfrm>
          <a:prstGeom prst="rect">
            <a:avLst/>
          </a:prstGeom>
          <a:solidFill>
            <a:srgbClr val="EEEDF6"/>
          </a:solidFill>
          <a:ln/>
        </p:spPr>
        <p:txBody>
          <a:bodyPr/>
          <a:lstStyle/>
          <a:p>
            <a:endParaRPr lang="en-IN"/>
          </a:p>
        </p:txBody>
      </p:sp>
      <p:sp>
        <p:nvSpPr>
          <p:cNvPr id="7" name="Shape 5">
            <a:extLst>
              <a:ext uri="{FF2B5EF4-FFF2-40B4-BE49-F238E27FC236}">
                <a16:creationId xmlns:a16="http://schemas.microsoft.com/office/drawing/2014/main" id="{A096BB7A-BB5B-2725-D754-F7D085B22BE2}"/>
              </a:ext>
            </a:extLst>
          </p:cNvPr>
          <p:cNvSpPr/>
          <p:nvPr/>
        </p:nvSpPr>
        <p:spPr>
          <a:xfrm>
            <a:off x="3282696" y="1353312"/>
            <a:ext cx="91440" cy="91440"/>
          </a:xfrm>
          <a:prstGeom prst="ellipse">
            <a:avLst/>
          </a:prstGeom>
          <a:solidFill>
            <a:srgbClr val="F2B77A"/>
          </a:solidFill>
          <a:ln/>
        </p:spPr>
        <p:txBody>
          <a:bodyPr/>
          <a:lstStyle/>
          <a:p>
            <a:endParaRPr lang="en-IN"/>
          </a:p>
        </p:txBody>
      </p:sp>
      <p:sp>
        <p:nvSpPr>
          <p:cNvPr id="8" name="Shape 6">
            <a:extLst>
              <a:ext uri="{FF2B5EF4-FFF2-40B4-BE49-F238E27FC236}">
                <a16:creationId xmlns:a16="http://schemas.microsoft.com/office/drawing/2014/main" id="{6E231549-BAF1-5D91-7591-EB03E628ECF8}"/>
              </a:ext>
            </a:extLst>
          </p:cNvPr>
          <p:cNvSpPr/>
          <p:nvPr/>
        </p:nvSpPr>
        <p:spPr>
          <a:xfrm>
            <a:off x="3429000" y="1353312"/>
            <a:ext cx="91440" cy="91440"/>
          </a:xfrm>
          <a:prstGeom prst="ellipse">
            <a:avLst/>
          </a:prstGeom>
          <a:solidFill>
            <a:srgbClr val="B3A8FF"/>
          </a:solidFill>
          <a:ln/>
        </p:spPr>
        <p:txBody>
          <a:bodyPr/>
          <a:lstStyle/>
          <a:p>
            <a:endParaRPr lang="en-IN"/>
          </a:p>
        </p:txBody>
      </p:sp>
      <p:sp>
        <p:nvSpPr>
          <p:cNvPr id="9" name="Shape 7">
            <a:extLst>
              <a:ext uri="{FF2B5EF4-FFF2-40B4-BE49-F238E27FC236}">
                <a16:creationId xmlns:a16="http://schemas.microsoft.com/office/drawing/2014/main" id="{64CB3753-A306-0D4C-D0A6-4C8CBCD58ABA}"/>
              </a:ext>
            </a:extLst>
          </p:cNvPr>
          <p:cNvSpPr/>
          <p:nvPr/>
        </p:nvSpPr>
        <p:spPr>
          <a:xfrm>
            <a:off x="3575304" y="1353312"/>
            <a:ext cx="91440" cy="91440"/>
          </a:xfrm>
          <a:prstGeom prst="ellipse">
            <a:avLst/>
          </a:prstGeom>
          <a:solidFill>
            <a:srgbClr val="9DF0D4"/>
          </a:solidFill>
          <a:ln/>
        </p:spPr>
        <p:txBody>
          <a:bodyPr/>
          <a:lstStyle/>
          <a:p>
            <a:endParaRPr lang="en-IN"/>
          </a:p>
        </p:txBody>
      </p:sp>
      <p:sp>
        <p:nvSpPr>
          <p:cNvPr id="10" name="Shape 8">
            <a:extLst>
              <a:ext uri="{FF2B5EF4-FFF2-40B4-BE49-F238E27FC236}">
                <a16:creationId xmlns:a16="http://schemas.microsoft.com/office/drawing/2014/main" id="{BC3E3F4C-24C8-7DC2-97AC-4469DAF3A403}"/>
              </a:ext>
            </a:extLst>
          </p:cNvPr>
          <p:cNvSpPr/>
          <p:nvPr/>
        </p:nvSpPr>
        <p:spPr>
          <a:xfrm>
            <a:off x="5234940" y="1316736"/>
            <a:ext cx="2377440" cy="164592"/>
          </a:xfrm>
          <a:prstGeom prst="roundRect">
            <a:avLst>
              <a:gd name="adj" fmla="val 50000"/>
            </a:avLst>
          </a:prstGeom>
          <a:solidFill>
            <a:srgbClr val="FFFFFF"/>
          </a:solidFill>
          <a:ln/>
        </p:spPr>
        <p:txBody>
          <a:bodyPr/>
          <a:lstStyle/>
          <a:p>
            <a:endParaRPr lang="en-IN"/>
          </a:p>
        </p:txBody>
      </p:sp>
      <p:sp>
        <p:nvSpPr>
          <p:cNvPr id="11" name="Text 9">
            <a:extLst>
              <a:ext uri="{FF2B5EF4-FFF2-40B4-BE49-F238E27FC236}">
                <a16:creationId xmlns:a16="http://schemas.microsoft.com/office/drawing/2014/main" id="{D9C0C1ED-6AD9-7DB4-F646-F2E058F2D82A}"/>
              </a:ext>
            </a:extLst>
          </p:cNvPr>
          <p:cNvSpPr txBox="1"/>
          <p:nvPr/>
        </p:nvSpPr>
        <p:spPr>
          <a:xfrm>
            <a:off x="5234940" y="1316736"/>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a:extLst>
              <a:ext uri="{FF2B5EF4-FFF2-40B4-BE49-F238E27FC236}">
                <a16:creationId xmlns:a16="http://schemas.microsoft.com/office/drawing/2014/main" id="{EE5AF540-09CF-D384-1F71-C3A7340678D3}"/>
              </a:ext>
            </a:extLst>
          </p:cNvPr>
          <p:cNvSpPr/>
          <p:nvPr/>
        </p:nvSpPr>
        <p:spPr>
          <a:xfrm>
            <a:off x="6068873" y="1673352"/>
            <a:ext cx="709574" cy="201168"/>
          </a:xfrm>
          <a:prstGeom prst="roundRect">
            <a:avLst>
              <a:gd name="adj" fmla="val 50000"/>
            </a:avLst>
          </a:prstGeom>
          <a:solidFill>
            <a:srgbClr val="ECEBFF"/>
          </a:solidFill>
          <a:ln/>
        </p:spPr>
        <p:txBody>
          <a:bodyPr/>
          <a:lstStyle/>
          <a:p>
            <a:endParaRPr lang="en-IN"/>
          </a:p>
        </p:txBody>
      </p:sp>
      <p:sp>
        <p:nvSpPr>
          <p:cNvPr id="13" name="Text 11">
            <a:extLst>
              <a:ext uri="{FF2B5EF4-FFF2-40B4-BE49-F238E27FC236}">
                <a16:creationId xmlns:a16="http://schemas.microsoft.com/office/drawing/2014/main" id="{19B3EE0D-72A9-DF23-974A-342AC71173BA}"/>
              </a:ext>
            </a:extLst>
          </p:cNvPr>
          <p:cNvSpPr txBox="1"/>
          <p:nvPr/>
        </p:nvSpPr>
        <p:spPr>
          <a:xfrm>
            <a:off x="6068873" y="1673352"/>
            <a:ext cx="709574" cy="201168"/>
          </a:xfrm>
          <a:prstGeom prst="rect">
            <a:avLst/>
          </a:prstGeom>
          <a:noFill/>
          <a:ln/>
        </p:spPr>
        <p:txBody>
          <a:bodyPr wrap="square" lIns="0" tIns="0" rIns="0" bIns="0" rtlCol="0" anchor="ctr"/>
          <a:lstStyle/>
          <a:p>
            <a:pPr marL="0" indent="0" algn="ctr">
              <a:buNone/>
            </a:pPr>
            <a:r>
              <a:rPr lang="en-US" sz="700" b="1" kern="0" spc="100" dirty="0">
                <a:solidFill>
                  <a:srgbClr val="7B6CF6"/>
                </a:solidFill>
                <a:latin typeface="Calibri" pitchFamily="34" charset="0"/>
                <a:ea typeface="Calibri" pitchFamily="34" charset="-122"/>
                <a:cs typeface="Calibri" pitchFamily="34" charset="-120"/>
              </a:rPr>
              <a:t>SERVICES</a:t>
            </a:r>
            <a:endParaRPr lang="en-US" sz="700" dirty="0"/>
          </a:p>
        </p:txBody>
      </p:sp>
      <p:sp>
        <p:nvSpPr>
          <p:cNvPr id="14" name="Text 12">
            <a:extLst>
              <a:ext uri="{FF2B5EF4-FFF2-40B4-BE49-F238E27FC236}">
                <a16:creationId xmlns:a16="http://schemas.microsoft.com/office/drawing/2014/main" id="{AAEB74FB-5D22-E31B-2F1B-09BB7A530AFB}"/>
              </a:ext>
            </a:extLst>
          </p:cNvPr>
          <p:cNvSpPr txBox="1"/>
          <p:nvPr/>
        </p:nvSpPr>
        <p:spPr>
          <a:xfrm>
            <a:off x="3355848" y="1947672"/>
            <a:ext cx="6135624" cy="365760"/>
          </a:xfrm>
          <a:prstGeom prst="rect">
            <a:avLst/>
          </a:prstGeom>
          <a:noFill/>
          <a:ln/>
        </p:spPr>
        <p:txBody>
          <a:bodyPr wrap="square" lIns="0" tIns="0" rIns="0" bIns="0" rtlCol="0" anchor="t"/>
          <a:lstStyle/>
          <a:p>
            <a:pPr marL="0" indent="0" algn="ctr">
              <a:buNone/>
            </a:pPr>
            <a:r>
              <a:rPr lang="en-US" sz="1700" b="1" dirty="0">
                <a:solidFill>
                  <a:srgbClr val="16161F"/>
                </a:solidFill>
                <a:latin typeface="Calibri" pitchFamily="34" charset="0"/>
                <a:ea typeface="Calibri" pitchFamily="34" charset="-122"/>
                <a:cs typeface="Calibri" pitchFamily="34" charset="-120"/>
              </a:rPr>
              <a:t>Our Services</a:t>
            </a:r>
            <a:endParaRPr lang="en-US" sz="1700" dirty="0"/>
          </a:p>
        </p:txBody>
      </p:sp>
      <p:sp>
        <p:nvSpPr>
          <p:cNvPr id="15" name="Shape 13">
            <a:extLst>
              <a:ext uri="{FF2B5EF4-FFF2-40B4-BE49-F238E27FC236}">
                <a16:creationId xmlns:a16="http://schemas.microsoft.com/office/drawing/2014/main" id="{D2798D0D-C8F4-6FDC-7382-AA2989F1A74C}"/>
              </a:ext>
            </a:extLst>
          </p:cNvPr>
          <p:cNvSpPr/>
          <p:nvPr/>
        </p:nvSpPr>
        <p:spPr>
          <a:xfrm>
            <a:off x="3355848" y="2450592"/>
            <a:ext cx="1451610" cy="3310128"/>
          </a:xfrm>
          <a:prstGeom prst="roundRect">
            <a:avLst>
              <a:gd name="adj" fmla="val 8819"/>
            </a:avLst>
          </a:prstGeom>
          <a:solidFill>
            <a:schemeClr val="tx1">
              <a:lumMod val="65000"/>
              <a:lumOff val="35000"/>
            </a:schemeClr>
          </a:solidFill>
          <a:ln/>
        </p:spPr>
        <p:txBody>
          <a:bodyPr/>
          <a:lstStyle/>
          <a:p>
            <a:endParaRPr lang="en-IN"/>
          </a:p>
        </p:txBody>
      </p:sp>
      <p:sp>
        <p:nvSpPr>
          <p:cNvPr id="16" name="Text 14">
            <a:extLst>
              <a:ext uri="{FF2B5EF4-FFF2-40B4-BE49-F238E27FC236}">
                <a16:creationId xmlns:a16="http://schemas.microsoft.com/office/drawing/2014/main" id="{3DA891D1-39D2-94BB-2B43-5B874898C530}"/>
              </a:ext>
            </a:extLst>
          </p:cNvPr>
          <p:cNvSpPr txBox="1"/>
          <p:nvPr/>
        </p:nvSpPr>
        <p:spPr>
          <a:xfrm>
            <a:off x="3483864" y="2578608"/>
            <a:ext cx="948690" cy="384048"/>
          </a:xfrm>
          <a:prstGeom prst="rect">
            <a:avLst/>
          </a:prstGeom>
          <a:noFill/>
          <a:ln/>
        </p:spPr>
        <p:txBody>
          <a:bodyPr wrap="square" lIns="0" tIns="0" rIns="0" bIns="0" rtlCol="0" anchor="t"/>
          <a:lstStyle/>
          <a:p>
            <a:pPr marL="0" indent="0">
              <a:buNone/>
            </a:pPr>
            <a:r>
              <a:rPr lang="en-US" sz="850" b="1" dirty="0">
                <a:solidFill>
                  <a:srgbClr val="FFFFFF"/>
                </a:solidFill>
                <a:latin typeface="Calibri" pitchFamily="34" charset="0"/>
                <a:ea typeface="Calibri" pitchFamily="34" charset="-122"/>
                <a:cs typeface="Calibri" pitchFamily="34" charset="-120"/>
              </a:rPr>
              <a:t>VoIP &amp; International Voice Termination</a:t>
            </a:r>
            <a:endParaRPr lang="en-US" sz="850" dirty="0"/>
          </a:p>
        </p:txBody>
      </p:sp>
      <p:sp>
        <p:nvSpPr>
          <p:cNvPr id="17" name="Shape 15">
            <a:extLst>
              <a:ext uri="{FF2B5EF4-FFF2-40B4-BE49-F238E27FC236}">
                <a16:creationId xmlns:a16="http://schemas.microsoft.com/office/drawing/2014/main" id="{84C42E60-360E-CAED-9426-AA6D7706555B}"/>
              </a:ext>
            </a:extLst>
          </p:cNvPr>
          <p:cNvSpPr/>
          <p:nvPr/>
        </p:nvSpPr>
        <p:spPr>
          <a:xfrm>
            <a:off x="4478274" y="2560320"/>
            <a:ext cx="219456" cy="219456"/>
          </a:xfrm>
          <a:prstGeom prst="ellipse">
            <a:avLst/>
          </a:prstGeom>
          <a:solidFill>
            <a:srgbClr val="7B6CF6"/>
          </a:solidFill>
          <a:ln/>
        </p:spPr>
        <p:txBody>
          <a:bodyPr/>
          <a:lstStyle/>
          <a:p>
            <a:endParaRPr lang="en-IN"/>
          </a:p>
        </p:txBody>
      </p:sp>
      <p:sp>
        <p:nvSpPr>
          <p:cNvPr id="18" name="Text 16">
            <a:extLst>
              <a:ext uri="{FF2B5EF4-FFF2-40B4-BE49-F238E27FC236}">
                <a16:creationId xmlns:a16="http://schemas.microsoft.com/office/drawing/2014/main" id="{6C2FF4C5-7C8C-91E3-D147-68697729AA1F}"/>
              </a:ext>
            </a:extLst>
          </p:cNvPr>
          <p:cNvSpPr txBox="1"/>
          <p:nvPr/>
        </p:nvSpPr>
        <p:spPr>
          <a:xfrm>
            <a:off x="4478274" y="2560320"/>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9" name="Text 17">
            <a:extLst>
              <a:ext uri="{FF2B5EF4-FFF2-40B4-BE49-F238E27FC236}">
                <a16:creationId xmlns:a16="http://schemas.microsoft.com/office/drawing/2014/main" id="{56D042A7-F3E4-FF55-D0A0-0BCC190AB169}"/>
              </a:ext>
            </a:extLst>
          </p:cNvPr>
          <p:cNvSpPr txBox="1"/>
          <p:nvPr/>
        </p:nvSpPr>
        <p:spPr>
          <a:xfrm>
            <a:off x="3483864" y="2999232"/>
            <a:ext cx="1195578" cy="822960"/>
          </a:xfrm>
          <a:prstGeom prst="rect">
            <a:avLst/>
          </a:prstGeom>
          <a:noFill/>
          <a:ln/>
        </p:spPr>
        <p:txBody>
          <a:bodyPr wrap="square" lIns="0" tIns="0" rIns="0" bIns="0" rtlCol="0" anchor="t"/>
          <a:lstStyle/>
          <a:p>
            <a:r>
              <a:rPr lang="en-IN" sz="800" dirty="0">
                <a:solidFill>
                  <a:schemeClr val="bg1"/>
                </a:solidFill>
              </a:rPr>
              <a:t>Lorem ipsum </a:t>
            </a:r>
            <a:r>
              <a:rPr lang="en-IN" sz="800" dirty="0" err="1">
                <a:solidFill>
                  <a:schemeClr val="bg1"/>
                </a:solidFill>
              </a:rPr>
              <a:t>dolor</a:t>
            </a:r>
            <a:r>
              <a:rPr lang="en-IN" sz="800" dirty="0">
                <a:solidFill>
                  <a:schemeClr val="bg1"/>
                </a:solidFill>
              </a:rPr>
              <a:t> sit </a:t>
            </a:r>
            <a:r>
              <a:rPr lang="en-IN" sz="800" dirty="0" err="1">
                <a:solidFill>
                  <a:schemeClr val="bg1"/>
                </a:solidFill>
              </a:rPr>
              <a:t>amet</a:t>
            </a:r>
            <a:r>
              <a:rPr lang="en-IN" sz="800" dirty="0">
                <a:solidFill>
                  <a:schemeClr val="bg1"/>
                </a:solidFill>
              </a:rPr>
              <a:t>, </a:t>
            </a:r>
            <a:r>
              <a:rPr lang="en-IN" sz="800" dirty="0" err="1">
                <a:solidFill>
                  <a:schemeClr val="bg1"/>
                </a:solidFill>
              </a:rPr>
              <a:t>consectetur</a:t>
            </a:r>
            <a:r>
              <a:rPr lang="en-IN" sz="800" dirty="0">
                <a:solidFill>
                  <a:schemeClr val="bg1"/>
                </a:solidFill>
              </a:rPr>
              <a:t> </a:t>
            </a:r>
            <a:r>
              <a:rPr lang="en-IN" sz="800" dirty="0" err="1">
                <a:solidFill>
                  <a:schemeClr val="bg1"/>
                </a:solidFill>
              </a:rPr>
              <a:t>adipiscing</a:t>
            </a:r>
            <a:r>
              <a:rPr lang="en-IN" sz="800" dirty="0">
                <a:solidFill>
                  <a:schemeClr val="bg1"/>
                </a:solidFill>
              </a:rPr>
              <a:t> </a:t>
            </a:r>
            <a:r>
              <a:rPr lang="en-IN" sz="800" dirty="0" err="1">
                <a:solidFill>
                  <a:schemeClr val="bg1"/>
                </a:solidFill>
              </a:rPr>
              <a:t>elit</a:t>
            </a:r>
            <a:r>
              <a:rPr lang="en-IN" sz="800" dirty="0">
                <a:solidFill>
                  <a:schemeClr val="bg1"/>
                </a:solidFill>
              </a:rPr>
              <a:t>. Sed do </a:t>
            </a:r>
            <a:r>
              <a:rPr lang="en-IN" sz="800" dirty="0" err="1">
                <a:solidFill>
                  <a:schemeClr val="bg1"/>
                </a:solidFill>
              </a:rPr>
              <a:t>eiusmod</a:t>
            </a:r>
            <a:r>
              <a:rPr lang="en-IN" sz="800" dirty="0">
                <a:solidFill>
                  <a:schemeClr val="bg1"/>
                </a:solidFill>
              </a:rPr>
              <a:t> </a:t>
            </a:r>
            <a:r>
              <a:rPr lang="en-IN" sz="800" dirty="0" err="1">
                <a:solidFill>
                  <a:schemeClr val="bg1"/>
                </a:solidFill>
              </a:rPr>
              <a:t>tempor</a:t>
            </a:r>
            <a:r>
              <a:rPr lang="en-IN" sz="800" dirty="0">
                <a:solidFill>
                  <a:schemeClr val="bg1"/>
                </a:solidFill>
              </a:rPr>
              <a:t> </a:t>
            </a:r>
            <a:r>
              <a:rPr lang="en-IN" sz="800" dirty="0" err="1">
                <a:solidFill>
                  <a:schemeClr val="bg1"/>
                </a:solidFill>
              </a:rPr>
              <a:t>incididunt</a:t>
            </a:r>
            <a:r>
              <a:rPr lang="en-IN" sz="800" dirty="0">
                <a:solidFill>
                  <a:schemeClr val="bg1"/>
                </a:solidFill>
              </a:rPr>
              <a:t> </a:t>
            </a:r>
            <a:r>
              <a:rPr lang="en-IN" sz="800" dirty="0" err="1">
                <a:solidFill>
                  <a:schemeClr val="bg1"/>
                </a:solidFill>
              </a:rPr>
              <a:t>ut</a:t>
            </a:r>
            <a:r>
              <a:rPr lang="en-IN" sz="800" dirty="0">
                <a:solidFill>
                  <a:schemeClr val="bg1"/>
                </a:solidFill>
              </a:rPr>
              <a:t> labore et dolore magna </a:t>
            </a:r>
            <a:r>
              <a:rPr lang="en-IN" sz="800" dirty="0" err="1">
                <a:solidFill>
                  <a:schemeClr val="bg1"/>
                </a:solidFill>
              </a:rPr>
              <a:t>aliqua</a:t>
            </a:r>
            <a:r>
              <a:rPr lang="en-IN" sz="800" dirty="0">
                <a:solidFill>
                  <a:schemeClr val="bg1"/>
                </a:solidFill>
              </a:rPr>
              <a:t>.</a:t>
            </a:r>
          </a:p>
        </p:txBody>
      </p:sp>
      <p:sp>
        <p:nvSpPr>
          <p:cNvPr id="20" name="Shape 18">
            <a:extLst>
              <a:ext uri="{FF2B5EF4-FFF2-40B4-BE49-F238E27FC236}">
                <a16:creationId xmlns:a16="http://schemas.microsoft.com/office/drawing/2014/main" id="{C8D18ACF-D4B9-366E-1D81-0E9438FE8BB5}"/>
              </a:ext>
            </a:extLst>
          </p:cNvPr>
          <p:cNvSpPr/>
          <p:nvPr/>
        </p:nvSpPr>
        <p:spPr>
          <a:xfrm>
            <a:off x="3465576" y="4005072"/>
            <a:ext cx="1232154" cy="1463040"/>
          </a:xfrm>
          <a:prstGeom prst="roundRect">
            <a:avLst>
              <a:gd name="adj" fmla="val 7421"/>
            </a:avLst>
          </a:prstGeom>
          <a:solidFill>
            <a:schemeClr val="bg1">
              <a:lumMod val="85000"/>
            </a:schemeClr>
          </a:solidFill>
          <a:ln w="9525">
            <a:solidFill>
              <a:srgbClr val="B3A8FF"/>
            </a:solidFill>
            <a:prstDash val="dash"/>
          </a:ln>
        </p:spPr>
        <p:txBody>
          <a:bodyPr/>
          <a:lstStyle/>
          <a:p>
            <a:endParaRPr lang="en-IN"/>
          </a:p>
        </p:txBody>
      </p:sp>
      <p:pic>
        <p:nvPicPr>
          <p:cNvPr id="21" name="Image 0" descr="preencoded.png">
            <a:extLst>
              <a:ext uri="{FF2B5EF4-FFF2-40B4-BE49-F238E27FC236}">
                <a16:creationId xmlns:a16="http://schemas.microsoft.com/office/drawing/2014/main" id="{D6A3C298-3326-2B55-05BA-90AEA93835B0}"/>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3889629" y="4425696"/>
            <a:ext cx="384048" cy="384048"/>
          </a:xfrm>
          <a:prstGeom prst="rect">
            <a:avLst/>
          </a:prstGeom>
        </p:spPr>
      </p:pic>
      <p:sp>
        <p:nvSpPr>
          <p:cNvPr id="22" name="Text 19">
            <a:extLst>
              <a:ext uri="{FF2B5EF4-FFF2-40B4-BE49-F238E27FC236}">
                <a16:creationId xmlns:a16="http://schemas.microsoft.com/office/drawing/2014/main" id="{65BBEDF4-A1E3-B939-15F9-C42DF84989EB}"/>
              </a:ext>
            </a:extLst>
          </p:cNvPr>
          <p:cNvSpPr txBox="1"/>
          <p:nvPr/>
        </p:nvSpPr>
        <p:spPr>
          <a:xfrm>
            <a:off x="3538728" y="4873752"/>
            <a:ext cx="1085850" cy="384048"/>
          </a:xfrm>
          <a:prstGeom prst="rect">
            <a:avLst/>
          </a:prstGeom>
          <a:noFill/>
          <a:ln/>
        </p:spPr>
        <p:txBody>
          <a:bodyPr wrap="square" lIns="0" tIns="0" rIns="0" bIns="0" rtlCol="0" anchor="t"/>
          <a:lstStyle/>
          <a:p>
            <a:pPr marL="0" indent="0" algn="ctr">
              <a:buNone/>
            </a:pPr>
            <a:r>
              <a:rPr lang="en-US" sz="750" i="1" dirty="0">
                <a:solidFill>
                  <a:srgbClr val="5F6075"/>
                </a:solidFill>
                <a:latin typeface="Calibri" pitchFamily="34" charset="0"/>
                <a:ea typeface="Calibri" pitchFamily="34" charset="-122"/>
                <a:cs typeface="Calibri" pitchFamily="34" charset="-120"/>
              </a:rPr>
              <a:t>Floating card: voice route illustration</a:t>
            </a:r>
            <a:endParaRPr lang="en-US" sz="750" dirty="0"/>
          </a:p>
        </p:txBody>
      </p:sp>
      <p:sp>
        <p:nvSpPr>
          <p:cNvPr id="23" name="Shape 20">
            <a:extLst>
              <a:ext uri="{FF2B5EF4-FFF2-40B4-BE49-F238E27FC236}">
                <a16:creationId xmlns:a16="http://schemas.microsoft.com/office/drawing/2014/main" id="{E89E9E3D-F334-7EED-5DD4-85773A948254}"/>
              </a:ext>
            </a:extLst>
          </p:cNvPr>
          <p:cNvSpPr/>
          <p:nvPr/>
        </p:nvSpPr>
        <p:spPr>
          <a:xfrm>
            <a:off x="4917186" y="2450592"/>
            <a:ext cx="1451610" cy="1600200"/>
          </a:xfrm>
          <a:prstGeom prst="roundRect">
            <a:avLst>
              <a:gd name="adj" fmla="val 8819"/>
            </a:avLst>
          </a:prstGeom>
          <a:solidFill>
            <a:srgbClr val="FFFFFF"/>
          </a:solidFill>
          <a:ln w="9525">
            <a:solidFill>
              <a:srgbClr val="E4E3EF"/>
            </a:solidFill>
            <a:prstDash val="solid"/>
          </a:ln>
        </p:spPr>
        <p:txBody>
          <a:bodyPr/>
          <a:lstStyle/>
          <a:p>
            <a:endParaRPr lang="en-IN"/>
          </a:p>
        </p:txBody>
      </p:sp>
      <p:sp>
        <p:nvSpPr>
          <p:cNvPr id="24" name="Text 21">
            <a:extLst>
              <a:ext uri="{FF2B5EF4-FFF2-40B4-BE49-F238E27FC236}">
                <a16:creationId xmlns:a16="http://schemas.microsoft.com/office/drawing/2014/main" id="{E53CF591-CDE0-97F9-687E-28712A9DBF3D}"/>
              </a:ext>
            </a:extLst>
          </p:cNvPr>
          <p:cNvSpPr txBox="1"/>
          <p:nvPr/>
        </p:nvSpPr>
        <p:spPr>
          <a:xfrm>
            <a:off x="5045202" y="2578608"/>
            <a:ext cx="948690" cy="384048"/>
          </a:xfrm>
          <a:prstGeom prst="rect">
            <a:avLst/>
          </a:prstGeom>
          <a:noFill/>
          <a:ln/>
        </p:spPr>
        <p:txBody>
          <a:bodyPr wrap="square" lIns="0" tIns="0" rIns="0" bIns="0" rtlCol="0" anchor="t"/>
          <a:lstStyle/>
          <a:p>
            <a:pPr marL="0" indent="0">
              <a:buNone/>
            </a:pPr>
            <a:r>
              <a:rPr lang="en-US" sz="850" b="1" dirty="0">
                <a:solidFill>
                  <a:srgbClr val="16161F"/>
                </a:solidFill>
                <a:latin typeface="Calibri" pitchFamily="34" charset="0"/>
                <a:ea typeface="Calibri" pitchFamily="34" charset="-122"/>
                <a:cs typeface="Calibri" pitchFamily="34" charset="-120"/>
              </a:rPr>
              <a:t>SMS Routing &amp; Connectivity</a:t>
            </a:r>
            <a:endParaRPr lang="en-US" sz="850" dirty="0"/>
          </a:p>
        </p:txBody>
      </p:sp>
      <p:sp>
        <p:nvSpPr>
          <p:cNvPr id="25" name="Shape 22">
            <a:extLst>
              <a:ext uri="{FF2B5EF4-FFF2-40B4-BE49-F238E27FC236}">
                <a16:creationId xmlns:a16="http://schemas.microsoft.com/office/drawing/2014/main" id="{B4418D7A-82FE-CA59-2AD0-5FF388240A4C}"/>
              </a:ext>
            </a:extLst>
          </p:cNvPr>
          <p:cNvSpPr/>
          <p:nvPr/>
        </p:nvSpPr>
        <p:spPr>
          <a:xfrm>
            <a:off x="6039612" y="2560320"/>
            <a:ext cx="219456" cy="219456"/>
          </a:xfrm>
          <a:prstGeom prst="ellipse">
            <a:avLst/>
          </a:prstGeom>
          <a:solidFill>
            <a:srgbClr val="7B6CF6"/>
          </a:solidFill>
          <a:ln/>
        </p:spPr>
        <p:txBody>
          <a:bodyPr/>
          <a:lstStyle/>
          <a:p>
            <a:endParaRPr lang="en-IN"/>
          </a:p>
        </p:txBody>
      </p:sp>
      <p:sp>
        <p:nvSpPr>
          <p:cNvPr id="26" name="Text 23">
            <a:extLst>
              <a:ext uri="{FF2B5EF4-FFF2-40B4-BE49-F238E27FC236}">
                <a16:creationId xmlns:a16="http://schemas.microsoft.com/office/drawing/2014/main" id="{6EA6DF41-2AD2-B156-F54A-D9833BACB45C}"/>
              </a:ext>
            </a:extLst>
          </p:cNvPr>
          <p:cNvSpPr txBox="1"/>
          <p:nvPr/>
        </p:nvSpPr>
        <p:spPr>
          <a:xfrm>
            <a:off x="6039612" y="2560320"/>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7" name="Text 24">
            <a:extLst>
              <a:ext uri="{FF2B5EF4-FFF2-40B4-BE49-F238E27FC236}">
                <a16:creationId xmlns:a16="http://schemas.microsoft.com/office/drawing/2014/main" id="{7C91C949-0D30-E398-19C7-07AB3F864EC5}"/>
              </a:ext>
            </a:extLst>
          </p:cNvPr>
          <p:cNvSpPr txBox="1"/>
          <p:nvPr/>
        </p:nvSpPr>
        <p:spPr>
          <a:xfrm>
            <a:off x="5045202" y="2999232"/>
            <a:ext cx="1195578" cy="822960"/>
          </a:xfrm>
          <a:prstGeom prst="rect">
            <a:avLst/>
          </a:prstGeom>
          <a:noFill/>
          <a:ln/>
        </p:spPr>
        <p:txBody>
          <a:bodyPr wrap="square" lIns="0" tIns="0" rIns="0" bIns="0" rtlCol="0" anchor="t"/>
          <a:lstStyle/>
          <a:p>
            <a:pPr marL="0" indent="0">
              <a:buNone/>
            </a:pPr>
            <a:r>
              <a:rPr lang="en-US" sz="720" dirty="0">
                <a:solidFill>
                  <a:srgbClr val="5F6075"/>
                </a:solidFill>
                <a:latin typeface="Calibri" pitchFamily="34" charset="0"/>
                <a:ea typeface="Calibri" pitchFamily="34" charset="-122"/>
                <a:cs typeface="Calibri" pitchFamily="34" charset="-120"/>
              </a:rPr>
              <a:t>SMS routing and traffic solutions designed to support messaging requirements across available international destinations.</a:t>
            </a:r>
            <a:endParaRPr lang="en-US" sz="720" dirty="0"/>
          </a:p>
        </p:txBody>
      </p:sp>
      <p:pic>
        <p:nvPicPr>
          <p:cNvPr id="28" name="Image 1" descr="preencoded.png">
            <a:extLst>
              <a:ext uri="{FF2B5EF4-FFF2-40B4-BE49-F238E27FC236}">
                <a16:creationId xmlns:a16="http://schemas.microsoft.com/office/drawing/2014/main" id="{0811A93E-04E7-0F01-7C5F-8961F322B5FB}"/>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045202" y="3538728"/>
            <a:ext cx="384048" cy="384048"/>
          </a:xfrm>
          <a:prstGeom prst="rect">
            <a:avLst/>
          </a:prstGeom>
        </p:spPr>
      </p:pic>
      <p:sp>
        <p:nvSpPr>
          <p:cNvPr id="29" name="Shape 25">
            <a:extLst>
              <a:ext uri="{FF2B5EF4-FFF2-40B4-BE49-F238E27FC236}">
                <a16:creationId xmlns:a16="http://schemas.microsoft.com/office/drawing/2014/main" id="{80ADA5FC-2704-EFED-1E69-AA5677589159}"/>
              </a:ext>
            </a:extLst>
          </p:cNvPr>
          <p:cNvSpPr/>
          <p:nvPr/>
        </p:nvSpPr>
        <p:spPr>
          <a:xfrm>
            <a:off x="6478524" y="2450592"/>
            <a:ext cx="1451610" cy="1600200"/>
          </a:xfrm>
          <a:prstGeom prst="roundRect">
            <a:avLst>
              <a:gd name="adj" fmla="val 8819"/>
            </a:avLst>
          </a:prstGeom>
          <a:solidFill>
            <a:srgbClr val="FFFFFF"/>
          </a:solidFill>
          <a:ln w="9525">
            <a:solidFill>
              <a:srgbClr val="E4E3EF"/>
            </a:solidFill>
            <a:prstDash val="solid"/>
          </a:ln>
        </p:spPr>
        <p:txBody>
          <a:bodyPr/>
          <a:lstStyle/>
          <a:p>
            <a:endParaRPr lang="en-IN"/>
          </a:p>
        </p:txBody>
      </p:sp>
      <p:sp>
        <p:nvSpPr>
          <p:cNvPr id="30" name="Text 26">
            <a:extLst>
              <a:ext uri="{FF2B5EF4-FFF2-40B4-BE49-F238E27FC236}">
                <a16:creationId xmlns:a16="http://schemas.microsoft.com/office/drawing/2014/main" id="{02E5484F-278F-9CEA-CAE0-882BB2871686}"/>
              </a:ext>
            </a:extLst>
          </p:cNvPr>
          <p:cNvSpPr txBox="1"/>
          <p:nvPr/>
        </p:nvSpPr>
        <p:spPr>
          <a:xfrm>
            <a:off x="6606540" y="2578608"/>
            <a:ext cx="948690" cy="384048"/>
          </a:xfrm>
          <a:prstGeom prst="rect">
            <a:avLst/>
          </a:prstGeom>
          <a:noFill/>
          <a:ln/>
        </p:spPr>
        <p:txBody>
          <a:bodyPr wrap="square" lIns="0" tIns="0" rIns="0" bIns="0" rtlCol="0" anchor="t"/>
          <a:lstStyle/>
          <a:p>
            <a:pPr marL="0" indent="0">
              <a:buNone/>
            </a:pPr>
            <a:r>
              <a:rPr lang="en-US" sz="850" b="1" dirty="0">
                <a:solidFill>
                  <a:srgbClr val="16161F"/>
                </a:solidFill>
                <a:latin typeface="Calibri" pitchFamily="34" charset="0"/>
                <a:ea typeface="Calibri" pitchFamily="34" charset="-122"/>
                <a:cs typeface="Calibri" pitchFamily="34" charset="-120"/>
              </a:rPr>
              <a:t>Direct Route Solutions</a:t>
            </a:r>
            <a:endParaRPr lang="en-US" sz="850" dirty="0"/>
          </a:p>
        </p:txBody>
      </p:sp>
      <p:sp>
        <p:nvSpPr>
          <p:cNvPr id="31" name="Shape 27">
            <a:extLst>
              <a:ext uri="{FF2B5EF4-FFF2-40B4-BE49-F238E27FC236}">
                <a16:creationId xmlns:a16="http://schemas.microsoft.com/office/drawing/2014/main" id="{BEF3F382-23BA-2F03-C800-AFE398994F5C}"/>
              </a:ext>
            </a:extLst>
          </p:cNvPr>
          <p:cNvSpPr/>
          <p:nvPr/>
        </p:nvSpPr>
        <p:spPr>
          <a:xfrm>
            <a:off x="7600950" y="2560320"/>
            <a:ext cx="219456" cy="219456"/>
          </a:xfrm>
          <a:prstGeom prst="ellipse">
            <a:avLst/>
          </a:prstGeom>
          <a:solidFill>
            <a:srgbClr val="7B6CF6"/>
          </a:solidFill>
          <a:ln/>
        </p:spPr>
        <p:txBody>
          <a:bodyPr/>
          <a:lstStyle/>
          <a:p>
            <a:endParaRPr lang="en-IN"/>
          </a:p>
        </p:txBody>
      </p:sp>
      <p:sp>
        <p:nvSpPr>
          <p:cNvPr id="32" name="Text 28">
            <a:extLst>
              <a:ext uri="{FF2B5EF4-FFF2-40B4-BE49-F238E27FC236}">
                <a16:creationId xmlns:a16="http://schemas.microsoft.com/office/drawing/2014/main" id="{FE67343C-5B30-F7C4-B100-4475DFDA28FB}"/>
              </a:ext>
            </a:extLst>
          </p:cNvPr>
          <p:cNvSpPr txBox="1"/>
          <p:nvPr/>
        </p:nvSpPr>
        <p:spPr>
          <a:xfrm>
            <a:off x="7600950" y="2560320"/>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3" name="Text 29">
            <a:extLst>
              <a:ext uri="{FF2B5EF4-FFF2-40B4-BE49-F238E27FC236}">
                <a16:creationId xmlns:a16="http://schemas.microsoft.com/office/drawing/2014/main" id="{F874239B-D147-ACC4-7CC2-A9A5E09809A2}"/>
              </a:ext>
            </a:extLst>
          </p:cNvPr>
          <p:cNvSpPr txBox="1"/>
          <p:nvPr/>
        </p:nvSpPr>
        <p:spPr>
          <a:xfrm>
            <a:off x="6606540" y="2999232"/>
            <a:ext cx="1195578" cy="822960"/>
          </a:xfrm>
          <a:prstGeom prst="rect">
            <a:avLst/>
          </a:prstGeom>
          <a:noFill/>
          <a:ln/>
        </p:spPr>
        <p:txBody>
          <a:bodyPr wrap="square" lIns="0" tIns="0" rIns="0" bIns="0" rtlCol="0" anchor="t"/>
          <a:lstStyle/>
          <a:p>
            <a:pPr marL="0" indent="0">
              <a:buNone/>
            </a:pPr>
            <a:r>
              <a:rPr lang="en-US" sz="720" dirty="0">
                <a:solidFill>
                  <a:srgbClr val="5F6075"/>
                </a:solidFill>
                <a:latin typeface="Calibri" pitchFamily="34" charset="0"/>
                <a:ea typeface="Calibri" pitchFamily="34" charset="-122"/>
                <a:cs typeface="Calibri" pitchFamily="34" charset="-120"/>
              </a:rPr>
              <a:t>Access to available direct fixed and mobile routes to support routing efficiency and connectivity requirements.</a:t>
            </a:r>
            <a:endParaRPr lang="en-US" sz="720" dirty="0"/>
          </a:p>
        </p:txBody>
      </p:sp>
      <p:pic>
        <p:nvPicPr>
          <p:cNvPr id="34" name="Image 2" descr="preencoded.png">
            <a:extLst>
              <a:ext uri="{FF2B5EF4-FFF2-40B4-BE49-F238E27FC236}">
                <a16:creationId xmlns:a16="http://schemas.microsoft.com/office/drawing/2014/main" id="{A4A8C958-DED3-1147-66B5-AE676522D9F1}"/>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6606540" y="3538728"/>
            <a:ext cx="384048" cy="384048"/>
          </a:xfrm>
          <a:prstGeom prst="rect">
            <a:avLst/>
          </a:prstGeom>
        </p:spPr>
      </p:pic>
      <p:sp>
        <p:nvSpPr>
          <p:cNvPr id="35" name="Shape 30">
            <a:extLst>
              <a:ext uri="{FF2B5EF4-FFF2-40B4-BE49-F238E27FC236}">
                <a16:creationId xmlns:a16="http://schemas.microsoft.com/office/drawing/2014/main" id="{2DA75655-F902-C184-7464-9FBBB2BC35C9}"/>
              </a:ext>
            </a:extLst>
          </p:cNvPr>
          <p:cNvSpPr/>
          <p:nvPr/>
        </p:nvSpPr>
        <p:spPr>
          <a:xfrm>
            <a:off x="8039862" y="2450592"/>
            <a:ext cx="1451610" cy="1600200"/>
          </a:xfrm>
          <a:prstGeom prst="roundRect">
            <a:avLst>
              <a:gd name="adj" fmla="val 8819"/>
            </a:avLst>
          </a:prstGeom>
          <a:solidFill>
            <a:schemeClr val="tx1">
              <a:lumMod val="65000"/>
              <a:lumOff val="35000"/>
            </a:schemeClr>
          </a:solidFill>
          <a:ln/>
        </p:spPr>
        <p:txBody>
          <a:bodyPr/>
          <a:lstStyle/>
          <a:p>
            <a:endParaRPr lang="en-IN"/>
          </a:p>
        </p:txBody>
      </p:sp>
      <p:sp>
        <p:nvSpPr>
          <p:cNvPr id="36" name="Text 31">
            <a:extLst>
              <a:ext uri="{FF2B5EF4-FFF2-40B4-BE49-F238E27FC236}">
                <a16:creationId xmlns:a16="http://schemas.microsoft.com/office/drawing/2014/main" id="{8A339E8A-F734-6DD1-97BA-06CFF04BCE3F}"/>
              </a:ext>
            </a:extLst>
          </p:cNvPr>
          <p:cNvSpPr txBox="1"/>
          <p:nvPr/>
        </p:nvSpPr>
        <p:spPr>
          <a:xfrm>
            <a:off x="8167878" y="2578608"/>
            <a:ext cx="948690" cy="384048"/>
          </a:xfrm>
          <a:prstGeom prst="rect">
            <a:avLst/>
          </a:prstGeom>
          <a:noFill/>
          <a:ln/>
        </p:spPr>
        <p:txBody>
          <a:bodyPr wrap="square" lIns="0" tIns="0" rIns="0" bIns="0" rtlCol="0" anchor="t"/>
          <a:lstStyle/>
          <a:p>
            <a:pPr marL="0" indent="0">
              <a:buNone/>
            </a:pPr>
            <a:r>
              <a:rPr lang="en-US" sz="850" b="1" dirty="0">
                <a:solidFill>
                  <a:srgbClr val="FFFFFF"/>
                </a:solidFill>
                <a:latin typeface="Calibri" pitchFamily="34" charset="0"/>
                <a:ea typeface="Calibri" pitchFamily="34" charset="-122"/>
                <a:cs typeface="Calibri" pitchFamily="34" charset="-120"/>
              </a:rPr>
              <a:t>Global Telecom Partnerships</a:t>
            </a:r>
            <a:endParaRPr lang="en-US" sz="850" dirty="0"/>
          </a:p>
        </p:txBody>
      </p:sp>
      <p:sp>
        <p:nvSpPr>
          <p:cNvPr id="37" name="Shape 32">
            <a:extLst>
              <a:ext uri="{FF2B5EF4-FFF2-40B4-BE49-F238E27FC236}">
                <a16:creationId xmlns:a16="http://schemas.microsoft.com/office/drawing/2014/main" id="{F7E6AC04-A661-0DDB-394D-3F45C56AD02A}"/>
              </a:ext>
            </a:extLst>
          </p:cNvPr>
          <p:cNvSpPr/>
          <p:nvPr/>
        </p:nvSpPr>
        <p:spPr>
          <a:xfrm>
            <a:off x="9162288" y="2560320"/>
            <a:ext cx="219456" cy="219456"/>
          </a:xfrm>
          <a:prstGeom prst="ellipse">
            <a:avLst/>
          </a:prstGeom>
          <a:solidFill>
            <a:srgbClr val="7B6CF6"/>
          </a:solidFill>
          <a:ln/>
        </p:spPr>
        <p:txBody>
          <a:bodyPr/>
          <a:lstStyle/>
          <a:p>
            <a:endParaRPr lang="en-IN"/>
          </a:p>
        </p:txBody>
      </p:sp>
      <p:sp>
        <p:nvSpPr>
          <p:cNvPr id="38" name="Text 33">
            <a:extLst>
              <a:ext uri="{FF2B5EF4-FFF2-40B4-BE49-F238E27FC236}">
                <a16:creationId xmlns:a16="http://schemas.microsoft.com/office/drawing/2014/main" id="{0FB77662-5443-3FD9-BA04-9A1B01CB4BE5}"/>
              </a:ext>
            </a:extLst>
          </p:cNvPr>
          <p:cNvSpPr txBox="1"/>
          <p:nvPr/>
        </p:nvSpPr>
        <p:spPr>
          <a:xfrm>
            <a:off x="9162288" y="2560320"/>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9" name="Text 34">
            <a:extLst>
              <a:ext uri="{FF2B5EF4-FFF2-40B4-BE49-F238E27FC236}">
                <a16:creationId xmlns:a16="http://schemas.microsoft.com/office/drawing/2014/main" id="{DF817FE2-0697-9950-1481-0CB144B50F32}"/>
              </a:ext>
            </a:extLst>
          </p:cNvPr>
          <p:cNvSpPr txBox="1"/>
          <p:nvPr/>
        </p:nvSpPr>
        <p:spPr>
          <a:xfrm>
            <a:off x="8167878" y="2999232"/>
            <a:ext cx="1195578" cy="822960"/>
          </a:xfrm>
          <a:prstGeom prst="rect">
            <a:avLst/>
          </a:prstGeom>
          <a:noFill/>
          <a:ln/>
        </p:spPr>
        <p:txBody>
          <a:bodyPr wrap="square" lIns="0" tIns="0" rIns="0" bIns="0" rtlCol="0" anchor="t"/>
          <a:lstStyle/>
          <a:p>
            <a:pPr marL="0" indent="0">
              <a:buNone/>
            </a:pPr>
            <a:r>
              <a:rPr lang="en-US" sz="720" dirty="0">
                <a:solidFill>
                  <a:srgbClr val="A9A9C0"/>
                </a:solidFill>
                <a:latin typeface="Calibri" pitchFamily="34" charset="0"/>
                <a:ea typeface="Calibri" pitchFamily="34" charset="-122"/>
                <a:cs typeface="Calibri" pitchFamily="34" charset="-120"/>
              </a:rPr>
              <a:t>Flexible commercial arrangements and collaboration opportunities for operators and carriers seeking to expand their international reach.</a:t>
            </a:r>
            <a:endParaRPr lang="en-US" sz="720" dirty="0"/>
          </a:p>
        </p:txBody>
      </p:sp>
      <p:pic>
        <p:nvPicPr>
          <p:cNvPr id="40" name="Image 3" descr="preencoded.png">
            <a:extLst>
              <a:ext uri="{FF2B5EF4-FFF2-40B4-BE49-F238E27FC236}">
                <a16:creationId xmlns:a16="http://schemas.microsoft.com/office/drawing/2014/main" id="{38A6B36F-76A4-5ADA-C245-613936D4CE75}"/>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8167878" y="3538728"/>
            <a:ext cx="384048" cy="384048"/>
          </a:xfrm>
          <a:prstGeom prst="rect">
            <a:avLst/>
          </a:prstGeom>
        </p:spPr>
      </p:pic>
      <p:sp>
        <p:nvSpPr>
          <p:cNvPr id="41" name="Shape 35">
            <a:extLst>
              <a:ext uri="{FF2B5EF4-FFF2-40B4-BE49-F238E27FC236}">
                <a16:creationId xmlns:a16="http://schemas.microsoft.com/office/drawing/2014/main" id="{B97BD69B-D5FB-E6C3-3786-2C0A40CA9797}"/>
              </a:ext>
            </a:extLst>
          </p:cNvPr>
          <p:cNvSpPr/>
          <p:nvPr/>
        </p:nvSpPr>
        <p:spPr>
          <a:xfrm>
            <a:off x="4917186" y="4160520"/>
            <a:ext cx="3012948" cy="1600200"/>
          </a:xfrm>
          <a:prstGeom prst="roundRect">
            <a:avLst>
              <a:gd name="adj" fmla="val 8000"/>
            </a:avLst>
          </a:prstGeom>
          <a:solidFill>
            <a:schemeClr val="bg1">
              <a:lumMod val="85000"/>
            </a:schemeClr>
          </a:solidFill>
          <a:ln w="9525">
            <a:solidFill>
              <a:srgbClr val="E4E3EF"/>
            </a:solidFill>
            <a:prstDash val="solid"/>
          </a:ln>
        </p:spPr>
        <p:txBody>
          <a:bodyPr/>
          <a:lstStyle/>
          <a:p>
            <a:endParaRPr lang="en-IN"/>
          </a:p>
        </p:txBody>
      </p:sp>
      <p:sp>
        <p:nvSpPr>
          <p:cNvPr id="42" name="Text 36">
            <a:extLst>
              <a:ext uri="{FF2B5EF4-FFF2-40B4-BE49-F238E27FC236}">
                <a16:creationId xmlns:a16="http://schemas.microsoft.com/office/drawing/2014/main" id="{6C8697E7-48F1-0EF2-8AF5-5F788C9AB36A}"/>
              </a:ext>
            </a:extLst>
          </p:cNvPr>
          <p:cNvSpPr txBox="1"/>
          <p:nvPr/>
        </p:nvSpPr>
        <p:spPr>
          <a:xfrm>
            <a:off x="5045202" y="4288536"/>
            <a:ext cx="2510028" cy="384048"/>
          </a:xfrm>
          <a:prstGeom prst="rect">
            <a:avLst/>
          </a:prstGeom>
          <a:noFill/>
          <a:ln/>
        </p:spPr>
        <p:txBody>
          <a:bodyPr wrap="square" lIns="0" tIns="0" rIns="0" bIns="0" rtlCol="0" anchor="t"/>
          <a:lstStyle/>
          <a:p>
            <a:pPr marL="0" indent="0">
              <a:buNone/>
            </a:pPr>
            <a:r>
              <a:rPr lang="en-US" sz="850" b="1" dirty="0">
                <a:solidFill>
                  <a:srgbClr val="16161F"/>
                </a:solidFill>
                <a:latin typeface="Calibri" pitchFamily="34" charset="0"/>
                <a:ea typeface="Calibri" pitchFamily="34" charset="-122"/>
                <a:cs typeface="Calibri" pitchFamily="34" charset="-120"/>
              </a:rPr>
              <a:t>Tailored Connectivity Solutions</a:t>
            </a:r>
            <a:endParaRPr lang="en-US" sz="850" dirty="0"/>
          </a:p>
        </p:txBody>
      </p:sp>
      <p:sp>
        <p:nvSpPr>
          <p:cNvPr id="43" name="Shape 37">
            <a:extLst>
              <a:ext uri="{FF2B5EF4-FFF2-40B4-BE49-F238E27FC236}">
                <a16:creationId xmlns:a16="http://schemas.microsoft.com/office/drawing/2014/main" id="{68772BE9-1E4E-3D28-15DA-95FA43724858}"/>
              </a:ext>
            </a:extLst>
          </p:cNvPr>
          <p:cNvSpPr/>
          <p:nvPr/>
        </p:nvSpPr>
        <p:spPr>
          <a:xfrm>
            <a:off x="7600950" y="4270248"/>
            <a:ext cx="219456" cy="219456"/>
          </a:xfrm>
          <a:prstGeom prst="ellipse">
            <a:avLst/>
          </a:prstGeom>
          <a:solidFill>
            <a:srgbClr val="7B6CF6"/>
          </a:solidFill>
          <a:ln/>
        </p:spPr>
        <p:txBody>
          <a:bodyPr/>
          <a:lstStyle/>
          <a:p>
            <a:endParaRPr lang="en-IN"/>
          </a:p>
        </p:txBody>
      </p:sp>
      <p:sp>
        <p:nvSpPr>
          <p:cNvPr id="44" name="Text 38">
            <a:extLst>
              <a:ext uri="{FF2B5EF4-FFF2-40B4-BE49-F238E27FC236}">
                <a16:creationId xmlns:a16="http://schemas.microsoft.com/office/drawing/2014/main" id="{FE4E49FA-34AC-FE0D-B48E-C72C9A6D7C5E}"/>
              </a:ext>
            </a:extLst>
          </p:cNvPr>
          <p:cNvSpPr txBox="1"/>
          <p:nvPr/>
        </p:nvSpPr>
        <p:spPr>
          <a:xfrm>
            <a:off x="7600950" y="427024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5" name="Text 39">
            <a:extLst>
              <a:ext uri="{FF2B5EF4-FFF2-40B4-BE49-F238E27FC236}">
                <a16:creationId xmlns:a16="http://schemas.microsoft.com/office/drawing/2014/main" id="{16B1E142-2B33-3D09-7800-92D98FAEEF84}"/>
              </a:ext>
            </a:extLst>
          </p:cNvPr>
          <p:cNvSpPr txBox="1"/>
          <p:nvPr/>
        </p:nvSpPr>
        <p:spPr>
          <a:xfrm>
            <a:off x="5045202" y="4709160"/>
            <a:ext cx="1828800" cy="822960"/>
          </a:xfrm>
          <a:prstGeom prst="rect">
            <a:avLst/>
          </a:prstGeom>
          <a:noFill/>
          <a:ln/>
        </p:spPr>
        <p:txBody>
          <a:bodyPr wrap="square" lIns="0" tIns="0" rIns="0" bIns="0" rtlCol="0" anchor="t"/>
          <a:lstStyle/>
          <a:p>
            <a:pPr marL="0" indent="0">
              <a:buNone/>
            </a:pPr>
            <a:r>
              <a:rPr lang="en-US" sz="720" dirty="0">
                <a:solidFill>
                  <a:srgbClr val="5F6075"/>
                </a:solidFill>
                <a:latin typeface="Calibri" pitchFamily="34" charset="0"/>
                <a:ea typeface="Calibri" pitchFamily="34" charset="-122"/>
                <a:cs typeface="Calibri" pitchFamily="34" charset="-120"/>
              </a:rPr>
              <a:t>Business-focused voice and messaging options developed around partner requirements, traffic needs, and commercial objectives.</a:t>
            </a:r>
            <a:endParaRPr lang="en-US" sz="720" dirty="0"/>
          </a:p>
        </p:txBody>
      </p:sp>
      <p:sp>
        <p:nvSpPr>
          <p:cNvPr id="46" name="Shape 40">
            <a:extLst>
              <a:ext uri="{FF2B5EF4-FFF2-40B4-BE49-F238E27FC236}">
                <a16:creationId xmlns:a16="http://schemas.microsoft.com/office/drawing/2014/main" id="{F23FF169-3FFD-84E4-84EE-36B546F924E1}"/>
              </a:ext>
            </a:extLst>
          </p:cNvPr>
          <p:cNvSpPr/>
          <p:nvPr/>
        </p:nvSpPr>
        <p:spPr>
          <a:xfrm>
            <a:off x="5045202" y="5394960"/>
            <a:ext cx="1280160" cy="256032"/>
          </a:xfrm>
          <a:prstGeom prst="roundRect">
            <a:avLst>
              <a:gd name="adj" fmla="val 50000"/>
            </a:avLst>
          </a:prstGeom>
          <a:solidFill>
            <a:srgbClr val="16161F"/>
          </a:solidFill>
          <a:ln/>
        </p:spPr>
        <p:txBody>
          <a:bodyPr/>
          <a:lstStyle/>
          <a:p>
            <a:endParaRPr lang="en-IN"/>
          </a:p>
        </p:txBody>
      </p:sp>
      <p:sp>
        <p:nvSpPr>
          <p:cNvPr id="47" name="Text 41">
            <a:extLst>
              <a:ext uri="{FF2B5EF4-FFF2-40B4-BE49-F238E27FC236}">
                <a16:creationId xmlns:a16="http://schemas.microsoft.com/office/drawing/2014/main" id="{AA1A126D-AAFF-FC1E-EA3F-F4C552B4C4B9}"/>
              </a:ext>
            </a:extLst>
          </p:cNvPr>
          <p:cNvSpPr txBox="1"/>
          <p:nvPr/>
        </p:nvSpPr>
        <p:spPr>
          <a:xfrm>
            <a:off x="5045202" y="5394960"/>
            <a:ext cx="1280160"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Discuss Requirements</a:t>
            </a:r>
            <a:endParaRPr lang="en-US" sz="750" dirty="0"/>
          </a:p>
        </p:txBody>
      </p:sp>
      <p:sp>
        <p:nvSpPr>
          <p:cNvPr id="48" name="Text 42">
            <a:extLst>
              <a:ext uri="{FF2B5EF4-FFF2-40B4-BE49-F238E27FC236}">
                <a16:creationId xmlns:a16="http://schemas.microsoft.com/office/drawing/2014/main" id="{5975AB61-1384-82B4-E1DB-18BDF02627A3}"/>
              </a:ext>
            </a:extLst>
          </p:cNvPr>
          <p:cNvSpPr txBox="1"/>
          <p:nvPr/>
        </p:nvSpPr>
        <p:spPr>
          <a:xfrm>
            <a:off x="6307074" y="5349240"/>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9" name="Shape 43">
            <a:extLst>
              <a:ext uri="{FF2B5EF4-FFF2-40B4-BE49-F238E27FC236}">
                <a16:creationId xmlns:a16="http://schemas.microsoft.com/office/drawing/2014/main" id="{748C0BB6-4863-B268-7860-8E3800AAD452}"/>
              </a:ext>
            </a:extLst>
          </p:cNvPr>
          <p:cNvSpPr/>
          <p:nvPr/>
        </p:nvSpPr>
        <p:spPr>
          <a:xfrm>
            <a:off x="6878574" y="4663440"/>
            <a:ext cx="914400" cy="960120"/>
          </a:xfrm>
          <a:prstGeom prst="roundRect">
            <a:avLst>
              <a:gd name="adj" fmla="val 10000"/>
            </a:avLst>
          </a:prstGeom>
          <a:solidFill>
            <a:schemeClr val="bg1">
              <a:lumMod val="75000"/>
            </a:schemeClr>
          </a:solidFill>
          <a:ln w="9525">
            <a:solidFill>
              <a:srgbClr val="B3A8FF"/>
            </a:solidFill>
            <a:prstDash val="dash"/>
          </a:ln>
        </p:spPr>
        <p:txBody>
          <a:bodyPr/>
          <a:lstStyle/>
          <a:p>
            <a:endParaRPr lang="en-IN"/>
          </a:p>
        </p:txBody>
      </p:sp>
      <p:pic>
        <p:nvPicPr>
          <p:cNvPr id="50" name="Image 4" descr="preencoded.png">
            <a:extLst>
              <a:ext uri="{FF2B5EF4-FFF2-40B4-BE49-F238E27FC236}">
                <a16:creationId xmlns:a16="http://schemas.microsoft.com/office/drawing/2014/main" id="{7D5FCB95-E3AB-EE8B-63F4-8F013356337C}"/>
              </a:ext>
            </a:extLst>
          </p:cNvPr>
          <p:cNvPicPr>
            <a:picLocks noChangeAspect="1"/>
          </p:cNvPicPr>
          <p:nvPr/>
        </p:nvPicPr>
        <p:blipFill>
          <a:blip r:embed="rId10">
            <a:grayscl/>
          </a:blip>
          <a:stretch>
            <a:fillRect/>
          </a:stretch>
        </p:blipFill>
        <p:spPr>
          <a:xfrm>
            <a:off x="7182155" y="4989881"/>
            <a:ext cx="307238" cy="307238"/>
          </a:xfrm>
          <a:prstGeom prst="rect">
            <a:avLst/>
          </a:prstGeom>
        </p:spPr>
      </p:pic>
      <p:sp>
        <p:nvSpPr>
          <p:cNvPr id="51" name="Shape 44">
            <a:extLst>
              <a:ext uri="{FF2B5EF4-FFF2-40B4-BE49-F238E27FC236}">
                <a16:creationId xmlns:a16="http://schemas.microsoft.com/office/drawing/2014/main" id="{8D01EEEA-667F-71DD-320A-753105EE7486}"/>
              </a:ext>
            </a:extLst>
          </p:cNvPr>
          <p:cNvSpPr/>
          <p:nvPr/>
        </p:nvSpPr>
        <p:spPr>
          <a:xfrm>
            <a:off x="8039862" y="4160520"/>
            <a:ext cx="1451610" cy="1600200"/>
          </a:xfrm>
          <a:prstGeom prst="roundRect">
            <a:avLst>
              <a:gd name="adj" fmla="val 8819"/>
            </a:avLst>
          </a:prstGeom>
          <a:solidFill>
            <a:schemeClr val="tx1">
              <a:lumMod val="65000"/>
              <a:lumOff val="35000"/>
            </a:schemeClr>
          </a:solidFill>
          <a:ln/>
        </p:spPr>
        <p:txBody>
          <a:bodyPr/>
          <a:lstStyle/>
          <a:p>
            <a:endParaRPr lang="en-IN"/>
          </a:p>
        </p:txBody>
      </p:sp>
      <p:sp>
        <p:nvSpPr>
          <p:cNvPr id="52" name="Text 45">
            <a:extLst>
              <a:ext uri="{FF2B5EF4-FFF2-40B4-BE49-F238E27FC236}">
                <a16:creationId xmlns:a16="http://schemas.microsoft.com/office/drawing/2014/main" id="{D2C138CB-471F-B58D-80BB-33D7A7FA51E5}"/>
              </a:ext>
            </a:extLst>
          </p:cNvPr>
          <p:cNvSpPr txBox="1"/>
          <p:nvPr/>
        </p:nvSpPr>
        <p:spPr>
          <a:xfrm>
            <a:off x="8167878" y="4288536"/>
            <a:ext cx="948690" cy="384048"/>
          </a:xfrm>
          <a:prstGeom prst="rect">
            <a:avLst/>
          </a:prstGeom>
          <a:noFill/>
          <a:ln/>
        </p:spPr>
        <p:txBody>
          <a:bodyPr wrap="square" lIns="0" tIns="0" rIns="0" bIns="0" rtlCol="0" anchor="t"/>
          <a:lstStyle/>
          <a:p>
            <a:pPr marL="0" indent="0">
              <a:buNone/>
            </a:pPr>
            <a:r>
              <a:rPr lang="en-US" sz="850" b="1" dirty="0">
                <a:solidFill>
                  <a:srgbClr val="FFFFFF"/>
                </a:solidFill>
                <a:latin typeface="Calibri" pitchFamily="34" charset="0"/>
                <a:ea typeface="Calibri" pitchFamily="34" charset="-122"/>
                <a:cs typeface="Calibri" pitchFamily="34" charset="-120"/>
              </a:rPr>
              <a:t>Who we work with</a:t>
            </a:r>
            <a:endParaRPr lang="en-US" sz="850" dirty="0"/>
          </a:p>
        </p:txBody>
      </p:sp>
      <p:sp>
        <p:nvSpPr>
          <p:cNvPr id="53" name="Shape 46">
            <a:extLst>
              <a:ext uri="{FF2B5EF4-FFF2-40B4-BE49-F238E27FC236}">
                <a16:creationId xmlns:a16="http://schemas.microsoft.com/office/drawing/2014/main" id="{7B67913E-830D-3199-5BEE-952D4B4BFA5A}"/>
              </a:ext>
            </a:extLst>
          </p:cNvPr>
          <p:cNvSpPr/>
          <p:nvPr/>
        </p:nvSpPr>
        <p:spPr>
          <a:xfrm>
            <a:off x="9162288" y="4270248"/>
            <a:ext cx="219456" cy="219456"/>
          </a:xfrm>
          <a:prstGeom prst="ellipse">
            <a:avLst/>
          </a:prstGeom>
          <a:solidFill>
            <a:srgbClr val="7B6CF6"/>
          </a:solidFill>
          <a:ln/>
        </p:spPr>
        <p:txBody>
          <a:bodyPr/>
          <a:lstStyle/>
          <a:p>
            <a:endParaRPr lang="en-IN"/>
          </a:p>
        </p:txBody>
      </p:sp>
      <p:sp>
        <p:nvSpPr>
          <p:cNvPr id="54" name="Text 47">
            <a:extLst>
              <a:ext uri="{FF2B5EF4-FFF2-40B4-BE49-F238E27FC236}">
                <a16:creationId xmlns:a16="http://schemas.microsoft.com/office/drawing/2014/main" id="{088F5B23-04F7-B4EC-1FBD-BD2CBDD6E610}"/>
              </a:ext>
            </a:extLst>
          </p:cNvPr>
          <p:cNvSpPr txBox="1"/>
          <p:nvPr/>
        </p:nvSpPr>
        <p:spPr>
          <a:xfrm>
            <a:off x="9162288" y="427024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5" name="Text 48">
            <a:extLst>
              <a:ext uri="{FF2B5EF4-FFF2-40B4-BE49-F238E27FC236}">
                <a16:creationId xmlns:a16="http://schemas.microsoft.com/office/drawing/2014/main" id="{99BA7477-5BFF-B13E-D97E-FADC6313E802}"/>
              </a:ext>
            </a:extLst>
          </p:cNvPr>
          <p:cNvSpPr txBox="1"/>
          <p:nvPr/>
        </p:nvSpPr>
        <p:spPr>
          <a:xfrm>
            <a:off x="8167878" y="4709160"/>
            <a:ext cx="1195578" cy="822960"/>
          </a:xfrm>
          <a:prstGeom prst="rect">
            <a:avLst/>
          </a:prstGeom>
          <a:noFill/>
          <a:ln/>
        </p:spPr>
        <p:txBody>
          <a:bodyPr wrap="square" lIns="0" tIns="0" rIns="0" bIns="0" rtlCol="0" anchor="t"/>
          <a:lstStyle/>
          <a:p>
            <a:pPr marL="0" indent="0">
              <a:buNone/>
            </a:pPr>
            <a:r>
              <a:rPr lang="en-US" sz="720" dirty="0">
                <a:solidFill>
                  <a:srgbClr val="A9A9C0"/>
                </a:solidFill>
                <a:latin typeface="Calibri" pitchFamily="34" charset="0"/>
                <a:ea typeface="Calibri" pitchFamily="34" charset="-122"/>
                <a:cs typeface="Calibri" pitchFamily="34" charset="-120"/>
              </a:rPr>
              <a:t>Operators · Carriers · Service providers · Business partners</a:t>
            </a:r>
            <a:endParaRPr lang="en-US" sz="720" dirty="0"/>
          </a:p>
        </p:txBody>
      </p:sp>
      <p:pic>
        <p:nvPicPr>
          <p:cNvPr id="56" name="Image 5" descr="preencoded.png">
            <a:extLst>
              <a:ext uri="{FF2B5EF4-FFF2-40B4-BE49-F238E27FC236}">
                <a16:creationId xmlns:a16="http://schemas.microsoft.com/office/drawing/2014/main" id="{9F1BCFC3-405F-41D3-F87F-BDF9C1EC340B}"/>
              </a:ext>
            </a:extLst>
          </p:cNvPr>
          <p:cNvPicPr>
            <a:picLocks noChangeAspect="1"/>
          </p:cNvPicPr>
          <p:nvPr/>
        </p:nvPicPr>
        <p:blipFill>
          <a:blip r:embed="rId11">
            <a:extLst>
              <a:ext uri="{BEBA8EAE-BF5A-486C-A8C5-ECC9F3942E4B}">
                <a14:imgProps xmlns:a14="http://schemas.microsoft.com/office/drawing/2010/main">
                  <a14:imgLayer r:embed="rId12">
                    <a14:imgEffect>
                      <a14:saturation sat="0"/>
                    </a14:imgEffect>
                  </a14:imgLayer>
                </a14:imgProps>
              </a:ext>
            </a:extLst>
          </a:blip>
          <a:stretch>
            <a:fillRect/>
          </a:stretch>
        </p:blipFill>
        <p:spPr>
          <a:xfrm>
            <a:off x="8167878" y="5248656"/>
            <a:ext cx="384048" cy="384048"/>
          </a:xfrm>
          <a:prstGeom prst="rect">
            <a:avLst/>
          </a:prstGeom>
        </p:spPr>
      </p:pic>
      <p:sp>
        <p:nvSpPr>
          <p:cNvPr id="57" name="Text 49">
            <a:extLst>
              <a:ext uri="{FF2B5EF4-FFF2-40B4-BE49-F238E27FC236}">
                <a16:creationId xmlns:a16="http://schemas.microsoft.com/office/drawing/2014/main" id="{6B864535-AC3D-5475-C8E4-72ABECDB562B}"/>
              </a:ext>
            </a:extLst>
          </p:cNvPr>
          <p:cNvSpPr txBox="1"/>
          <p:nvPr/>
        </p:nvSpPr>
        <p:spPr>
          <a:xfrm>
            <a:off x="9063990" y="4242816"/>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Tree>
    <p:extLst>
      <p:ext uri="{BB962C8B-B14F-4D97-AF65-F5344CB8AC3E}">
        <p14:creationId xmlns:p14="http://schemas.microsoft.com/office/powerpoint/2010/main" val="3469238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74C6D3C-7ACD-7F21-7340-C1C99A7BC0D7}"/>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Enquiry form and contact details</a:t>
            </a:r>
            <a:endParaRPr lang="en-US" sz="2800" dirty="0"/>
          </a:p>
        </p:txBody>
      </p:sp>
      <p:sp>
        <p:nvSpPr>
          <p:cNvPr id="3" name="Text 1">
            <a:extLst>
              <a:ext uri="{FF2B5EF4-FFF2-40B4-BE49-F238E27FC236}">
                <a16:creationId xmlns:a16="http://schemas.microsoft.com/office/drawing/2014/main" id="{3C815785-E92D-274D-1DC0-FCA79D8CE7C1}"/>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CONTACT US</a:t>
            </a:r>
            <a:endParaRPr lang="en-US" sz="1050" dirty="0"/>
          </a:p>
        </p:txBody>
      </p:sp>
      <p:sp>
        <p:nvSpPr>
          <p:cNvPr id="4" name="Shape 2">
            <a:extLst>
              <a:ext uri="{FF2B5EF4-FFF2-40B4-BE49-F238E27FC236}">
                <a16:creationId xmlns:a16="http://schemas.microsoft.com/office/drawing/2014/main" id="{0D7DF720-D69F-BCC0-6FF1-2A798948F7C3}"/>
              </a:ext>
            </a:extLst>
          </p:cNvPr>
          <p:cNvSpPr/>
          <p:nvPr/>
        </p:nvSpPr>
        <p:spPr>
          <a:xfrm>
            <a:off x="3154680" y="1261872"/>
            <a:ext cx="6537960" cy="4937760"/>
          </a:xfrm>
          <a:prstGeom prst="roundRect">
            <a:avLst>
              <a:gd name="adj" fmla="val 2222"/>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9207B862-9D53-DCB4-5FC0-7BB9B361722D}"/>
              </a:ext>
            </a:extLst>
          </p:cNvPr>
          <p:cNvSpPr/>
          <p:nvPr/>
        </p:nvSpPr>
        <p:spPr>
          <a:xfrm>
            <a:off x="3154680" y="1261872"/>
            <a:ext cx="6537960" cy="274320"/>
          </a:xfrm>
          <a:prstGeom prst="roundRect">
            <a:avLst>
              <a:gd name="adj" fmla="val 40000"/>
            </a:avLst>
          </a:prstGeom>
          <a:solidFill>
            <a:srgbClr val="EEEDF6"/>
          </a:solidFill>
          <a:ln/>
        </p:spPr>
        <p:txBody>
          <a:bodyPr/>
          <a:lstStyle/>
          <a:p>
            <a:endParaRPr lang="en-IN"/>
          </a:p>
        </p:txBody>
      </p:sp>
      <p:sp>
        <p:nvSpPr>
          <p:cNvPr id="6" name="Shape 4">
            <a:extLst>
              <a:ext uri="{FF2B5EF4-FFF2-40B4-BE49-F238E27FC236}">
                <a16:creationId xmlns:a16="http://schemas.microsoft.com/office/drawing/2014/main" id="{FED00B23-430E-8218-BCE1-3E419989A70D}"/>
              </a:ext>
            </a:extLst>
          </p:cNvPr>
          <p:cNvSpPr/>
          <p:nvPr/>
        </p:nvSpPr>
        <p:spPr>
          <a:xfrm>
            <a:off x="3154680" y="1426464"/>
            <a:ext cx="6537960" cy="109728"/>
          </a:xfrm>
          <a:prstGeom prst="rect">
            <a:avLst/>
          </a:prstGeom>
          <a:solidFill>
            <a:srgbClr val="EEEDF6"/>
          </a:solidFill>
          <a:ln/>
        </p:spPr>
        <p:txBody>
          <a:bodyPr/>
          <a:lstStyle/>
          <a:p>
            <a:endParaRPr lang="en-IN"/>
          </a:p>
        </p:txBody>
      </p:sp>
      <p:sp>
        <p:nvSpPr>
          <p:cNvPr id="7" name="Shape 5">
            <a:extLst>
              <a:ext uri="{FF2B5EF4-FFF2-40B4-BE49-F238E27FC236}">
                <a16:creationId xmlns:a16="http://schemas.microsoft.com/office/drawing/2014/main" id="{3630F959-3DA3-DDEA-237D-3C7F91101084}"/>
              </a:ext>
            </a:extLst>
          </p:cNvPr>
          <p:cNvSpPr/>
          <p:nvPr/>
        </p:nvSpPr>
        <p:spPr>
          <a:xfrm>
            <a:off x="3282696" y="1353312"/>
            <a:ext cx="91440" cy="91440"/>
          </a:xfrm>
          <a:prstGeom prst="ellipse">
            <a:avLst/>
          </a:prstGeom>
          <a:solidFill>
            <a:srgbClr val="F2B77A"/>
          </a:solidFill>
          <a:ln/>
        </p:spPr>
        <p:txBody>
          <a:bodyPr/>
          <a:lstStyle/>
          <a:p>
            <a:endParaRPr lang="en-IN"/>
          </a:p>
        </p:txBody>
      </p:sp>
      <p:sp>
        <p:nvSpPr>
          <p:cNvPr id="8" name="Shape 6">
            <a:extLst>
              <a:ext uri="{FF2B5EF4-FFF2-40B4-BE49-F238E27FC236}">
                <a16:creationId xmlns:a16="http://schemas.microsoft.com/office/drawing/2014/main" id="{6BD258F8-44C7-5C9A-20EA-54F262066A70}"/>
              </a:ext>
            </a:extLst>
          </p:cNvPr>
          <p:cNvSpPr/>
          <p:nvPr/>
        </p:nvSpPr>
        <p:spPr>
          <a:xfrm>
            <a:off x="3429000" y="1353312"/>
            <a:ext cx="91440" cy="91440"/>
          </a:xfrm>
          <a:prstGeom prst="ellipse">
            <a:avLst/>
          </a:prstGeom>
          <a:solidFill>
            <a:srgbClr val="B3A8FF"/>
          </a:solidFill>
          <a:ln/>
        </p:spPr>
        <p:txBody>
          <a:bodyPr/>
          <a:lstStyle/>
          <a:p>
            <a:endParaRPr lang="en-IN"/>
          </a:p>
        </p:txBody>
      </p:sp>
      <p:sp>
        <p:nvSpPr>
          <p:cNvPr id="9" name="Shape 7">
            <a:extLst>
              <a:ext uri="{FF2B5EF4-FFF2-40B4-BE49-F238E27FC236}">
                <a16:creationId xmlns:a16="http://schemas.microsoft.com/office/drawing/2014/main" id="{EB7A91DD-2081-D388-450C-D1EF59F6602F}"/>
              </a:ext>
            </a:extLst>
          </p:cNvPr>
          <p:cNvSpPr/>
          <p:nvPr/>
        </p:nvSpPr>
        <p:spPr>
          <a:xfrm>
            <a:off x="3575304" y="1353312"/>
            <a:ext cx="91440" cy="91440"/>
          </a:xfrm>
          <a:prstGeom prst="ellipse">
            <a:avLst/>
          </a:prstGeom>
          <a:solidFill>
            <a:srgbClr val="9DF0D4"/>
          </a:solidFill>
          <a:ln/>
        </p:spPr>
        <p:txBody>
          <a:bodyPr/>
          <a:lstStyle/>
          <a:p>
            <a:endParaRPr lang="en-IN"/>
          </a:p>
        </p:txBody>
      </p:sp>
      <p:sp>
        <p:nvSpPr>
          <p:cNvPr id="10" name="Shape 8">
            <a:extLst>
              <a:ext uri="{FF2B5EF4-FFF2-40B4-BE49-F238E27FC236}">
                <a16:creationId xmlns:a16="http://schemas.microsoft.com/office/drawing/2014/main" id="{654441EF-389A-75B0-7802-91A33674DA1D}"/>
              </a:ext>
            </a:extLst>
          </p:cNvPr>
          <p:cNvSpPr/>
          <p:nvPr/>
        </p:nvSpPr>
        <p:spPr>
          <a:xfrm>
            <a:off x="5234940" y="1316736"/>
            <a:ext cx="2377440" cy="164592"/>
          </a:xfrm>
          <a:prstGeom prst="roundRect">
            <a:avLst>
              <a:gd name="adj" fmla="val 50000"/>
            </a:avLst>
          </a:prstGeom>
          <a:solidFill>
            <a:srgbClr val="FFFFFF"/>
          </a:solidFill>
          <a:ln/>
        </p:spPr>
        <p:txBody>
          <a:bodyPr/>
          <a:lstStyle/>
          <a:p>
            <a:endParaRPr lang="en-IN"/>
          </a:p>
        </p:txBody>
      </p:sp>
      <p:sp>
        <p:nvSpPr>
          <p:cNvPr id="11" name="Text 9">
            <a:extLst>
              <a:ext uri="{FF2B5EF4-FFF2-40B4-BE49-F238E27FC236}">
                <a16:creationId xmlns:a16="http://schemas.microsoft.com/office/drawing/2014/main" id="{40EAFC73-4838-A9CF-A149-5235B2F2A516}"/>
              </a:ext>
            </a:extLst>
          </p:cNvPr>
          <p:cNvSpPr txBox="1"/>
          <p:nvPr/>
        </p:nvSpPr>
        <p:spPr>
          <a:xfrm>
            <a:off x="5234940" y="1316736"/>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omaginfo.com/contact</a:t>
            </a:r>
            <a:endParaRPr lang="en-US" sz="700" dirty="0"/>
          </a:p>
        </p:txBody>
      </p:sp>
      <p:sp>
        <p:nvSpPr>
          <p:cNvPr id="12" name="Shape 10">
            <a:extLst>
              <a:ext uri="{FF2B5EF4-FFF2-40B4-BE49-F238E27FC236}">
                <a16:creationId xmlns:a16="http://schemas.microsoft.com/office/drawing/2014/main" id="{31ED74F2-899E-8AF3-46C6-8BEC08E154D3}"/>
              </a:ext>
            </a:extLst>
          </p:cNvPr>
          <p:cNvSpPr/>
          <p:nvPr/>
        </p:nvSpPr>
        <p:spPr>
          <a:xfrm>
            <a:off x="6014466" y="1673352"/>
            <a:ext cx="818388" cy="201168"/>
          </a:xfrm>
          <a:prstGeom prst="roundRect">
            <a:avLst>
              <a:gd name="adj" fmla="val 50000"/>
            </a:avLst>
          </a:prstGeom>
          <a:solidFill>
            <a:srgbClr val="ECEBFF"/>
          </a:solidFill>
          <a:ln/>
        </p:spPr>
        <p:txBody>
          <a:bodyPr/>
          <a:lstStyle/>
          <a:p>
            <a:endParaRPr lang="en-IN"/>
          </a:p>
        </p:txBody>
      </p:sp>
      <p:sp>
        <p:nvSpPr>
          <p:cNvPr id="13" name="Text 11">
            <a:extLst>
              <a:ext uri="{FF2B5EF4-FFF2-40B4-BE49-F238E27FC236}">
                <a16:creationId xmlns:a16="http://schemas.microsoft.com/office/drawing/2014/main" id="{3D8B7FA4-CBDB-99DB-ECF4-74DEE580CEE9}"/>
              </a:ext>
            </a:extLst>
          </p:cNvPr>
          <p:cNvSpPr txBox="1"/>
          <p:nvPr/>
        </p:nvSpPr>
        <p:spPr>
          <a:xfrm>
            <a:off x="6014466" y="1673352"/>
            <a:ext cx="818388" cy="201168"/>
          </a:xfrm>
          <a:prstGeom prst="rect">
            <a:avLst/>
          </a:prstGeom>
          <a:noFill/>
          <a:ln/>
        </p:spPr>
        <p:txBody>
          <a:bodyPr wrap="square" lIns="0" tIns="0" rIns="0" bIns="0" rtlCol="0" anchor="ctr"/>
          <a:lstStyle/>
          <a:p>
            <a:pPr marL="0" indent="0" algn="ctr">
              <a:buNone/>
            </a:pPr>
            <a:r>
              <a:rPr lang="en-US" sz="700" b="1" kern="0" spc="100" dirty="0">
                <a:solidFill>
                  <a:srgbClr val="7B6CF6"/>
                </a:solidFill>
                <a:latin typeface="Calibri" pitchFamily="34" charset="0"/>
                <a:ea typeface="Calibri" pitchFamily="34" charset="-122"/>
                <a:cs typeface="Calibri" pitchFamily="34" charset="-120"/>
              </a:rPr>
              <a:t>CONTACT US</a:t>
            </a:r>
            <a:endParaRPr lang="en-US" sz="700" dirty="0"/>
          </a:p>
        </p:txBody>
      </p:sp>
      <p:sp>
        <p:nvSpPr>
          <p:cNvPr id="14" name="Text 12">
            <a:extLst>
              <a:ext uri="{FF2B5EF4-FFF2-40B4-BE49-F238E27FC236}">
                <a16:creationId xmlns:a16="http://schemas.microsoft.com/office/drawing/2014/main" id="{31B35917-A645-9D8F-39FB-35B48014871B}"/>
              </a:ext>
            </a:extLst>
          </p:cNvPr>
          <p:cNvSpPr txBox="1"/>
          <p:nvPr/>
        </p:nvSpPr>
        <p:spPr>
          <a:xfrm>
            <a:off x="3355848" y="1929384"/>
            <a:ext cx="6135624" cy="365760"/>
          </a:xfrm>
          <a:prstGeom prst="rect">
            <a:avLst/>
          </a:prstGeom>
          <a:noFill/>
          <a:ln/>
        </p:spPr>
        <p:txBody>
          <a:bodyPr wrap="square" lIns="0" tIns="0" rIns="0" bIns="0" rtlCol="0" anchor="t"/>
          <a:lstStyle/>
          <a:p>
            <a:pPr marL="0" indent="0" algn="ctr">
              <a:buNone/>
            </a:pPr>
            <a:r>
              <a:rPr lang="en-US" sz="1700" b="1" dirty="0">
                <a:solidFill>
                  <a:srgbClr val="16161F"/>
                </a:solidFill>
                <a:latin typeface="Calibri" pitchFamily="34" charset="0"/>
                <a:ea typeface="Calibri" pitchFamily="34" charset="-122"/>
                <a:cs typeface="Calibri" pitchFamily="34" charset="-120"/>
              </a:rPr>
              <a:t>Connect with Omaginfo LLC</a:t>
            </a:r>
            <a:endParaRPr lang="en-US" sz="1700" dirty="0"/>
          </a:p>
        </p:txBody>
      </p:sp>
      <p:sp>
        <p:nvSpPr>
          <p:cNvPr id="15" name="Text 13">
            <a:extLst>
              <a:ext uri="{FF2B5EF4-FFF2-40B4-BE49-F238E27FC236}">
                <a16:creationId xmlns:a16="http://schemas.microsoft.com/office/drawing/2014/main" id="{AEB33E5D-9BED-09D6-D58A-19A80DDBC902}"/>
              </a:ext>
            </a:extLst>
          </p:cNvPr>
          <p:cNvSpPr txBox="1"/>
          <p:nvPr/>
        </p:nvSpPr>
        <p:spPr>
          <a:xfrm>
            <a:off x="3355848" y="2295144"/>
            <a:ext cx="6135624" cy="228600"/>
          </a:xfrm>
          <a:prstGeom prst="rect">
            <a:avLst/>
          </a:prstGeom>
          <a:noFill/>
          <a:ln/>
        </p:spPr>
        <p:txBody>
          <a:bodyPr wrap="square" lIns="0" tIns="0" rIns="0" bIns="0" rtlCol="0" anchor="t"/>
          <a:lstStyle/>
          <a:p>
            <a:pPr marL="0" indent="0" algn="ctr">
              <a:buNone/>
            </a:pPr>
            <a:r>
              <a:rPr lang="en-US" sz="850" dirty="0">
                <a:solidFill>
                  <a:srgbClr val="5F6075"/>
                </a:solidFill>
                <a:latin typeface="Calibri" pitchFamily="34" charset="0"/>
                <a:ea typeface="Calibri" pitchFamily="34" charset="-122"/>
                <a:cs typeface="Calibri" pitchFamily="34" charset="-120"/>
              </a:rPr>
              <a:t>Discuss your routing requirements and explore opportunities for collaboration.</a:t>
            </a:r>
            <a:endParaRPr lang="en-US" sz="850" dirty="0"/>
          </a:p>
        </p:txBody>
      </p:sp>
      <p:sp>
        <p:nvSpPr>
          <p:cNvPr id="16" name="Shape 14">
            <a:extLst>
              <a:ext uri="{FF2B5EF4-FFF2-40B4-BE49-F238E27FC236}">
                <a16:creationId xmlns:a16="http://schemas.microsoft.com/office/drawing/2014/main" id="{C6F2D93B-5718-26EB-D0E1-337C2FA48163}"/>
              </a:ext>
            </a:extLst>
          </p:cNvPr>
          <p:cNvSpPr/>
          <p:nvPr/>
        </p:nvSpPr>
        <p:spPr>
          <a:xfrm>
            <a:off x="3355848" y="2679192"/>
            <a:ext cx="3611880" cy="3337560"/>
          </a:xfrm>
          <a:prstGeom prst="roundRect">
            <a:avLst>
              <a:gd name="adj" fmla="val 4384"/>
            </a:avLst>
          </a:prstGeom>
          <a:solidFill>
            <a:srgbClr val="FFFFFF"/>
          </a:solidFill>
          <a:ln w="9525">
            <a:solidFill>
              <a:srgbClr val="E4E3EF"/>
            </a:solidFill>
            <a:prstDash val="solid"/>
          </a:ln>
        </p:spPr>
        <p:txBody>
          <a:bodyPr/>
          <a:lstStyle/>
          <a:p>
            <a:endParaRPr lang="en-IN"/>
          </a:p>
        </p:txBody>
      </p:sp>
      <p:sp>
        <p:nvSpPr>
          <p:cNvPr id="17" name="Shape 15">
            <a:extLst>
              <a:ext uri="{FF2B5EF4-FFF2-40B4-BE49-F238E27FC236}">
                <a16:creationId xmlns:a16="http://schemas.microsoft.com/office/drawing/2014/main" id="{042889B0-7D4B-BC18-2F06-679DDDBBB4EA}"/>
              </a:ext>
            </a:extLst>
          </p:cNvPr>
          <p:cNvSpPr/>
          <p:nvPr/>
        </p:nvSpPr>
        <p:spPr>
          <a:xfrm>
            <a:off x="3538728" y="2843784"/>
            <a:ext cx="2926080" cy="274320"/>
          </a:xfrm>
          <a:prstGeom prst="roundRect">
            <a:avLst>
              <a:gd name="adj" fmla="val 50000"/>
            </a:avLst>
          </a:prstGeom>
          <a:solidFill>
            <a:srgbClr val="F3F2FA"/>
          </a:solidFill>
          <a:ln/>
        </p:spPr>
        <p:txBody>
          <a:bodyPr/>
          <a:lstStyle/>
          <a:p>
            <a:endParaRPr lang="en-IN"/>
          </a:p>
        </p:txBody>
      </p:sp>
      <p:sp>
        <p:nvSpPr>
          <p:cNvPr id="18" name="Shape 16">
            <a:extLst>
              <a:ext uri="{FF2B5EF4-FFF2-40B4-BE49-F238E27FC236}">
                <a16:creationId xmlns:a16="http://schemas.microsoft.com/office/drawing/2014/main" id="{FCF940BC-2B71-798A-043B-E47F796CE030}"/>
              </a:ext>
            </a:extLst>
          </p:cNvPr>
          <p:cNvSpPr/>
          <p:nvPr/>
        </p:nvSpPr>
        <p:spPr>
          <a:xfrm>
            <a:off x="3566160" y="2871216"/>
            <a:ext cx="910742" cy="219456"/>
          </a:xfrm>
          <a:prstGeom prst="roundRect">
            <a:avLst>
              <a:gd name="adj" fmla="val 50000"/>
            </a:avLst>
          </a:prstGeom>
          <a:solidFill>
            <a:srgbClr val="16161F"/>
          </a:solidFill>
          <a:ln/>
        </p:spPr>
        <p:txBody>
          <a:bodyPr/>
          <a:lstStyle/>
          <a:p>
            <a:endParaRPr lang="en-IN"/>
          </a:p>
        </p:txBody>
      </p:sp>
      <p:sp>
        <p:nvSpPr>
          <p:cNvPr id="19" name="Text 17">
            <a:extLst>
              <a:ext uri="{FF2B5EF4-FFF2-40B4-BE49-F238E27FC236}">
                <a16:creationId xmlns:a16="http://schemas.microsoft.com/office/drawing/2014/main" id="{9E6BCE38-0ACB-045A-CC62-C8E7CE4A530F}"/>
              </a:ext>
            </a:extLst>
          </p:cNvPr>
          <p:cNvSpPr txBox="1"/>
          <p:nvPr/>
        </p:nvSpPr>
        <p:spPr>
          <a:xfrm>
            <a:off x="3566160" y="2871216"/>
            <a:ext cx="91074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Voice / VoIP</a:t>
            </a:r>
            <a:endParaRPr lang="en-US" sz="750" dirty="0"/>
          </a:p>
        </p:txBody>
      </p:sp>
      <p:sp>
        <p:nvSpPr>
          <p:cNvPr id="20" name="Text 18">
            <a:extLst>
              <a:ext uri="{FF2B5EF4-FFF2-40B4-BE49-F238E27FC236}">
                <a16:creationId xmlns:a16="http://schemas.microsoft.com/office/drawing/2014/main" id="{B05A77BB-DEA2-F468-2BCE-E0CDF593CD28}"/>
              </a:ext>
            </a:extLst>
          </p:cNvPr>
          <p:cNvSpPr txBox="1"/>
          <p:nvPr/>
        </p:nvSpPr>
        <p:spPr>
          <a:xfrm>
            <a:off x="4495190" y="2871216"/>
            <a:ext cx="433426" cy="219456"/>
          </a:xfrm>
          <a:prstGeom prst="rect">
            <a:avLst/>
          </a:prstGeom>
          <a:noFill/>
          <a:ln/>
        </p:spPr>
        <p:txBody>
          <a:bodyPr wrap="square" lIns="0" tIns="0" rIns="0" bIns="0" rtlCol="0" anchor="ctr"/>
          <a:lstStyle/>
          <a:p>
            <a:pPr marL="0" indent="0" algn="ctr">
              <a:buNone/>
            </a:pPr>
            <a:r>
              <a:rPr lang="en-US" sz="750" b="1" dirty="0">
                <a:solidFill>
                  <a:srgbClr val="5F6075"/>
                </a:solidFill>
                <a:latin typeface="Calibri" pitchFamily="34" charset="0"/>
                <a:ea typeface="Calibri" pitchFamily="34" charset="-122"/>
                <a:cs typeface="Calibri" pitchFamily="34" charset="-120"/>
              </a:rPr>
              <a:t>SMS</a:t>
            </a:r>
            <a:endParaRPr lang="en-US" sz="750" dirty="0"/>
          </a:p>
        </p:txBody>
      </p:sp>
      <p:sp>
        <p:nvSpPr>
          <p:cNvPr id="21" name="Text 19">
            <a:extLst>
              <a:ext uri="{FF2B5EF4-FFF2-40B4-BE49-F238E27FC236}">
                <a16:creationId xmlns:a16="http://schemas.microsoft.com/office/drawing/2014/main" id="{672C60DE-A29E-B4C8-D112-EAFDB6D842ED}"/>
              </a:ext>
            </a:extLst>
          </p:cNvPr>
          <p:cNvSpPr txBox="1"/>
          <p:nvPr/>
        </p:nvSpPr>
        <p:spPr>
          <a:xfrm>
            <a:off x="4946904" y="2871216"/>
            <a:ext cx="857707" cy="219456"/>
          </a:xfrm>
          <a:prstGeom prst="rect">
            <a:avLst/>
          </a:prstGeom>
          <a:noFill/>
          <a:ln/>
        </p:spPr>
        <p:txBody>
          <a:bodyPr wrap="square" lIns="0" tIns="0" rIns="0" bIns="0" rtlCol="0" anchor="ctr"/>
          <a:lstStyle/>
          <a:p>
            <a:pPr marL="0" indent="0" algn="ctr">
              <a:buNone/>
            </a:pPr>
            <a:r>
              <a:rPr lang="en-US" sz="750" b="1" dirty="0">
                <a:solidFill>
                  <a:srgbClr val="5F6075"/>
                </a:solidFill>
                <a:latin typeface="Calibri" pitchFamily="34" charset="0"/>
                <a:ea typeface="Calibri" pitchFamily="34" charset="-122"/>
                <a:cs typeface="Calibri" pitchFamily="34" charset="-120"/>
              </a:rPr>
              <a:t>Partnership</a:t>
            </a:r>
            <a:endParaRPr lang="en-US" sz="750" dirty="0"/>
          </a:p>
        </p:txBody>
      </p:sp>
      <p:sp>
        <p:nvSpPr>
          <p:cNvPr id="22" name="Text 20">
            <a:extLst>
              <a:ext uri="{FF2B5EF4-FFF2-40B4-BE49-F238E27FC236}">
                <a16:creationId xmlns:a16="http://schemas.microsoft.com/office/drawing/2014/main" id="{8F4679C7-429A-CE55-3EB0-DC3B820312F5}"/>
              </a:ext>
            </a:extLst>
          </p:cNvPr>
          <p:cNvSpPr txBox="1"/>
          <p:nvPr/>
        </p:nvSpPr>
        <p:spPr>
          <a:xfrm>
            <a:off x="5822899" y="2871216"/>
            <a:ext cx="645566" cy="219456"/>
          </a:xfrm>
          <a:prstGeom prst="rect">
            <a:avLst/>
          </a:prstGeom>
          <a:noFill/>
          <a:ln/>
        </p:spPr>
        <p:txBody>
          <a:bodyPr wrap="square" lIns="0" tIns="0" rIns="0" bIns="0" rtlCol="0" anchor="ctr"/>
          <a:lstStyle/>
          <a:p>
            <a:pPr marL="0" indent="0" algn="ctr">
              <a:buNone/>
            </a:pPr>
            <a:r>
              <a:rPr lang="en-US" sz="750" b="1" dirty="0">
                <a:solidFill>
                  <a:srgbClr val="5F6075"/>
                </a:solidFill>
                <a:latin typeface="Calibri" pitchFamily="34" charset="0"/>
                <a:ea typeface="Calibri" pitchFamily="34" charset="-122"/>
                <a:cs typeface="Calibri" pitchFamily="34" charset="-120"/>
              </a:rPr>
              <a:t>General</a:t>
            </a:r>
            <a:endParaRPr lang="en-US" sz="750" dirty="0"/>
          </a:p>
        </p:txBody>
      </p:sp>
      <p:sp>
        <p:nvSpPr>
          <p:cNvPr id="23" name="Text 21">
            <a:extLst>
              <a:ext uri="{FF2B5EF4-FFF2-40B4-BE49-F238E27FC236}">
                <a16:creationId xmlns:a16="http://schemas.microsoft.com/office/drawing/2014/main" id="{7D54B55B-261E-4C42-9753-35A73B0DA933}"/>
              </a:ext>
            </a:extLst>
          </p:cNvPr>
          <p:cNvSpPr txBox="1"/>
          <p:nvPr/>
        </p:nvSpPr>
        <p:spPr>
          <a:xfrm>
            <a:off x="6483096" y="2798064"/>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4" name="Text 22">
            <a:extLst>
              <a:ext uri="{FF2B5EF4-FFF2-40B4-BE49-F238E27FC236}">
                <a16:creationId xmlns:a16="http://schemas.microsoft.com/office/drawing/2014/main" id="{4E6E45E9-204C-9C9F-E47E-D3EB45C7E627}"/>
              </a:ext>
            </a:extLst>
          </p:cNvPr>
          <p:cNvSpPr txBox="1"/>
          <p:nvPr/>
        </p:nvSpPr>
        <p:spPr>
          <a:xfrm>
            <a:off x="3538728" y="3246120"/>
            <a:ext cx="1554480" cy="164592"/>
          </a:xfrm>
          <a:prstGeom prst="rect">
            <a:avLst/>
          </a:prstGeom>
          <a:noFill/>
          <a:ln/>
        </p:spPr>
        <p:txBody>
          <a:bodyPr wrap="square" lIns="0" tIns="0" rIns="0" bIns="0" rtlCol="0" anchor="t"/>
          <a:lstStyle/>
          <a:p>
            <a:pPr marL="0" indent="0">
              <a:buNone/>
            </a:pPr>
            <a:r>
              <a:rPr lang="en-US" sz="750" b="1" dirty="0">
                <a:solidFill>
                  <a:srgbClr val="16161F"/>
                </a:solidFill>
                <a:latin typeface="Calibri" pitchFamily="34" charset="0"/>
                <a:ea typeface="Calibri" pitchFamily="34" charset="-122"/>
                <a:cs typeface="Calibri" pitchFamily="34" charset="-120"/>
              </a:rPr>
              <a:t>Full name *</a:t>
            </a:r>
            <a:endParaRPr lang="en-US" sz="750" dirty="0"/>
          </a:p>
        </p:txBody>
      </p:sp>
      <p:sp>
        <p:nvSpPr>
          <p:cNvPr id="25" name="Shape 23">
            <a:extLst>
              <a:ext uri="{FF2B5EF4-FFF2-40B4-BE49-F238E27FC236}">
                <a16:creationId xmlns:a16="http://schemas.microsoft.com/office/drawing/2014/main" id="{18FC6958-BA88-5130-BE55-B0B3CE363EC0}"/>
              </a:ext>
            </a:extLst>
          </p:cNvPr>
          <p:cNvSpPr/>
          <p:nvPr/>
        </p:nvSpPr>
        <p:spPr>
          <a:xfrm>
            <a:off x="3538728" y="3429000"/>
            <a:ext cx="1554480" cy="274320"/>
          </a:xfrm>
          <a:prstGeom prst="roundRect">
            <a:avLst>
              <a:gd name="adj" fmla="val 26667"/>
            </a:avLst>
          </a:prstGeom>
          <a:solidFill>
            <a:srgbClr val="F3F2FA"/>
          </a:solidFill>
          <a:ln w="9525">
            <a:solidFill>
              <a:srgbClr val="E4E3EF"/>
            </a:solidFill>
            <a:prstDash val="solid"/>
          </a:ln>
        </p:spPr>
        <p:txBody>
          <a:bodyPr/>
          <a:lstStyle/>
          <a:p>
            <a:endParaRPr lang="en-IN"/>
          </a:p>
        </p:txBody>
      </p:sp>
      <p:sp>
        <p:nvSpPr>
          <p:cNvPr id="26" name="Text 24">
            <a:extLst>
              <a:ext uri="{FF2B5EF4-FFF2-40B4-BE49-F238E27FC236}">
                <a16:creationId xmlns:a16="http://schemas.microsoft.com/office/drawing/2014/main" id="{7EEAEA53-3A13-A0AC-8DCB-3EE3510B7CBD}"/>
              </a:ext>
            </a:extLst>
          </p:cNvPr>
          <p:cNvSpPr txBox="1"/>
          <p:nvPr/>
        </p:nvSpPr>
        <p:spPr>
          <a:xfrm>
            <a:off x="3630168" y="3429000"/>
            <a:ext cx="1371600" cy="274320"/>
          </a:xfrm>
          <a:prstGeom prst="rect">
            <a:avLst/>
          </a:prstGeom>
          <a:noFill/>
          <a:ln/>
        </p:spPr>
        <p:txBody>
          <a:bodyPr wrap="square" lIns="0" tIns="0" rIns="0" bIns="0" rtlCol="0" anchor="ctr"/>
          <a:lstStyle/>
          <a:p>
            <a:pPr marL="0" indent="0">
              <a:buNone/>
            </a:pPr>
            <a:r>
              <a:rPr lang="en-US" sz="750" dirty="0">
                <a:solidFill>
                  <a:srgbClr val="8B8BA3"/>
                </a:solidFill>
                <a:latin typeface="Calibri" pitchFamily="34" charset="0"/>
                <a:ea typeface="Calibri" pitchFamily="34" charset="-122"/>
                <a:cs typeface="Calibri" pitchFamily="34" charset="-120"/>
              </a:rPr>
              <a:t>Your name</a:t>
            </a:r>
            <a:endParaRPr lang="en-US" sz="750" dirty="0"/>
          </a:p>
        </p:txBody>
      </p:sp>
      <p:sp>
        <p:nvSpPr>
          <p:cNvPr id="27" name="Text 25">
            <a:extLst>
              <a:ext uri="{FF2B5EF4-FFF2-40B4-BE49-F238E27FC236}">
                <a16:creationId xmlns:a16="http://schemas.microsoft.com/office/drawing/2014/main" id="{E4341185-FFDE-71E2-1FC1-46551DC13DAB}"/>
              </a:ext>
            </a:extLst>
          </p:cNvPr>
          <p:cNvSpPr txBox="1"/>
          <p:nvPr/>
        </p:nvSpPr>
        <p:spPr>
          <a:xfrm>
            <a:off x="5230368" y="3246120"/>
            <a:ext cx="1554480" cy="164592"/>
          </a:xfrm>
          <a:prstGeom prst="rect">
            <a:avLst/>
          </a:prstGeom>
          <a:noFill/>
          <a:ln/>
        </p:spPr>
        <p:txBody>
          <a:bodyPr wrap="square" lIns="0" tIns="0" rIns="0" bIns="0" rtlCol="0" anchor="t"/>
          <a:lstStyle/>
          <a:p>
            <a:pPr marL="0" indent="0">
              <a:buNone/>
            </a:pPr>
            <a:r>
              <a:rPr lang="en-US" sz="750" b="1" dirty="0">
                <a:solidFill>
                  <a:srgbClr val="16161F"/>
                </a:solidFill>
                <a:latin typeface="Calibri" pitchFamily="34" charset="0"/>
                <a:ea typeface="Calibri" pitchFamily="34" charset="-122"/>
                <a:cs typeface="Calibri" pitchFamily="34" charset="-120"/>
              </a:rPr>
              <a:t>Company *</a:t>
            </a:r>
            <a:endParaRPr lang="en-US" sz="750" dirty="0"/>
          </a:p>
        </p:txBody>
      </p:sp>
      <p:sp>
        <p:nvSpPr>
          <p:cNvPr id="28" name="Shape 26">
            <a:extLst>
              <a:ext uri="{FF2B5EF4-FFF2-40B4-BE49-F238E27FC236}">
                <a16:creationId xmlns:a16="http://schemas.microsoft.com/office/drawing/2014/main" id="{4CF7667B-2DD4-3D72-486D-17D11756C784}"/>
              </a:ext>
            </a:extLst>
          </p:cNvPr>
          <p:cNvSpPr/>
          <p:nvPr/>
        </p:nvSpPr>
        <p:spPr>
          <a:xfrm>
            <a:off x="5230368" y="3429000"/>
            <a:ext cx="1554480" cy="274320"/>
          </a:xfrm>
          <a:prstGeom prst="roundRect">
            <a:avLst>
              <a:gd name="adj" fmla="val 26667"/>
            </a:avLst>
          </a:prstGeom>
          <a:solidFill>
            <a:srgbClr val="F3F2FA"/>
          </a:solidFill>
          <a:ln w="9525">
            <a:solidFill>
              <a:srgbClr val="E4E3EF"/>
            </a:solidFill>
            <a:prstDash val="solid"/>
          </a:ln>
        </p:spPr>
        <p:txBody>
          <a:bodyPr/>
          <a:lstStyle/>
          <a:p>
            <a:endParaRPr lang="en-IN"/>
          </a:p>
        </p:txBody>
      </p:sp>
      <p:sp>
        <p:nvSpPr>
          <p:cNvPr id="29" name="Text 27">
            <a:extLst>
              <a:ext uri="{FF2B5EF4-FFF2-40B4-BE49-F238E27FC236}">
                <a16:creationId xmlns:a16="http://schemas.microsoft.com/office/drawing/2014/main" id="{C23C525D-933F-BA5E-49C3-AEF9D864525C}"/>
              </a:ext>
            </a:extLst>
          </p:cNvPr>
          <p:cNvSpPr txBox="1"/>
          <p:nvPr/>
        </p:nvSpPr>
        <p:spPr>
          <a:xfrm>
            <a:off x="5321808" y="3429000"/>
            <a:ext cx="1371600" cy="274320"/>
          </a:xfrm>
          <a:prstGeom prst="rect">
            <a:avLst/>
          </a:prstGeom>
          <a:noFill/>
          <a:ln/>
        </p:spPr>
        <p:txBody>
          <a:bodyPr wrap="square" lIns="0" tIns="0" rIns="0" bIns="0" rtlCol="0" anchor="ctr"/>
          <a:lstStyle/>
          <a:p>
            <a:pPr marL="0" indent="0">
              <a:buNone/>
            </a:pPr>
            <a:r>
              <a:rPr lang="en-US" sz="750" dirty="0">
                <a:solidFill>
                  <a:srgbClr val="8B8BA3"/>
                </a:solidFill>
                <a:latin typeface="Calibri" pitchFamily="34" charset="0"/>
                <a:ea typeface="Calibri" pitchFamily="34" charset="-122"/>
                <a:cs typeface="Calibri" pitchFamily="34" charset="-120"/>
              </a:rPr>
              <a:t>Company name</a:t>
            </a:r>
            <a:endParaRPr lang="en-US" sz="750" dirty="0"/>
          </a:p>
        </p:txBody>
      </p:sp>
      <p:sp>
        <p:nvSpPr>
          <p:cNvPr id="30" name="Text 28">
            <a:extLst>
              <a:ext uri="{FF2B5EF4-FFF2-40B4-BE49-F238E27FC236}">
                <a16:creationId xmlns:a16="http://schemas.microsoft.com/office/drawing/2014/main" id="{3FD59854-51AB-5953-3CE2-37F2366B75DD}"/>
              </a:ext>
            </a:extLst>
          </p:cNvPr>
          <p:cNvSpPr txBox="1"/>
          <p:nvPr/>
        </p:nvSpPr>
        <p:spPr>
          <a:xfrm>
            <a:off x="3538728" y="3776472"/>
            <a:ext cx="1554480" cy="164592"/>
          </a:xfrm>
          <a:prstGeom prst="rect">
            <a:avLst/>
          </a:prstGeom>
          <a:noFill/>
          <a:ln/>
        </p:spPr>
        <p:txBody>
          <a:bodyPr wrap="square" lIns="0" tIns="0" rIns="0" bIns="0" rtlCol="0" anchor="t"/>
          <a:lstStyle/>
          <a:p>
            <a:pPr marL="0" indent="0">
              <a:buNone/>
            </a:pPr>
            <a:r>
              <a:rPr lang="en-US" sz="750" b="1" dirty="0">
                <a:solidFill>
                  <a:srgbClr val="16161F"/>
                </a:solidFill>
                <a:latin typeface="Calibri" pitchFamily="34" charset="0"/>
                <a:ea typeface="Calibri" pitchFamily="34" charset="-122"/>
                <a:cs typeface="Calibri" pitchFamily="34" charset="-120"/>
              </a:rPr>
              <a:t>Business email *</a:t>
            </a:r>
            <a:endParaRPr lang="en-US" sz="750" dirty="0"/>
          </a:p>
        </p:txBody>
      </p:sp>
      <p:sp>
        <p:nvSpPr>
          <p:cNvPr id="31" name="Shape 29">
            <a:extLst>
              <a:ext uri="{FF2B5EF4-FFF2-40B4-BE49-F238E27FC236}">
                <a16:creationId xmlns:a16="http://schemas.microsoft.com/office/drawing/2014/main" id="{90A4BB7A-D989-0ABF-98CE-ACBE3510D01A}"/>
              </a:ext>
            </a:extLst>
          </p:cNvPr>
          <p:cNvSpPr/>
          <p:nvPr/>
        </p:nvSpPr>
        <p:spPr>
          <a:xfrm>
            <a:off x="3538728" y="3959352"/>
            <a:ext cx="1554480" cy="274320"/>
          </a:xfrm>
          <a:prstGeom prst="roundRect">
            <a:avLst>
              <a:gd name="adj" fmla="val 26667"/>
            </a:avLst>
          </a:prstGeom>
          <a:solidFill>
            <a:srgbClr val="F3F2FA"/>
          </a:solidFill>
          <a:ln w="9525">
            <a:solidFill>
              <a:srgbClr val="E4E3EF"/>
            </a:solidFill>
            <a:prstDash val="solid"/>
          </a:ln>
        </p:spPr>
        <p:txBody>
          <a:bodyPr/>
          <a:lstStyle/>
          <a:p>
            <a:endParaRPr lang="en-IN"/>
          </a:p>
        </p:txBody>
      </p:sp>
      <p:sp>
        <p:nvSpPr>
          <p:cNvPr id="32" name="Text 30">
            <a:extLst>
              <a:ext uri="{FF2B5EF4-FFF2-40B4-BE49-F238E27FC236}">
                <a16:creationId xmlns:a16="http://schemas.microsoft.com/office/drawing/2014/main" id="{8AD8C0B7-7E0A-B6D9-0D2B-78F4DE341EAC}"/>
              </a:ext>
            </a:extLst>
          </p:cNvPr>
          <p:cNvSpPr txBox="1"/>
          <p:nvPr/>
        </p:nvSpPr>
        <p:spPr>
          <a:xfrm>
            <a:off x="3630168" y="3959352"/>
            <a:ext cx="1371600" cy="274320"/>
          </a:xfrm>
          <a:prstGeom prst="rect">
            <a:avLst/>
          </a:prstGeom>
          <a:noFill/>
          <a:ln/>
        </p:spPr>
        <p:txBody>
          <a:bodyPr wrap="square" lIns="0" tIns="0" rIns="0" bIns="0" rtlCol="0" anchor="ctr"/>
          <a:lstStyle/>
          <a:p>
            <a:pPr marL="0" indent="0">
              <a:buNone/>
            </a:pPr>
            <a:r>
              <a:rPr lang="en-US" sz="750" dirty="0">
                <a:solidFill>
                  <a:srgbClr val="8B8BA3"/>
                </a:solidFill>
                <a:latin typeface="Calibri" pitchFamily="34" charset="0"/>
                <a:ea typeface="Calibri" pitchFamily="34" charset="-122"/>
                <a:cs typeface="Calibri" pitchFamily="34" charset="-120"/>
              </a:rPr>
              <a:t>name@company.com</a:t>
            </a:r>
            <a:endParaRPr lang="en-US" sz="750" dirty="0"/>
          </a:p>
        </p:txBody>
      </p:sp>
      <p:sp>
        <p:nvSpPr>
          <p:cNvPr id="33" name="Text 31">
            <a:extLst>
              <a:ext uri="{FF2B5EF4-FFF2-40B4-BE49-F238E27FC236}">
                <a16:creationId xmlns:a16="http://schemas.microsoft.com/office/drawing/2014/main" id="{1BA65564-5EC1-B1A1-1DB0-121655601E38}"/>
              </a:ext>
            </a:extLst>
          </p:cNvPr>
          <p:cNvSpPr txBox="1"/>
          <p:nvPr/>
        </p:nvSpPr>
        <p:spPr>
          <a:xfrm>
            <a:off x="5230368" y="3776472"/>
            <a:ext cx="1554480" cy="164592"/>
          </a:xfrm>
          <a:prstGeom prst="rect">
            <a:avLst/>
          </a:prstGeom>
          <a:noFill/>
          <a:ln/>
        </p:spPr>
        <p:txBody>
          <a:bodyPr wrap="square" lIns="0" tIns="0" rIns="0" bIns="0" rtlCol="0" anchor="t"/>
          <a:lstStyle/>
          <a:p>
            <a:pPr marL="0" indent="0">
              <a:buNone/>
            </a:pPr>
            <a:r>
              <a:rPr lang="en-US" sz="750" b="1" dirty="0">
                <a:solidFill>
                  <a:srgbClr val="16161F"/>
                </a:solidFill>
                <a:latin typeface="Calibri" pitchFamily="34" charset="0"/>
                <a:ea typeface="Calibri" pitchFamily="34" charset="-122"/>
                <a:cs typeface="Calibri" pitchFamily="34" charset="-120"/>
              </a:rPr>
              <a:t>Phone</a:t>
            </a:r>
            <a:endParaRPr lang="en-US" sz="750" dirty="0"/>
          </a:p>
        </p:txBody>
      </p:sp>
      <p:sp>
        <p:nvSpPr>
          <p:cNvPr id="34" name="Shape 32">
            <a:extLst>
              <a:ext uri="{FF2B5EF4-FFF2-40B4-BE49-F238E27FC236}">
                <a16:creationId xmlns:a16="http://schemas.microsoft.com/office/drawing/2014/main" id="{2D33128D-6C85-2CD0-4076-FDCC130DC0B0}"/>
              </a:ext>
            </a:extLst>
          </p:cNvPr>
          <p:cNvSpPr/>
          <p:nvPr/>
        </p:nvSpPr>
        <p:spPr>
          <a:xfrm>
            <a:off x="5230368" y="3959352"/>
            <a:ext cx="1554480" cy="274320"/>
          </a:xfrm>
          <a:prstGeom prst="roundRect">
            <a:avLst>
              <a:gd name="adj" fmla="val 26667"/>
            </a:avLst>
          </a:prstGeom>
          <a:solidFill>
            <a:srgbClr val="F3F2FA"/>
          </a:solidFill>
          <a:ln w="9525">
            <a:solidFill>
              <a:srgbClr val="E4E3EF"/>
            </a:solidFill>
            <a:prstDash val="solid"/>
          </a:ln>
        </p:spPr>
        <p:txBody>
          <a:bodyPr/>
          <a:lstStyle/>
          <a:p>
            <a:endParaRPr lang="en-IN"/>
          </a:p>
        </p:txBody>
      </p:sp>
      <p:sp>
        <p:nvSpPr>
          <p:cNvPr id="35" name="Text 33">
            <a:extLst>
              <a:ext uri="{FF2B5EF4-FFF2-40B4-BE49-F238E27FC236}">
                <a16:creationId xmlns:a16="http://schemas.microsoft.com/office/drawing/2014/main" id="{1220C602-1AE5-3089-A5DA-2857DA419535}"/>
              </a:ext>
            </a:extLst>
          </p:cNvPr>
          <p:cNvSpPr txBox="1"/>
          <p:nvPr/>
        </p:nvSpPr>
        <p:spPr>
          <a:xfrm>
            <a:off x="5321808" y="3959352"/>
            <a:ext cx="1371600" cy="274320"/>
          </a:xfrm>
          <a:prstGeom prst="rect">
            <a:avLst/>
          </a:prstGeom>
          <a:noFill/>
          <a:ln/>
        </p:spPr>
        <p:txBody>
          <a:bodyPr wrap="square" lIns="0" tIns="0" rIns="0" bIns="0" rtlCol="0" anchor="ctr"/>
          <a:lstStyle/>
          <a:p>
            <a:pPr marL="0" indent="0">
              <a:buNone/>
            </a:pPr>
            <a:r>
              <a:rPr lang="en-US" sz="750" dirty="0">
                <a:solidFill>
                  <a:srgbClr val="8B8BA3"/>
                </a:solidFill>
                <a:latin typeface="Calibri" pitchFamily="34" charset="0"/>
                <a:ea typeface="Calibri" pitchFamily="34" charset="-122"/>
                <a:cs typeface="Calibri" pitchFamily="34" charset="-120"/>
              </a:rPr>
              <a:t>+ country code</a:t>
            </a:r>
            <a:endParaRPr lang="en-US" sz="750" dirty="0"/>
          </a:p>
        </p:txBody>
      </p:sp>
      <p:sp>
        <p:nvSpPr>
          <p:cNvPr id="36" name="Text 34">
            <a:extLst>
              <a:ext uri="{FF2B5EF4-FFF2-40B4-BE49-F238E27FC236}">
                <a16:creationId xmlns:a16="http://schemas.microsoft.com/office/drawing/2014/main" id="{A3422078-3660-B921-BDA9-939F4999C85C}"/>
              </a:ext>
            </a:extLst>
          </p:cNvPr>
          <p:cNvSpPr txBox="1"/>
          <p:nvPr/>
        </p:nvSpPr>
        <p:spPr>
          <a:xfrm>
            <a:off x="3538728" y="4306824"/>
            <a:ext cx="3246120" cy="164592"/>
          </a:xfrm>
          <a:prstGeom prst="rect">
            <a:avLst/>
          </a:prstGeom>
          <a:noFill/>
          <a:ln/>
        </p:spPr>
        <p:txBody>
          <a:bodyPr wrap="square" lIns="0" tIns="0" rIns="0" bIns="0" rtlCol="0" anchor="t"/>
          <a:lstStyle/>
          <a:p>
            <a:pPr marL="0" indent="0">
              <a:buNone/>
            </a:pPr>
            <a:r>
              <a:rPr lang="en-US" sz="750" b="1" dirty="0">
                <a:solidFill>
                  <a:srgbClr val="16161F"/>
                </a:solidFill>
                <a:latin typeface="Calibri" pitchFamily="34" charset="0"/>
                <a:ea typeface="Calibri" pitchFamily="34" charset="-122"/>
                <a:cs typeface="Calibri" pitchFamily="34" charset="-120"/>
              </a:rPr>
              <a:t>Message *</a:t>
            </a:r>
            <a:endParaRPr lang="en-US" sz="750" dirty="0"/>
          </a:p>
        </p:txBody>
      </p:sp>
      <p:sp>
        <p:nvSpPr>
          <p:cNvPr id="37" name="Shape 35">
            <a:extLst>
              <a:ext uri="{FF2B5EF4-FFF2-40B4-BE49-F238E27FC236}">
                <a16:creationId xmlns:a16="http://schemas.microsoft.com/office/drawing/2014/main" id="{74AD3EC5-6B4E-1AE0-7854-9E33553FF16A}"/>
              </a:ext>
            </a:extLst>
          </p:cNvPr>
          <p:cNvSpPr/>
          <p:nvPr/>
        </p:nvSpPr>
        <p:spPr>
          <a:xfrm>
            <a:off x="3538728" y="4489704"/>
            <a:ext cx="3246120" cy="640080"/>
          </a:xfrm>
          <a:prstGeom prst="roundRect">
            <a:avLst>
              <a:gd name="adj" fmla="val 11429"/>
            </a:avLst>
          </a:prstGeom>
          <a:solidFill>
            <a:srgbClr val="F3F2FA"/>
          </a:solidFill>
          <a:ln w="9525">
            <a:solidFill>
              <a:srgbClr val="E4E3EF"/>
            </a:solidFill>
            <a:prstDash val="solid"/>
          </a:ln>
        </p:spPr>
        <p:txBody>
          <a:bodyPr/>
          <a:lstStyle/>
          <a:p>
            <a:endParaRPr lang="en-IN"/>
          </a:p>
        </p:txBody>
      </p:sp>
      <p:sp>
        <p:nvSpPr>
          <p:cNvPr id="38" name="Text 36">
            <a:extLst>
              <a:ext uri="{FF2B5EF4-FFF2-40B4-BE49-F238E27FC236}">
                <a16:creationId xmlns:a16="http://schemas.microsoft.com/office/drawing/2014/main" id="{691E5461-095F-28B4-9029-DC29E673C5F8}"/>
              </a:ext>
            </a:extLst>
          </p:cNvPr>
          <p:cNvSpPr txBox="1"/>
          <p:nvPr/>
        </p:nvSpPr>
        <p:spPr>
          <a:xfrm>
            <a:off x="3630168" y="4489704"/>
            <a:ext cx="3063240" cy="274320"/>
          </a:xfrm>
          <a:prstGeom prst="rect">
            <a:avLst/>
          </a:prstGeom>
          <a:noFill/>
          <a:ln/>
        </p:spPr>
        <p:txBody>
          <a:bodyPr wrap="square" lIns="0" tIns="0" rIns="0" bIns="0" rtlCol="0" anchor="ctr"/>
          <a:lstStyle/>
          <a:p>
            <a:pPr marL="0" indent="0">
              <a:buNone/>
            </a:pPr>
            <a:r>
              <a:rPr lang="en-US" sz="750" dirty="0">
                <a:solidFill>
                  <a:srgbClr val="8B8BA3"/>
                </a:solidFill>
                <a:latin typeface="Calibri" pitchFamily="34" charset="0"/>
                <a:ea typeface="Calibri" pitchFamily="34" charset="-122"/>
                <a:cs typeface="Calibri" pitchFamily="34" charset="-120"/>
              </a:rPr>
              <a:t>Tell us about your destinations and traffic requirements</a:t>
            </a:r>
            <a:endParaRPr lang="en-US" sz="750" dirty="0"/>
          </a:p>
        </p:txBody>
      </p:sp>
      <p:sp>
        <p:nvSpPr>
          <p:cNvPr id="39" name="Shape 37">
            <a:extLst>
              <a:ext uri="{FF2B5EF4-FFF2-40B4-BE49-F238E27FC236}">
                <a16:creationId xmlns:a16="http://schemas.microsoft.com/office/drawing/2014/main" id="{89B2E940-8A64-572D-4022-EDDD4B906E8E}"/>
              </a:ext>
            </a:extLst>
          </p:cNvPr>
          <p:cNvSpPr/>
          <p:nvPr/>
        </p:nvSpPr>
        <p:spPr>
          <a:xfrm>
            <a:off x="3538728" y="5193792"/>
            <a:ext cx="118872" cy="118872"/>
          </a:xfrm>
          <a:prstGeom prst="roundRect">
            <a:avLst>
              <a:gd name="adj" fmla="val 15385"/>
            </a:avLst>
          </a:prstGeom>
          <a:solidFill>
            <a:srgbClr val="FFFFFF"/>
          </a:solidFill>
          <a:ln w="9525">
            <a:solidFill>
              <a:srgbClr val="5F6075"/>
            </a:solidFill>
            <a:prstDash val="solid"/>
          </a:ln>
        </p:spPr>
        <p:txBody>
          <a:bodyPr/>
          <a:lstStyle/>
          <a:p>
            <a:endParaRPr lang="en-IN"/>
          </a:p>
        </p:txBody>
      </p:sp>
      <p:sp>
        <p:nvSpPr>
          <p:cNvPr id="40" name="Text 38">
            <a:extLst>
              <a:ext uri="{FF2B5EF4-FFF2-40B4-BE49-F238E27FC236}">
                <a16:creationId xmlns:a16="http://schemas.microsoft.com/office/drawing/2014/main" id="{D2B86936-2A22-55C8-1CE7-BB915A792089}"/>
              </a:ext>
            </a:extLst>
          </p:cNvPr>
          <p:cNvSpPr txBox="1"/>
          <p:nvPr/>
        </p:nvSpPr>
        <p:spPr>
          <a:xfrm>
            <a:off x="3721608" y="5166360"/>
            <a:ext cx="2286000" cy="182880"/>
          </a:xfrm>
          <a:prstGeom prst="rect">
            <a:avLst/>
          </a:prstGeom>
          <a:noFill/>
          <a:ln/>
        </p:spPr>
        <p:txBody>
          <a:bodyPr wrap="square" lIns="0" tIns="0" rIns="0" bIns="0" rtlCol="0" anchor="t"/>
          <a:lstStyle/>
          <a:p>
            <a:pPr marL="0" indent="0">
              <a:buNone/>
            </a:pPr>
            <a:r>
              <a:rPr lang="en-US" sz="700" dirty="0">
                <a:solidFill>
                  <a:srgbClr val="5F6075"/>
                </a:solidFill>
                <a:latin typeface="Calibri" pitchFamily="34" charset="0"/>
                <a:ea typeface="Calibri" pitchFamily="34" charset="-122"/>
                <a:cs typeface="Calibri" pitchFamily="34" charset="-120"/>
              </a:rPr>
              <a:t>I agree to the Privacy Policy</a:t>
            </a:r>
            <a:endParaRPr lang="en-US" sz="700" dirty="0"/>
          </a:p>
        </p:txBody>
      </p:sp>
      <p:sp>
        <p:nvSpPr>
          <p:cNvPr id="41" name="Shape 39">
            <a:extLst>
              <a:ext uri="{FF2B5EF4-FFF2-40B4-BE49-F238E27FC236}">
                <a16:creationId xmlns:a16="http://schemas.microsoft.com/office/drawing/2014/main" id="{0D2EDBCD-E8DE-67E2-306A-E6A670086CC3}"/>
              </a:ext>
            </a:extLst>
          </p:cNvPr>
          <p:cNvSpPr/>
          <p:nvPr/>
        </p:nvSpPr>
        <p:spPr>
          <a:xfrm>
            <a:off x="3538728" y="5513832"/>
            <a:ext cx="964143" cy="256032"/>
          </a:xfrm>
          <a:prstGeom prst="roundRect">
            <a:avLst>
              <a:gd name="adj" fmla="val 50000"/>
            </a:avLst>
          </a:prstGeom>
          <a:solidFill>
            <a:srgbClr val="7B6CF6"/>
          </a:solidFill>
          <a:ln/>
        </p:spPr>
        <p:txBody>
          <a:bodyPr/>
          <a:lstStyle/>
          <a:p>
            <a:endParaRPr lang="en-IN"/>
          </a:p>
        </p:txBody>
      </p:sp>
      <p:sp>
        <p:nvSpPr>
          <p:cNvPr id="42" name="Text 40">
            <a:extLst>
              <a:ext uri="{FF2B5EF4-FFF2-40B4-BE49-F238E27FC236}">
                <a16:creationId xmlns:a16="http://schemas.microsoft.com/office/drawing/2014/main" id="{D967C97B-934A-3A68-D280-724AD20C65F7}"/>
              </a:ext>
            </a:extLst>
          </p:cNvPr>
          <p:cNvSpPr txBox="1"/>
          <p:nvPr/>
        </p:nvSpPr>
        <p:spPr>
          <a:xfrm>
            <a:off x="3538728" y="5513832"/>
            <a:ext cx="964143" cy="256032"/>
          </a:xfrm>
          <a:prstGeom prst="rect">
            <a:avLst/>
          </a:prstGeom>
          <a:solidFill>
            <a:schemeClr val="bg1">
              <a:lumMod val="75000"/>
            </a:schemeClr>
          </a:solid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Send Enquiry</a:t>
            </a:r>
            <a:endParaRPr lang="en-US" sz="850" dirty="0"/>
          </a:p>
        </p:txBody>
      </p:sp>
      <p:sp>
        <p:nvSpPr>
          <p:cNvPr id="43" name="Text 41">
            <a:extLst>
              <a:ext uri="{FF2B5EF4-FFF2-40B4-BE49-F238E27FC236}">
                <a16:creationId xmlns:a16="http://schemas.microsoft.com/office/drawing/2014/main" id="{99FFCE0C-5FFE-3D79-BCAE-3664918561E3}"/>
              </a:ext>
            </a:extLst>
          </p:cNvPr>
          <p:cNvSpPr txBox="1"/>
          <p:nvPr/>
        </p:nvSpPr>
        <p:spPr>
          <a:xfrm>
            <a:off x="4484583" y="5468112"/>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4" name="Text 42">
            <a:extLst>
              <a:ext uri="{FF2B5EF4-FFF2-40B4-BE49-F238E27FC236}">
                <a16:creationId xmlns:a16="http://schemas.microsoft.com/office/drawing/2014/main" id="{994067D1-8DA2-241C-B35E-AC8479E65BB3}"/>
              </a:ext>
            </a:extLst>
          </p:cNvPr>
          <p:cNvSpPr txBox="1"/>
          <p:nvPr/>
        </p:nvSpPr>
        <p:spPr>
          <a:xfrm>
            <a:off x="4773168" y="5559552"/>
            <a:ext cx="2103120" cy="182880"/>
          </a:xfrm>
          <a:prstGeom prst="rect">
            <a:avLst/>
          </a:prstGeom>
          <a:noFill/>
          <a:ln/>
        </p:spPr>
        <p:txBody>
          <a:bodyPr wrap="square" lIns="0" tIns="0" rIns="0" bIns="0" rtlCol="0" anchor="t"/>
          <a:lstStyle/>
          <a:p>
            <a:pPr marL="0" indent="0">
              <a:buNone/>
            </a:pPr>
            <a:r>
              <a:rPr lang="en-US" sz="650" i="1" dirty="0">
                <a:solidFill>
                  <a:srgbClr val="7B6CF6"/>
                </a:solidFill>
                <a:latin typeface="Calibri" pitchFamily="34" charset="0"/>
                <a:ea typeface="Calibri" pitchFamily="34" charset="-122"/>
                <a:cs typeface="Calibri" pitchFamily="34" charset="-120"/>
              </a:rPr>
              <a:t>✱ Field labels, placeholders and toggle are proposed</a:t>
            </a:r>
            <a:endParaRPr lang="en-US" sz="650" dirty="0"/>
          </a:p>
        </p:txBody>
      </p:sp>
      <p:sp>
        <p:nvSpPr>
          <p:cNvPr id="45" name="Shape 43">
            <a:extLst>
              <a:ext uri="{FF2B5EF4-FFF2-40B4-BE49-F238E27FC236}">
                <a16:creationId xmlns:a16="http://schemas.microsoft.com/office/drawing/2014/main" id="{A5FA824F-140E-0A69-FED1-B248EAB883F4}"/>
              </a:ext>
            </a:extLst>
          </p:cNvPr>
          <p:cNvSpPr/>
          <p:nvPr/>
        </p:nvSpPr>
        <p:spPr>
          <a:xfrm>
            <a:off x="7104888" y="2679192"/>
            <a:ext cx="2386584" cy="3337560"/>
          </a:xfrm>
          <a:prstGeom prst="roundRect">
            <a:avLst>
              <a:gd name="adj" fmla="val 6130"/>
            </a:avLst>
          </a:prstGeom>
          <a:solidFill>
            <a:schemeClr val="tx1">
              <a:lumMod val="75000"/>
              <a:lumOff val="25000"/>
            </a:schemeClr>
          </a:solidFill>
          <a:ln/>
        </p:spPr>
        <p:txBody>
          <a:bodyPr/>
          <a:lstStyle/>
          <a:p>
            <a:endParaRPr lang="en-IN"/>
          </a:p>
        </p:txBody>
      </p:sp>
      <p:sp>
        <p:nvSpPr>
          <p:cNvPr id="46" name="Text 44">
            <a:extLst>
              <a:ext uri="{FF2B5EF4-FFF2-40B4-BE49-F238E27FC236}">
                <a16:creationId xmlns:a16="http://schemas.microsoft.com/office/drawing/2014/main" id="{65376928-0E4B-2BF8-39EA-45F6E78AEC57}"/>
              </a:ext>
            </a:extLst>
          </p:cNvPr>
          <p:cNvSpPr txBox="1"/>
          <p:nvPr/>
        </p:nvSpPr>
        <p:spPr>
          <a:xfrm>
            <a:off x="7287768" y="2843784"/>
            <a:ext cx="1828800" cy="27432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Get in Touch</a:t>
            </a:r>
            <a:endParaRPr lang="en-US" sz="1100" dirty="0"/>
          </a:p>
        </p:txBody>
      </p:sp>
      <p:sp>
        <p:nvSpPr>
          <p:cNvPr id="47" name="Text 45">
            <a:extLst>
              <a:ext uri="{FF2B5EF4-FFF2-40B4-BE49-F238E27FC236}">
                <a16:creationId xmlns:a16="http://schemas.microsoft.com/office/drawing/2014/main" id="{1D8BF284-B5BB-6AAE-F20E-BDA4F7AD8BCE}"/>
              </a:ext>
            </a:extLst>
          </p:cNvPr>
          <p:cNvSpPr txBox="1"/>
          <p:nvPr/>
        </p:nvSpPr>
        <p:spPr>
          <a:xfrm>
            <a:off x="8156448" y="2798064"/>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pic>
        <p:nvPicPr>
          <p:cNvPr id="48" name="Image 0" descr="preencoded.png">
            <a:extLst>
              <a:ext uri="{FF2B5EF4-FFF2-40B4-BE49-F238E27FC236}">
                <a16:creationId xmlns:a16="http://schemas.microsoft.com/office/drawing/2014/main" id="{62857E30-3F06-0095-1854-176E7EBC10B3}"/>
              </a:ext>
            </a:extLst>
          </p:cNvPr>
          <p:cNvPicPr>
            <a:picLocks noChangeAspect="1"/>
          </p:cNvPicPr>
          <p:nvPr/>
        </p:nvPicPr>
        <p:blipFill>
          <a:blip r:embed="rId3">
            <a:duotone>
              <a:schemeClr val="bg2">
                <a:shade val="45000"/>
                <a:satMod val="135000"/>
              </a:schemeClr>
              <a:prstClr val="white"/>
            </a:duotone>
          </a:blip>
          <a:stretch>
            <a:fillRect/>
          </a:stretch>
        </p:blipFill>
        <p:spPr>
          <a:xfrm>
            <a:off x="7287768" y="3255264"/>
            <a:ext cx="155448" cy="155448"/>
          </a:xfrm>
          <a:prstGeom prst="rect">
            <a:avLst/>
          </a:prstGeom>
        </p:spPr>
      </p:pic>
      <p:sp>
        <p:nvSpPr>
          <p:cNvPr id="49" name="Text 46">
            <a:extLst>
              <a:ext uri="{FF2B5EF4-FFF2-40B4-BE49-F238E27FC236}">
                <a16:creationId xmlns:a16="http://schemas.microsoft.com/office/drawing/2014/main" id="{CF86D717-8558-CF76-25C4-B1E5B2C87B9D}"/>
              </a:ext>
            </a:extLst>
          </p:cNvPr>
          <p:cNvSpPr txBox="1"/>
          <p:nvPr/>
        </p:nvSpPr>
        <p:spPr>
          <a:xfrm>
            <a:off x="7543800" y="3227832"/>
            <a:ext cx="1371600" cy="146304"/>
          </a:xfrm>
          <a:prstGeom prst="rect">
            <a:avLst/>
          </a:prstGeom>
          <a:noFill/>
          <a:ln/>
        </p:spPr>
        <p:txBody>
          <a:bodyPr wrap="square" lIns="0" tIns="0" rIns="0" bIns="0" rtlCol="0" anchor="t"/>
          <a:lstStyle/>
          <a:p>
            <a:pPr marL="0" indent="0">
              <a:buNone/>
            </a:pPr>
            <a:r>
              <a:rPr lang="en-US" sz="650" kern="0" spc="100" dirty="0">
                <a:solidFill>
                  <a:srgbClr val="8B8BA3"/>
                </a:solidFill>
                <a:latin typeface="Calibri" pitchFamily="34" charset="0"/>
                <a:ea typeface="Calibri" pitchFamily="34" charset="-122"/>
                <a:cs typeface="Calibri" pitchFamily="34" charset="-120"/>
              </a:rPr>
              <a:t>EMAIL</a:t>
            </a:r>
            <a:endParaRPr lang="en-US" sz="650" dirty="0"/>
          </a:p>
        </p:txBody>
      </p:sp>
      <p:sp>
        <p:nvSpPr>
          <p:cNvPr id="50" name="Text 47">
            <a:extLst>
              <a:ext uri="{FF2B5EF4-FFF2-40B4-BE49-F238E27FC236}">
                <a16:creationId xmlns:a16="http://schemas.microsoft.com/office/drawing/2014/main" id="{136FBED0-2543-E30A-4079-4E987818BF30}"/>
              </a:ext>
            </a:extLst>
          </p:cNvPr>
          <p:cNvSpPr txBox="1"/>
          <p:nvPr/>
        </p:nvSpPr>
        <p:spPr>
          <a:xfrm>
            <a:off x="7543800" y="3374136"/>
            <a:ext cx="1837944" cy="201168"/>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info@test.com</a:t>
            </a:r>
            <a:endParaRPr lang="en-US" sz="800" dirty="0"/>
          </a:p>
        </p:txBody>
      </p:sp>
      <p:pic>
        <p:nvPicPr>
          <p:cNvPr id="51" name="Image 1" descr="preencoded.png">
            <a:extLst>
              <a:ext uri="{FF2B5EF4-FFF2-40B4-BE49-F238E27FC236}">
                <a16:creationId xmlns:a16="http://schemas.microsoft.com/office/drawing/2014/main" id="{223A7D59-C497-5258-F28F-1D3AF22B7515}"/>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7287768" y="3822192"/>
            <a:ext cx="155448" cy="155448"/>
          </a:xfrm>
          <a:prstGeom prst="rect">
            <a:avLst/>
          </a:prstGeom>
        </p:spPr>
      </p:pic>
      <p:sp>
        <p:nvSpPr>
          <p:cNvPr id="52" name="Text 48">
            <a:extLst>
              <a:ext uri="{FF2B5EF4-FFF2-40B4-BE49-F238E27FC236}">
                <a16:creationId xmlns:a16="http://schemas.microsoft.com/office/drawing/2014/main" id="{4A457C97-F237-634E-79D6-4D2840D9012A}"/>
              </a:ext>
            </a:extLst>
          </p:cNvPr>
          <p:cNvSpPr txBox="1"/>
          <p:nvPr/>
        </p:nvSpPr>
        <p:spPr>
          <a:xfrm>
            <a:off x="7543800" y="3794760"/>
            <a:ext cx="1371600" cy="146304"/>
          </a:xfrm>
          <a:prstGeom prst="rect">
            <a:avLst/>
          </a:prstGeom>
          <a:noFill/>
          <a:ln/>
        </p:spPr>
        <p:txBody>
          <a:bodyPr wrap="square" lIns="0" tIns="0" rIns="0" bIns="0" rtlCol="0" anchor="t"/>
          <a:lstStyle/>
          <a:p>
            <a:pPr marL="0" indent="0">
              <a:buNone/>
            </a:pPr>
            <a:r>
              <a:rPr lang="en-US" sz="650" kern="0" spc="100" dirty="0">
                <a:solidFill>
                  <a:srgbClr val="8B8BA3"/>
                </a:solidFill>
                <a:latin typeface="Calibri" pitchFamily="34" charset="0"/>
                <a:ea typeface="Calibri" pitchFamily="34" charset="-122"/>
                <a:cs typeface="Calibri" pitchFamily="34" charset="-120"/>
              </a:rPr>
              <a:t>PHONE</a:t>
            </a:r>
            <a:endParaRPr lang="en-US" sz="650" dirty="0"/>
          </a:p>
        </p:txBody>
      </p:sp>
      <p:sp>
        <p:nvSpPr>
          <p:cNvPr id="53" name="Text 49">
            <a:extLst>
              <a:ext uri="{FF2B5EF4-FFF2-40B4-BE49-F238E27FC236}">
                <a16:creationId xmlns:a16="http://schemas.microsoft.com/office/drawing/2014/main" id="{9249D5DE-4F21-F874-BF0F-878060F21771}"/>
              </a:ext>
            </a:extLst>
          </p:cNvPr>
          <p:cNvSpPr txBox="1"/>
          <p:nvPr/>
        </p:nvSpPr>
        <p:spPr>
          <a:xfrm>
            <a:off x="7543800" y="3941064"/>
            <a:ext cx="1837944" cy="201168"/>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+1 (725) 999-99999</a:t>
            </a:r>
            <a:endParaRPr lang="en-US" sz="800" dirty="0"/>
          </a:p>
        </p:txBody>
      </p:sp>
      <p:pic>
        <p:nvPicPr>
          <p:cNvPr id="54" name="Image 2" descr="preencoded.png">
            <a:extLst>
              <a:ext uri="{FF2B5EF4-FFF2-40B4-BE49-F238E27FC236}">
                <a16:creationId xmlns:a16="http://schemas.microsoft.com/office/drawing/2014/main" id="{4CC7D9E1-992E-0D08-3F3B-26E58922E40E}"/>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7287768" y="4389120"/>
            <a:ext cx="155448" cy="155448"/>
          </a:xfrm>
          <a:prstGeom prst="rect">
            <a:avLst/>
          </a:prstGeom>
        </p:spPr>
      </p:pic>
      <p:sp>
        <p:nvSpPr>
          <p:cNvPr id="55" name="Text 50">
            <a:extLst>
              <a:ext uri="{FF2B5EF4-FFF2-40B4-BE49-F238E27FC236}">
                <a16:creationId xmlns:a16="http://schemas.microsoft.com/office/drawing/2014/main" id="{D15996AC-1212-C7CB-7815-B0F66CA8FC06}"/>
              </a:ext>
            </a:extLst>
          </p:cNvPr>
          <p:cNvSpPr txBox="1"/>
          <p:nvPr/>
        </p:nvSpPr>
        <p:spPr>
          <a:xfrm>
            <a:off x="7543800" y="4361688"/>
            <a:ext cx="1371600" cy="146304"/>
          </a:xfrm>
          <a:prstGeom prst="rect">
            <a:avLst/>
          </a:prstGeom>
          <a:noFill/>
          <a:ln/>
        </p:spPr>
        <p:txBody>
          <a:bodyPr wrap="square" lIns="0" tIns="0" rIns="0" bIns="0" rtlCol="0" anchor="t"/>
          <a:lstStyle/>
          <a:p>
            <a:pPr marL="0" indent="0">
              <a:buNone/>
            </a:pPr>
            <a:r>
              <a:rPr lang="en-US" sz="650" kern="0" spc="100" dirty="0">
                <a:solidFill>
                  <a:srgbClr val="8B8BA3"/>
                </a:solidFill>
                <a:latin typeface="Calibri" pitchFamily="34" charset="0"/>
                <a:ea typeface="Calibri" pitchFamily="34" charset="-122"/>
                <a:cs typeface="Calibri" pitchFamily="34" charset="-120"/>
              </a:rPr>
              <a:t>OFFICE</a:t>
            </a:r>
            <a:endParaRPr lang="en-US" sz="650" dirty="0"/>
          </a:p>
        </p:txBody>
      </p:sp>
      <p:sp>
        <p:nvSpPr>
          <p:cNvPr id="56" name="Text 51">
            <a:extLst>
              <a:ext uri="{FF2B5EF4-FFF2-40B4-BE49-F238E27FC236}">
                <a16:creationId xmlns:a16="http://schemas.microsoft.com/office/drawing/2014/main" id="{D26BF641-233F-7B5D-4509-92E8C38C6BE9}"/>
              </a:ext>
            </a:extLst>
          </p:cNvPr>
          <p:cNvSpPr txBox="1"/>
          <p:nvPr/>
        </p:nvSpPr>
        <p:spPr>
          <a:xfrm>
            <a:off x="7543800" y="4507992"/>
            <a:ext cx="1837944" cy="411480"/>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273, </a:t>
            </a:r>
            <a:r>
              <a:rPr lang="en-US" sz="800" dirty="0" err="1">
                <a:solidFill>
                  <a:srgbClr val="FFFFFF"/>
                </a:solidFill>
                <a:latin typeface="Calibri" pitchFamily="34" charset="0"/>
                <a:ea typeface="Calibri" pitchFamily="34" charset="-122"/>
                <a:cs typeface="Calibri" pitchFamily="34" charset="-120"/>
              </a:rPr>
              <a:t>xyz</a:t>
            </a:r>
            <a:r>
              <a:rPr lang="en-US" sz="800" dirty="0">
                <a:solidFill>
                  <a:srgbClr val="FFFFFF"/>
                </a:solidFill>
                <a:latin typeface="Calibri" pitchFamily="34" charset="0"/>
                <a:ea typeface="Calibri" pitchFamily="34" charset="-122"/>
                <a:cs typeface="Calibri" pitchFamily="34" charset="-120"/>
              </a:rPr>
              <a:t> street . London</a:t>
            </a:r>
          </a:p>
          <a:p>
            <a:pPr marL="0" indent="0">
              <a:buNone/>
            </a:pPr>
            <a:r>
              <a:rPr lang="en-US" sz="800" dirty="0">
                <a:solidFill>
                  <a:srgbClr val="FFFFFF"/>
                </a:solidFill>
                <a:latin typeface="Calibri" pitchFamily="34" charset="0"/>
                <a:ea typeface="Calibri" pitchFamily="34" charset="-122"/>
                <a:cs typeface="Calibri" pitchFamily="34" charset="-120"/>
              </a:rPr>
              <a:t>UK</a:t>
            </a:r>
            <a:endParaRPr lang="en-US" sz="800" dirty="0"/>
          </a:p>
        </p:txBody>
      </p:sp>
      <p:pic>
        <p:nvPicPr>
          <p:cNvPr id="57" name="Image 3" descr="preencoded.png">
            <a:extLst>
              <a:ext uri="{FF2B5EF4-FFF2-40B4-BE49-F238E27FC236}">
                <a16:creationId xmlns:a16="http://schemas.microsoft.com/office/drawing/2014/main" id="{828FECD8-24CE-2417-C06A-B064200600D1}"/>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7287768" y="4956048"/>
            <a:ext cx="155448" cy="155448"/>
          </a:xfrm>
          <a:prstGeom prst="rect">
            <a:avLst/>
          </a:prstGeom>
        </p:spPr>
      </p:pic>
      <p:sp>
        <p:nvSpPr>
          <p:cNvPr id="58" name="Text 52">
            <a:extLst>
              <a:ext uri="{FF2B5EF4-FFF2-40B4-BE49-F238E27FC236}">
                <a16:creationId xmlns:a16="http://schemas.microsoft.com/office/drawing/2014/main" id="{605F3CF8-8826-6207-1278-8C635BBEC263}"/>
              </a:ext>
            </a:extLst>
          </p:cNvPr>
          <p:cNvSpPr txBox="1"/>
          <p:nvPr/>
        </p:nvSpPr>
        <p:spPr>
          <a:xfrm>
            <a:off x="7543800" y="4928616"/>
            <a:ext cx="1371600" cy="146304"/>
          </a:xfrm>
          <a:prstGeom prst="rect">
            <a:avLst/>
          </a:prstGeom>
          <a:noFill/>
          <a:ln/>
        </p:spPr>
        <p:txBody>
          <a:bodyPr wrap="square" lIns="0" tIns="0" rIns="0" bIns="0" rtlCol="0" anchor="t"/>
          <a:lstStyle/>
          <a:p>
            <a:pPr marL="0" indent="0">
              <a:buNone/>
            </a:pPr>
            <a:r>
              <a:rPr lang="en-US" sz="650" kern="0" spc="100" dirty="0">
                <a:solidFill>
                  <a:srgbClr val="8B8BA3"/>
                </a:solidFill>
                <a:latin typeface="Calibri" pitchFamily="34" charset="0"/>
                <a:ea typeface="Calibri" pitchFamily="34" charset="-122"/>
                <a:cs typeface="Calibri" pitchFamily="34" charset="-120"/>
              </a:rPr>
              <a:t>LINKEDIN</a:t>
            </a:r>
            <a:endParaRPr lang="en-US" sz="650" dirty="0"/>
          </a:p>
        </p:txBody>
      </p:sp>
      <p:sp>
        <p:nvSpPr>
          <p:cNvPr id="59" name="Text 53">
            <a:extLst>
              <a:ext uri="{FF2B5EF4-FFF2-40B4-BE49-F238E27FC236}">
                <a16:creationId xmlns:a16="http://schemas.microsoft.com/office/drawing/2014/main" id="{7954C64E-53FE-BE1D-4D89-C9F26571E5F8}"/>
              </a:ext>
            </a:extLst>
          </p:cNvPr>
          <p:cNvSpPr txBox="1"/>
          <p:nvPr/>
        </p:nvSpPr>
        <p:spPr>
          <a:xfrm>
            <a:off x="7543800" y="5074920"/>
            <a:ext cx="1837944" cy="201168"/>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www.linkedIn.com</a:t>
            </a:r>
            <a:endParaRPr lang="en-US" sz="800" dirty="0"/>
          </a:p>
        </p:txBody>
      </p:sp>
      <p:sp>
        <p:nvSpPr>
          <p:cNvPr id="60" name="Shape 54">
            <a:extLst>
              <a:ext uri="{FF2B5EF4-FFF2-40B4-BE49-F238E27FC236}">
                <a16:creationId xmlns:a16="http://schemas.microsoft.com/office/drawing/2014/main" id="{71B22BEF-64FB-D602-36B5-AA31D25D998A}"/>
              </a:ext>
            </a:extLst>
          </p:cNvPr>
          <p:cNvSpPr/>
          <p:nvPr/>
        </p:nvSpPr>
        <p:spPr>
          <a:xfrm>
            <a:off x="8293608" y="4343400"/>
            <a:ext cx="537210" cy="182880"/>
          </a:xfrm>
          <a:prstGeom prst="roundRect">
            <a:avLst>
              <a:gd name="adj" fmla="val 50000"/>
            </a:avLst>
          </a:prstGeom>
          <a:solidFill>
            <a:srgbClr val="FDE9D3"/>
          </a:solidFill>
          <a:ln/>
        </p:spPr>
        <p:txBody>
          <a:bodyPr/>
          <a:lstStyle/>
          <a:p>
            <a:endParaRPr lang="en-IN"/>
          </a:p>
        </p:txBody>
      </p:sp>
      <p:sp>
        <p:nvSpPr>
          <p:cNvPr id="61" name="Text 55">
            <a:extLst>
              <a:ext uri="{FF2B5EF4-FFF2-40B4-BE49-F238E27FC236}">
                <a16:creationId xmlns:a16="http://schemas.microsoft.com/office/drawing/2014/main" id="{0A7824CF-65F4-61F3-B5F4-9A9565FB9320}"/>
              </a:ext>
            </a:extLst>
          </p:cNvPr>
          <p:cNvSpPr txBox="1"/>
          <p:nvPr/>
        </p:nvSpPr>
        <p:spPr>
          <a:xfrm>
            <a:off x="8293608" y="4343400"/>
            <a:ext cx="537210"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ZIP TBC</a:t>
            </a:r>
            <a:endParaRPr lang="en-US" sz="700" dirty="0"/>
          </a:p>
        </p:txBody>
      </p:sp>
      <p:sp>
        <p:nvSpPr>
          <p:cNvPr id="62" name="Shape 56">
            <a:extLst>
              <a:ext uri="{FF2B5EF4-FFF2-40B4-BE49-F238E27FC236}">
                <a16:creationId xmlns:a16="http://schemas.microsoft.com/office/drawing/2014/main" id="{BCF213FA-409A-9A97-9493-0E00C3935542}"/>
              </a:ext>
            </a:extLst>
          </p:cNvPr>
          <p:cNvSpPr/>
          <p:nvPr/>
        </p:nvSpPr>
        <p:spPr>
          <a:xfrm>
            <a:off x="7287768" y="5468112"/>
            <a:ext cx="2020824" cy="384048"/>
          </a:xfrm>
          <a:prstGeom prst="roundRect">
            <a:avLst>
              <a:gd name="adj" fmla="val 19048"/>
            </a:avLst>
          </a:prstGeom>
          <a:solidFill>
            <a:srgbClr val="2A2A3C"/>
          </a:solidFill>
          <a:ln/>
        </p:spPr>
        <p:txBody>
          <a:bodyPr/>
          <a:lstStyle/>
          <a:p>
            <a:endParaRPr lang="en-IN"/>
          </a:p>
        </p:txBody>
      </p:sp>
      <p:sp>
        <p:nvSpPr>
          <p:cNvPr id="63" name="Text 57">
            <a:extLst>
              <a:ext uri="{FF2B5EF4-FFF2-40B4-BE49-F238E27FC236}">
                <a16:creationId xmlns:a16="http://schemas.microsoft.com/office/drawing/2014/main" id="{3FAA713F-B523-B8F8-7684-89BF5ECF3848}"/>
              </a:ext>
            </a:extLst>
          </p:cNvPr>
          <p:cNvSpPr txBox="1"/>
          <p:nvPr/>
        </p:nvSpPr>
        <p:spPr>
          <a:xfrm>
            <a:off x="7379208" y="5468112"/>
            <a:ext cx="1463040" cy="384048"/>
          </a:xfrm>
          <a:prstGeom prst="rect">
            <a:avLst/>
          </a:prstGeom>
          <a:noFill/>
          <a:ln/>
        </p:spPr>
        <p:txBody>
          <a:bodyPr wrap="square" lIns="0" tIns="0" rIns="0" bIns="0" rtlCol="0" anchor="ctr"/>
          <a:lstStyle/>
          <a:p>
            <a:pPr marL="0" indent="0">
              <a:buNone/>
            </a:pPr>
            <a:r>
              <a:rPr lang="en-US" sz="700" dirty="0">
                <a:solidFill>
                  <a:srgbClr val="C9C9DA"/>
                </a:solidFill>
                <a:latin typeface="Calibri" pitchFamily="34" charset="0"/>
                <a:ea typeface="Calibri" pitchFamily="34" charset="-122"/>
                <a:cs typeface="Calibri" pitchFamily="34" charset="-120"/>
              </a:rPr>
              <a:t>Business hours / time zone</a:t>
            </a:r>
            <a:endParaRPr lang="en-US" sz="700" dirty="0"/>
          </a:p>
        </p:txBody>
      </p:sp>
      <p:sp>
        <p:nvSpPr>
          <p:cNvPr id="64" name="Shape 58">
            <a:extLst>
              <a:ext uri="{FF2B5EF4-FFF2-40B4-BE49-F238E27FC236}">
                <a16:creationId xmlns:a16="http://schemas.microsoft.com/office/drawing/2014/main" id="{B5E15659-D3D4-88D0-1C77-377C793DADC9}"/>
              </a:ext>
            </a:extLst>
          </p:cNvPr>
          <p:cNvSpPr/>
          <p:nvPr/>
        </p:nvSpPr>
        <p:spPr>
          <a:xfrm>
            <a:off x="8897112" y="5568696"/>
            <a:ext cx="345186" cy="182880"/>
          </a:xfrm>
          <a:prstGeom prst="roundRect">
            <a:avLst>
              <a:gd name="adj" fmla="val 50000"/>
            </a:avLst>
          </a:prstGeom>
          <a:solidFill>
            <a:srgbClr val="FDE9D3"/>
          </a:solidFill>
          <a:ln/>
        </p:spPr>
        <p:txBody>
          <a:bodyPr/>
          <a:lstStyle/>
          <a:p>
            <a:endParaRPr lang="en-IN"/>
          </a:p>
        </p:txBody>
      </p:sp>
      <p:sp>
        <p:nvSpPr>
          <p:cNvPr id="65" name="Text 59">
            <a:extLst>
              <a:ext uri="{FF2B5EF4-FFF2-40B4-BE49-F238E27FC236}">
                <a16:creationId xmlns:a16="http://schemas.microsoft.com/office/drawing/2014/main" id="{B6258E6E-2CF7-DCEC-584E-0D33BA6B1503}"/>
              </a:ext>
            </a:extLst>
          </p:cNvPr>
          <p:cNvSpPr txBox="1"/>
          <p:nvPr/>
        </p:nvSpPr>
        <p:spPr>
          <a:xfrm>
            <a:off x="8897112" y="5568696"/>
            <a:ext cx="345186"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TBC</a:t>
            </a:r>
            <a:endParaRPr lang="en-US" sz="700" dirty="0"/>
          </a:p>
        </p:txBody>
      </p:sp>
    </p:spTree>
    <p:extLst>
      <p:ext uri="{BB962C8B-B14F-4D97-AF65-F5344CB8AC3E}">
        <p14:creationId xmlns:p14="http://schemas.microsoft.com/office/powerpoint/2010/main" val="1360690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4698E77-5B0E-2087-CD06-4B139C08E7EA}"/>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Footer</a:t>
            </a:r>
            <a:endParaRPr lang="en-US" sz="2800" dirty="0"/>
          </a:p>
        </p:txBody>
      </p:sp>
      <p:sp>
        <p:nvSpPr>
          <p:cNvPr id="3" name="Text 1">
            <a:extLst>
              <a:ext uri="{FF2B5EF4-FFF2-40B4-BE49-F238E27FC236}">
                <a16:creationId xmlns:a16="http://schemas.microsoft.com/office/drawing/2014/main" id="{55F8DA2F-7F0E-CE63-151E-FA051F413C56}"/>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GLOBAL · FOOTER</a:t>
            </a:r>
            <a:endParaRPr lang="en-US" sz="1050" dirty="0"/>
          </a:p>
        </p:txBody>
      </p:sp>
      <p:sp>
        <p:nvSpPr>
          <p:cNvPr id="4" name="Shape 2">
            <a:extLst>
              <a:ext uri="{FF2B5EF4-FFF2-40B4-BE49-F238E27FC236}">
                <a16:creationId xmlns:a16="http://schemas.microsoft.com/office/drawing/2014/main" id="{90E25D61-46A8-D692-A08D-D95352CC8B31}"/>
              </a:ext>
            </a:extLst>
          </p:cNvPr>
          <p:cNvSpPr/>
          <p:nvPr/>
        </p:nvSpPr>
        <p:spPr>
          <a:xfrm>
            <a:off x="3136392" y="1261872"/>
            <a:ext cx="6537960" cy="3017520"/>
          </a:xfrm>
          <a:prstGeom prst="roundRect">
            <a:avLst>
              <a:gd name="adj" fmla="val 3636"/>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D046027E-9EA5-5AAD-EDC0-0A6853581512}"/>
              </a:ext>
            </a:extLst>
          </p:cNvPr>
          <p:cNvSpPr/>
          <p:nvPr/>
        </p:nvSpPr>
        <p:spPr>
          <a:xfrm>
            <a:off x="3136392" y="1261872"/>
            <a:ext cx="6537960" cy="274320"/>
          </a:xfrm>
          <a:prstGeom prst="roundRect">
            <a:avLst>
              <a:gd name="adj" fmla="val 40000"/>
            </a:avLst>
          </a:prstGeom>
          <a:solidFill>
            <a:srgbClr val="EEEDF6"/>
          </a:solidFill>
          <a:ln/>
        </p:spPr>
        <p:txBody>
          <a:bodyPr/>
          <a:lstStyle/>
          <a:p>
            <a:endParaRPr lang="en-IN"/>
          </a:p>
        </p:txBody>
      </p:sp>
      <p:sp>
        <p:nvSpPr>
          <p:cNvPr id="6" name="Shape 4">
            <a:extLst>
              <a:ext uri="{FF2B5EF4-FFF2-40B4-BE49-F238E27FC236}">
                <a16:creationId xmlns:a16="http://schemas.microsoft.com/office/drawing/2014/main" id="{0439C20C-D56E-CC9B-7D4F-9E256C486720}"/>
              </a:ext>
            </a:extLst>
          </p:cNvPr>
          <p:cNvSpPr/>
          <p:nvPr/>
        </p:nvSpPr>
        <p:spPr>
          <a:xfrm>
            <a:off x="3136392" y="1426464"/>
            <a:ext cx="6537960" cy="109728"/>
          </a:xfrm>
          <a:prstGeom prst="rect">
            <a:avLst/>
          </a:prstGeom>
          <a:solidFill>
            <a:srgbClr val="EEEDF6"/>
          </a:solidFill>
          <a:ln/>
        </p:spPr>
        <p:txBody>
          <a:bodyPr/>
          <a:lstStyle/>
          <a:p>
            <a:endParaRPr lang="en-IN"/>
          </a:p>
        </p:txBody>
      </p:sp>
      <p:sp>
        <p:nvSpPr>
          <p:cNvPr id="7" name="Shape 5">
            <a:extLst>
              <a:ext uri="{FF2B5EF4-FFF2-40B4-BE49-F238E27FC236}">
                <a16:creationId xmlns:a16="http://schemas.microsoft.com/office/drawing/2014/main" id="{DC681975-1AAB-1161-3F53-710CF74A667F}"/>
              </a:ext>
            </a:extLst>
          </p:cNvPr>
          <p:cNvSpPr/>
          <p:nvPr/>
        </p:nvSpPr>
        <p:spPr>
          <a:xfrm>
            <a:off x="3264408" y="1353312"/>
            <a:ext cx="91440" cy="91440"/>
          </a:xfrm>
          <a:prstGeom prst="ellipse">
            <a:avLst/>
          </a:prstGeom>
          <a:solidFill>
            <a:srgbClr val="F2B77A"/>
          </a:solidFill>
          <a:ln/>
        </p:spPr>
        <p:txBody>
          <a:bodyPr/>
          <a:lstStyle/>
          <a:p>
            <a:endParaRPr lang="en-IN"/>
          </a:p>
        </p:txBody>
      </p:sp>
      <p:sp>
        <p:nvSpPr>
          <p:cNvPr id="8" name="Shape 6">
            <a:extLst>
              <a:ext uri="{FF2B5EF4-FFF2-40B4-BE49-F238E27FC236}">
                <a16:creationId xmlns:a16="http://schemas.microsoft.com/office/drawing/2014/main" id="{D0E2791B-6328-5F86-A38A-15B72CA2AAB8}"/>
              </a:ext>
            </a:extLst>
          </p:cNvPr>
          <p:cNvSpPr/>
          <p:nvPr/>
        </p:nvSpPr>
        <p:spPr>
          <a:xfrm>
            <a:off x="3410712" y="1353312"/>
            <a:ext cx="91440" cy="91440"/>
          </a:xfrm>
          <a:prstGeom prst="ellipse">
            <a:avLst/>
          </a:prstGeom>
          <a:solidFill>
            <a:srgbClr val="B3A8FF"/>
          </a:solidFill>
          <a:ln/>
        </p:spPr>
        <p:txBody>
          <a:bodyPr/>
          <a:lstStyle/>
          <a:p>
            <a:endParaRPr lang="en-IN"/>
          </a:p>
        </p:txBody>
      </p:sp>
      <p:sp>
        <p:nvSpPr>
          <p:cNvPr id="9" name="Shape 7">
            <a:extLst>
              <a:ext uri="{FF2B5EF4-FFF2-40B4-BE49-F238E27FC236}">
                <a16:creationId xmlns:a16="http://schemas.microsoft.com/office/drawing/2014/main" id="{918A0391-09B0-CCB5-B187-A9E6DE5956A9}"/>
              </a:ext>
            </a:extLst>
          </p:cNvPr>
          <p:cNvSpPr/>
          <p:nvPr/>
        </p:nvSpPr>
        <p:spPr>
          <a:xfrm>
            <a:off x="3557016" y="1353312"/>
            <a:ext cx="91440" cy="91440"/>
          </a:xfrm>
          <a:prstGeom prst="ellipse">
            <a:avLst/>
          </a:prstGeom>
          <a:solidFill>
            <a:srgbClr val="9DF0D4"/>
          </a:solidFill>
          <a:ln/>
        </p:spPr>
        <p:txBody>
          <a:bodyPr/>
          <a:lstStyle/>
          <a:p>
            <a:endParaRPr lang="en-IN"/>
          </a:p>
        </p:txBody>
      </p:sp>
      <p:sp>
        <p:nvSpPr>
          <p:cNvPr id="10" name="Shape 8">
            <a:extLst>
              <a:ext uri="{FF2B5EF4-FFF2-40B4-BE49-F238E27FC236}">
                <a16:creationId xmlns:a16="http://schemas.microsoft.com/office/drawing/2014/main" id="{EAAA902B-A260-B7BF-B721-D12C73328352}"/>
              </a:ext>
            </a:extLst>
          </p:cNvPr>
          <p:cNvSpPr/>
          <p:nvPr/>
        </p:nvSpPr>
        <p:spPr>
          <a:xfrm>
            <a:off x="5216652" y="1316736"/>
            <a:ext cx="2377440" cy="164592"/>
          </a:xfrm>
          <a:prstGeom prst="roundRect">
            <a:avLst>
              <a:gd name="adj" fmla="val 50000"/>
            </a:avLst>
          </a:prstGeom>
          <a:solidFill>
            <a:srgbClr val="FFFFFF"/>
          </a:solidFill>
          <a:ln/>
        </p:spPr>
        <p:txBody>
          <a:bodyPr/>
          <a:lstStyle/>
          <a:p>
            <a:endParaRPr lang="en-IN"/>
          </a:p>
        </p:txBody>
      </p:sp>
      <p:sp>
        <p:nvSpPr>
          <p:cNvPr id="11" name="Text 9">
            <a:extLst>
              <a:ext uri="{FF2B5EF4-FFF2-40B4-BE49-F238E27FC236}">
                <a16:creationId xmlns:a16="http://schemas.microsoft.com/office/drawing/2014/main" id="{B0006A88-5844-7BF4-944D-DAF4FAD43F6D}"/>
              </a:ext>
            </a:extLst>
          </p:cNvPr>
          <p:cNvSpPr txBox="1"/>
          <p:nvPr/>
        </p:nvSpPr>
        <p:spPr>
          <a:xfrm>
            <a:off x="5216652" y="1316736"/>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a:extLst>
              <a:ext uri="{FF2B5EF4-FFF2-40B4-BE49-F238E27FC236}">
                <a16:creationId xmlns:a16="http://schemas.microsoft.com/office/drawing/2014/main" id="{DB699A76-D859-E776-749E-6C1D6A202CAA}"/>
              </a:ext>
            </a:extLst>
          </p:cNvPr>
          <p:cNvSpPr/>
          <p:nvPr/>
        </p:nvSpPr>
        <p:spPr>
          <a:xfrm>
            <a:off x="3136392" y="1536192"/>
            <a:ext cx="6537960" cy="2743200"/>
          </a:xfrm>
          <a:prstGeom prst="roundRect">
            <a:avLst>
              <a:gd name="adj" fmla="val 4000"/>
            </a:avLst>
          </a:prstGeom>
          <a:solidFill>
            <a:schemeClr val="tx1">
              <a:lumMod val="65000"/>
              <a:lumOff val="35000"/>
            </a:schemeClr>
          </a:solidFill>
          <a:ln/>
        </p:spPr>
        <p:txBody>
          <a:bodyPr/>
          <a:lstStyle/>
          <a:p>
            <a:endParaRPr lang="en-IN"/>
          </a:p>
        </p:txBody>
      </p:sp>
      <p:sp>
        <p:nvSpPr>
          <p:cNvPr id="13" name="Shape 11">
            <a:extLst>
              <a:ext uri="{FF2B5EF4-FFF2-40B4-BE49-F238E27FC236}">
                <a16:creationId xmlns:a16="http://schemas.microsoft.com/office/drawing/2014/main" id="{F59AFC9B-A916-38F9-929A-32A7E880FFA0}"/>
              </a:ext>
            </a:extLst>
          </p:cNvPr>
          <p:cNvSpPr/>
          <p:nvPr/>
        </p:nvSpPr>
        <p:spPr>
          <a:xfrm>
            <a:off x="3337560" y="1764792"/>
            <a:ext cx="1234440" cy="292608"/>
          </a:xfrm>
          <a:prstGeom prst="roundRect">
            <a:avLst>
              <a:gd name="adj" fmla="val 18750"/>
            </a:avLst>
          </a:prstGeom>
          <a:solidFill>
            <a:srgbClr val="2A2A3C"/>
          </a:solidFill>
          <a:ln w="9525">
            <a:solidFill>
              <a:srgbClr val="5A4FD0"/>
            </a:solidFill>
            <a:prstDash val="dash"/>
          </a:ln>
        </p:spPr>
        <p:txBody>
          <a:bodyPr/>
          <a:lstStyle/>
          <a:p>
            <a:endParaRPr lang="en-IN"/>
          </a:p>
        </p:txBody>
      </p:sp>
      <p:sp>
        <p:nvSpPr>
          <p:cNvPr id="14" name="Text 12">
            <a:extLst>
              <a:ext uri="{FF2B5EF4-FFF2-40B4-BE49-F238E27FC236}">
                <a16:creationId xmlns:a16="http://schemas.microsoft.com/office/drawing/2014/main" id="{77246B8B-88A6-374C-B39B-8B8B0B8DFF44}"/>
              </a:ext>
            </a:extLst>
          </p:cNvPr>
          <p:cNvSpPr txBox="1"/>
          <p:nvPr/>
        </p:nvSpPr>
        <p:spPr>
          <a:xfrm>
            <a:off x="3337560" y="1764792"/>
            <a:ext cx="1234440" cy="292608"/>
          </a:xfrm>
          <a:prstGeom prst="rect">
            <a:avLst/>
          </a:prstGeom>
          <a:solidFill>
            <a:schemeClr val="bg2">
              <a:lumMod val="50000"/>
            </a:schemeClr>
          </a:solidFill>
          <a:ln/>
        </p:spPr>
        <p:txBody>
          <a:bodyPr wrap="square" lIns="0" tIns="0" rIns="0" bIns="0" rtlCol="0" anchor="ctr"/>
          <a:lstStyle/>
          <a:p>
            <a:pPr marL="0" indent="0" algn="ctr">
              <a:buNone/>
            </a:pPr>
            <a:r>
              <a:rPr lang="en-US" sz="750" i="1" dirty="0">
                <a:solidFill>
                  <a:srgbClr val="C9C1FF"/>
                </a:solidFill>
                <a:latin typeface="Calibri" pitchFamily="34" charset="0"/>
                <a:ea typeface="Calibri" pitchFamily="34" charset="-122"/>
                <a:cs typeface="Calibri" pitchFamily="34" charset="-120"/>
              </a:rPr>
              <a:t>Logo (light version)</a:t>
            </a:r>
            <a:endParaRPr lang="en-US" sz="750" dirty="0"/>
          </a:p>
        </p:txBody>
      </p:sp>
      <p:sp>
        <p:nvSpPr>
          <p:cNvPr id="15" name="Text 13">
            <a:extLst>
              <a:ext uri="{FF2B5EF4-FFF2-40B4-BE49-F238E27FC236}">
                <a16:creationId xmlns:a16="http://schemas.microsoft.com/office/drawing/2014/main" id="{CE290544-B339-2E92-6B0D-39E1B0C3B24C}"/>
              </a:ext>
            </a:extLst>
          </p:cNvPr>
          <p:cNvSpPr txBox="1"/>
          <p:nvPr/>
        </p:nvSpPr>
        <p:spPr>
          <a:xfrm>
            <a:off x="3337560" y="2176272"/>
            <a:ext cx="1645920" cy="411480"/>
          </a:xfrm>
          <a:prstGeom prst="rect">
            <a:avLst/>
          </a:prstGeom>
          <a:noFill/>
          <a:ln/>
        </p:spPr>
        <p:txBody>
          <a:bodyPr wrap="square" lIns="0" tIns="0" rIns="0" bIns="0" rtlCol="0" anchor="t"/>
          <a:lstStyle/>
          <a:p>
            <a:pPr marL="0" indent="0">
              <a:buNone/>
            </a:pPr>
            <a:r>
              <a:rPr lang="en-US" sz="850" dirty="0">
                <a:solidFill>
                  <a:srgbClr val="A9A9C0"/>
                </a:solidFill>
                <a:latin typeface="Calibri" pitchFamily="34" charset="0"/>
                <a:ea typeface="Calibri" pitchFamily="34" charset="-122"/>
                <a:cs typeface="Calibri" pitchFamily="34" charset="-120"/>
              </a:rPr>
              <a:t>Global Connectivity. Trusted Partnerships.</a:t>
            </a:r>
            <a:endParaRPr lang="en-US" sz="850" dirty="0"/>
          </a:p>
        </p:txBody>
      </p:sp>
      <p:sp>
        <p:nvSpPr>
          <p:cNvPr id="16" name="Shape 14">
            <a:extLst>
              <a:ext uri="{FF2B5EF4-FFF2-40B4-BE49-F238E27FC236}">
                <a16:creationId xmlns:a16="http://schemas.microsoft.com/office/drawing/2014/main" id="{AD1109E5-0DA2-6B65-0BB1-2BDF75E047F0}"/>
              </a:ext>
            </a:extLst>
          </p:cNvPr>
          <p:cNvSpPr/>
          <p:nvPr/>
        </p:nvSpPr>
        <p:spPr>
          <a:xfrm>
            <a:off x="3337560" y="2679192"/>
            <a:ext cx="274320" cy="274320"/>
          </a:xfrm>
          <a:prstGeom prst="roundRect">
            <a:avLst>
              <a:gd name="adj" fmla="val 50000"/>
            </a:avLst>
          </a:prstGeom>
          <a:solidFill>
            <a:srgbClr val="2A2A3C"/>
          </a:solidFill>
          <a:ln/>
        </p:spPr>
        <p:txBody>
          <a:bodyPr/>
          <a:lstStyle/>
          <a:p>
            <a:endParaRPr lang="en-IN"/>
          </a:p>
        </p:txBody>
      </p:sp>
      <p:sp>
        <p:nvSpPr>
          <p:cNvPr id="17" name="Text 15">
            <a:extLst>
              <a:ext uri="{FF2B5EF4-FFF2-40B4-BE49-F238E27FC236}">
                <a16:creationId xmlns:a16="http://schemas.microsoft.com/office/drawing/2014/main" id="{E2FFE923-9CCE-CA1A-4CEE-448E6615D4A7}"/>
              </a:ext>
            </a:extLst>
          </p:cNvPr>
          <p:cNvSpPr txBox="1"/>
          <p:nvPr/>
        </p:nvSpPr>
        <p:spPr>
          <a:xfrm>
            <a:off x="3337560" y="26791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a:t>
            </a:r>
            <a:endParaRPr lang="en-US" sz="900" dirty="0"/>
          </a:p>
        </p:txBody>
      </p:sp>
      <p:sp>
        <p:nvSpPr>
          <p:cNvPr id="18" name="Text 16">
            <a:extLst>
              <a:ext uri="{FF2B5EF4-FFF2-40B4-BE49-F238E27FC236}">
                <a16:creationId xmlns:a16="http://schemas.microsoft.com/office/drawing/2014/main" id="{D4D3D217-7A88-3295-7A0A-D907C421EDF8}"/>
              </a:ext>
            </a:extLst>
          </p:cNvPr>
          <p:cNvSpPr txBox="1"/>
          <p:nvPr/>
        </p:nvSpPr>
        <p:spPr>
          <a:xfrm>
            <a:off x="5166360" y="1764792"/>
            <a:ext cx="1463040" cy="201168"/>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Company</a:t>
            </a:r>
            <a:endParaRPr lang="en-US" sz="900" dirty="0"/>
          </a:p>
        </p:txBody>
      </p:sp>
      <p:sp>
        <p:nvSpPr>
          <p:cNvPr id="19" name="Text 17">
            <a:extLst>
              <a:ext uri="{FF2B5EF4-FFF2-40B4-BE49-F238E27FC236}">
                <a16:creationId xmlns:a16="http://schemas.microsoft.com/office/drawing/2014/main" id="{EFF699DF-2FE1-ACF8-9616-AEC00F28E854}"/>
              </a:ext>
            </a:extLst>
          </p:cNvPr>
          <p:cNvSpPr txBox="1"/>
          <p:nvPr/>
        </p:nvSpPr>
        <p:spPr>
          <a:xfrm>
            <a:off x="5166360" y="2057400"/>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About Us</a:t>
            </a:r>
            <a:endParaRPr lang="en-US" sz="800" dirty="0"/>
          </a:p>
        </p:txBody>
      </p:sp>
      <p:sp>
        <p:nvSpPr>
          <p:cNvPr id="20" name="Text 18">
            <a:extLst>
              <a:ext uri="{FF2B5EF4-FFF2-40B4-BE49-F238E27FC236}">
                <a16:creationId xmlns:a16="http://schemas.microsoft.com/office/drawing/2014/main" id="{5D2F8131-4C39-9EE7-BD02-A272C0AEEC6A}"/>
              </a:ext>
            </a:extLst>
          </p:cNvPr>
          <p:cNvSpPr txBox="1"/>
          <p:nvPr/>
        </p:nvSpPr>
        <p:spPr>
          <a:xfrm>
            <a:off x="5166360" y="2286000"/>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Leadership</a:t>
            </a:r>
            <a:endParaRPr lang="en-US" sz="800" dirty="0"/>
          </a:p>
        </p:txBody>
      </p:sp>
      <p:sp>
        <p:nvSpPr>
          <p:cNvPr id="21" name="Text 19">
            <a:extLst>
              <a:ext uri="{FF2B5EF4-FFF2-40B4-BE49-F238E27FC236}">
                <a16:creationId xmlns:a16="http://schemas.microsoft.com/office/drawing/2014/main" id="{8F777406-3208-8B9C-C546-4C47C5FF540F}"/>
              </a:ext>
            </a:extLst>
          </p:cNvPr>
          <p:cNvSpPr txBox="1"/>
          <p:nvPr/>
        </p:nvSpPr>
        <p:spPr>
          <a:xfrm>
            <a:off x="5166360" y="2514600"/>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Contact Us</a:t>
            </a:r>
            <a:endParaRPr lang="en-US" sz="800" dirty="0"/>
          </a:p>
        </p:txBody>
      </p:sp>
      <p:sp>
        <p:nvSpPr>
          <p:cNvPr id="22" name="Text 20">
            <a:extLst>
              <a:ext uri="{FF2B5EF4-FFF2-40B4-BE49-F238E27FC236}">
                <a16:creationId xmlns:a16="http://schemas.microsoft.com/office/drawing/2014/main" id="{10D1B7DD-9321-95E2-0018-70F1A2DE8962}"/>
              </a:ext>
            </a:extLst>
          </p:cNvPr>
          <p:cNvSpPr txBox="1"/>
          <p:nvPr/>
        </p:nvSpPr>
        <p:spPr>
          <a:xfrm>
            <a:off x="6629400" y="1764792"/>
            <a:ext cx="1463040" cy="201168"/>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Services</a:t>
            </a:r>
            <a:endParaRPr lang="en-US" sz="900" dirty="0"/>
          </a:p>
        </p:txBody>
      </p:sp>
      <p:sp>
        <p:nvSpPr>
          <p:cNvPr id="23" name="Text 21">
            <a:extLst>
              <a:ext uri="{FF2B5EF4-FFF2-40B4-BE49-F238E27FC236}">
                <a16:creationId xmlns:a16="http://schemas.microsoft.com/office/drawing/2014/main" id="{F4DC8A79-5DFF-783A-AEF0-3129E26C3A16}"/>
              </a:ext>
            </a:extLst>
          </p:cNvPr>
          <p:cNvSpPr txBox="1"/>
          <p:nvPr/>
        </p:nvSpPr>
        <p:spPr>
          <a:xfrm>
            <a:off x="6629400" y="2057400"/>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VoIP &amp; Voice Termination</a:t>
            </a:r>
            <a:endParaRPr lang="en-US" sz="800" dirty="0"/>
          </a:p>
        </p:txBody>
      </p:sp>
      <p:sp>
        <p:nvSpPr>
          <p:cNvPr id="24" name="Text 22">
            <a:extLst>
              <a:ext uri="{FF2B5EF4-FFF2-40B4-BE49-F238E27FC236}">
                <a16:creationId xmlns:a16="http://schemas.microsoft.com/office/drawing/2014/main" id="{53BDF5CB-6A66-5809-9B49-7EC0B721D33C}"/>
              </a:ext>
            </a:extLst>
          </p:cNvPr>
          <p:cNvSpPr txBox="1"/>
          <p:nvPr/>
        </p:nvSpPr>
        <p:spPr>
          <a:xfrm>
            <a:off x="6629400" y="2286000"/>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SMS Connectivity</a:t>
            </a:r>
            <a:endParaRPr lang="en-US" sz="800" dirty="0"/>
          </a:p>
        </p:txBody>
      </p:sp>
      <p:sp>
        <p:nvSpPr>
          <p:cNvPr id="25" name="Text 23">
            <a:extLst>
              <a:ext uri="{FF2B5EF4-FFF2-40B4-BE49-F238E27FC236}">
                <a16:creationId xmlns:a16="http://schemas.microsoft.com/office/drawing/2014/main" id="{FC8816AB-D9FD-D08A-D1B5-4D7BABCBBAAB}"/>
              </a:ext>
            </a:extLst>
          </p:cNvPr>
          <p:cNvSpPr txBox="1"/>
          <p:nvPr/>
        </p:nvSpPr>
        <p:spPr>
          <a:xfrm>
            <a:off x="6629400" y="2514600"/>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Direct Route Solutions</a:t>
            </a:r>
            <a:endParaRPr lang="en-US" sz="800" dirty="0"/>
          </a:p>
        </p:txBody>
      </p:sp>
      <p:sp>
        <p:nvSpPr>
          <p:cNvPr id="26" name="Text 24">
            <a:extLst>
              <a:ext uri="{FF2B5EF4-FFF2-40B4-BE49-F238E27FC236}">
                <a16:creationId xmlns:a16="http://schemas.microsoft.com/office/drawing/2014/main" id="{3E31091E-AD85-895F-0ADC-42796FF6C78A}"/>
              </a:ext>
            </a:extLst>
          </p:cNvPr>
          <p:cNvSpPr txBox="1"/>
          <p:nvPr/>
        </p:nvSpPr>
        <p:spPr>
          <a:xfrm>
            <a:off x="6629400" y="2743200"/>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All Services</a:t>
            </a:r>
            <a:endParaRPr lang="en-US" sz="800" dirty="0"/>
          </a:p>
        </p:txBody>
      </p:sp>
      <p:sp>
        <p:nvSpPr>
          <p:cNvPr id="27" name="Text 25">
            <a:extLst>
              <a:ext uri="{FF2B5EF4-FFF2-40B4-BE49-F238E27FC236}">
                <a16:creationId xmlns:a16="http://schemas.microsoft.com/office/drawing/2014/main" id="{13D5BB13-1B9D-8AFB-9071-255B95B9EBF8}"/>
              </a:ext>
            </a:extLst>
          </p:cNvPr>
          <p:cNvSpPr txBox="1"/>
          <p:nvPr/>
        </p:nvSpPr>
        <p:spPr>
          <a:xfrm>
            <a:off x="8092440" y="1764792"/>
            <a:ext cx="1463040" cy="201168"/>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Contact</a:t>
            </a:r>
            <a:endParaRPr lang="en-US" sz="900" dirty="0"/>
          </a:p>
        </p:txBody>
      </p:sp>
      <p:sp>
        <p:nvSpPr>
          <p:cNvPr id="28" name="Text 26">
            <a:extLst>
              <a:ext uri="{FF2B5EF4-FFF2-40B4-BE49-F238E27FC236}">
                <a16:creationId xmlns:a16="http://schemas.microsoft.com/office/drawing/2014/main" id="{6A35B64F-6E47-FD8F-AE1E-75B92A233710}"/>
              </a:ext>
            </a:extLst>
          </p:cNvPr>
          <p:cNvSpPr txBox="1"/>
          <p:nvPr/>
        </p:nvSpPr>
        <p:spPr>
          <a:xfrm>
            <a:off x="8092440" y="2057400"/>
            <a:ext cx="160020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info@info.com</a:t>
            </a:r>
            <a:endParaRPr lang="en-US" sz="800" dirty="0"/>
          </a:p>
        </p:txBody>
      </p:sp>
      <p:sp>
        <p:nvSpPr>
          <p:cNvPr id="29" name="Text 27">
            <a:extLst>
              <a:ext uri="{FF2B5EF4-FFF2-40B4-BE49-F238E27FC236}">
                <a16:creationId xmlns:a16="http://schemas.microsoft.com/office/drawing/2014/main" id="{2D40885F-07A0-3F1A-D090-FA95951B6214}"/>
              </a:ext>
            </a:extLst>
          </p:cNvPr>
          <p:cNvSpPr txBox="1"/>
          <p:nvPr/>
        </p:nvSpPr>
        <p:spPr>
          <a:xfrm>
            <a:off x="8092440" y="2286000"/>
            <a:ext cx="160020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+1 (725) 999-9999</a:t>
            </a:r>
            <a:endParaRPr lang="en-US" sz="800" dirty="0"/>
          </a:p>
        </p:txBody>
      </p:sp>
      <p:sp>
        <p:nvSpPr>
          <p:cNvPr id="30" name="Text 28">
            <a:extLst>
              <a:ext uri="{FF2B5EF4-FFF2-40B4-BE49-F238E27FC236}">
                <a16:creationId xmlns:a16="http://schemas.microsoft.com/office/drawing/2014/main" id="{5ECB8CBF-A0D7-1A17-A8F5-765167627C51}"/>
              </a:ext>
            </a:extLst>
          </p:cNvPr>
          <p:cNvSpPr txBox="1"/>
          <p:nvPr/>
        </p:nvSpPr>
        <p:spPr>
          <a:xfrm>
            <a:off x="8092440" y="2514600"/>
            <a:ext cx="160020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13, </a:t>
            </a:r>
            <a:r>
              <a:rPr lang="en-US" sz="800" dirty="0" err="1">
                <a:solidFill>
                  <a:srgbClr val="A9A9C0"/>
                </a:solidFill>
                <a:latin typeface="Calibri" pitchFamily="34" charset="0"/>
                <a:ea typeface="Calibri" pitchFamily="34" charset="-122"/>
                <a:cs typeface="Calibri" pitchFamily="34" charset="-120"/>
              </a:rPr>
              <a:t>xyz</a:t>
            </a:r>
            <a:r>
              <a:rPr lang="en-US" sz="800" dirty="0">
                <a:solidFill>
                  <a:srgbClr val="A9A9C0"/>
                </a:solidFill>
                <a:latin typeface="Calibri" pitchFamily="34" charset="0"/>
                <a:ea typeface="Calibri" pitchFamily="34" charset="-122"/>
                <a:cs typeface="Calibri" pitchFamily="34" charset="-120"/>
              </a:rPr>
              <a:t> street</a:t>
            </a:r>
            <a:endParaRPr lang="en-US" sz="800" dirty="0"/>
          </a:p>
        </p:txBody>
      </p:sp>
      <p:sp>
        <p:nvSpPr>
          <p:cNvPr id="31" name="Text 29">
            <a:extLst>
              <a:ext uri="{FF2B5EF4-FFF2-40B4-BE49-F238E27FC236}">
                <a16:creationId xmlns:a16="http://schemas.microsoft.com/office/drawing/2014/main" id="{9324B6BF-E1B8-451A-5DF2-3A7EA18ACD5B}"/>
              </a:ext>
            </a:extLst>
          </p:cNvPr>
          <p:cNvSpPr txBox="1"/>
          <p:nvPr/>
        </p:nvSpPr>
        <p:spPr>
          <a:xfrm>
            <a:off x="8092440" y="2743200"/>
            <a:ext cx="160020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London, </a:t>
            </a:r>
            <a:r>
              <a:rPr lang="en-US" sz="800" dirty="0" err="1">
                <a:solidFill>
                  <a:srgbClr val="A9A9C0"/>
                </a:solidFill>
                <a:latin typeface="Calibri" pitchFamily="34" charset="0"/>
                <a:ea typeface="Calibri" pitchFamily="34" charset="-122"/>
                <a:cs typeface="Calibri" pitchFamily="34" charset="-120"/>
              </a:rPr>
              <a:t>uk</a:t>
            </a:r>
            <a:r>
              <a:rPr lang="en-US" sz="800" dirty="0">
                <a:solidFill>
                  <a:srgbClr val="A9A9C0"/>
                </a:solidFill>
                <a:latin typeface="Calibri" pitchFamily="34" charset="0"/>
                <a:ea typeface="Calibri" pitchFamily="34" charset="-122"/>
                <a:cs typeface="Calibri" pitchFamily="34" charset="-120"/>
              </a:rPr>
              <a:t> 8280</a:t>
            </a:r>
            <a:endParaRPr lang="en-US" sz="800" dirty="0"/>
          </a:p>
        </p:txBody>
      </p:sp>
      <p:sp>
        <p:nvSpPr>
          <p:cNvPr id="32" name="Shape 30">
            <a:extLst>
              <a:ext uri="{FF2B5EF4-FFF2-40B4-BE49-F238E27FC236}">
                <a16:creationId xmlns:a16="http://schemas.microsoft.com/office/drawing/2014/main" id="{C073F958-3C6B-2111-9543-ECE4EDBF5E49}"/>
              </a:ext>
            </a:extLst>
          </p:cNvPr>
          <p:cNvSpPr/>
          <p:nvPr/>
        </p:nvSpPr>
        <p:spPr>
          <a:xfrm>
            <a:off x="8458200" y="2999232"/>
            <a:ext cx="537210" cy="182880"/>
          </a:xfrm>
          <a:prstGeom prst="roundRect">
            <a:avLst>
              <a:gd name="adj" fmla="val 50000"/>
            </a:avLst>
          </a:prstGeom>
          <a:solidFill>
            <a:srgbClr val="FDE9D3"/>
          </a:solidFill>
          <a:ln/>
        </p:spPr>
        <p:txBody>
          <a:bodyPr/>
          <a:lstStyle/>
          <a:p>
            <a:endParaRPr lang="en-IN"/>
          </a:p>
        </p:txBody>
      </p:sp>
      <p:sp>
        <p:nvSpPr>
          <p:cNvPr id="33" name="Text 31">
            <a:extLst>
              <a:ext uri="{FF2B5EF4-FFF2-40B4-BE49-F238E27FC236}">
                <a16:creationId xmlns:a16="http://schemas.microsoft.com/office/drawing/2014/main" id="{BCAEF856-59D8-C4FE-96FF-2AD8B30B705D}"/>
              </a:ext>
            </a:extLst>
          </p:cNvPr>
          <p:cNvSpPr txBox="1"/>
          <p:nvPr/>
        </p:nvSpPr>
        <p:spPr>
          <a:xfrm>
            <a:off x="8458200" y="2999232"/>
            <a:ext cx="537210"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ZIP TBC</a:t>
            </a:r>
            <a:endParaRPr lang="en-US" sz="700" dirty="0"/>
          </a:p>
        </p:txBody>
      </p:sp>
      <p:sp>
        <p:nvSpPr>
          <p:cNvPr id="34" name="Shape 32">
            <a:extLst>
              <a:ext uri="{FF2B5EF4-FFF2-40B4-BE49-F238E27FC236}">
                <a16:creationId xmlns:a16="http://schemas.microsoft.com/office/drawing/2014/main" id="{4BF652C2-E937-3B5B-08F2-8C833339C8AB}"/>
              </a:ext>
            </a:extLst>
          </p:cNvPr>
          <p:cNvSpPr/>
          <p:nvPr/>
        </p:nvSpPr>
        <p:spPr>
          <a:xfrm>
            <a:off x="3337560" y="3502152"/>
            <a:ext cx="6135624" cy="0"/>
          </a:xfrm>
          <a:prstGeom prst="line">
            <a:avLst/>
          </a:prstGeom>
          <a:noFill/>
          <a:ln w="12700">
            <a:solidFill>
              <a:srgbClr val="2E2E40"/>
            </a:solidFill>
            <a:prstDash val="solid"/>
          </a:ln>
        </p:spPr>
        <p:txBody>
          <a:bodyPr/>
          <a:lstStyle/>
          <a:p>
            <a:endParaRPr lang="en-IN"/>
          </a:p>
        </p:txBody>
      </p:sp>
      <p:sp>
        <p:nvSpPr>
          <p:cNvPr id="35" name="Text 33">
            <a:extLst>
              <a:ext uri="{FF2B5EF4-FFF2-40B4-BE49-F238E27FC236}">
                <a16:creationId xmlns:a16="http://schemas.microsoft.com/office/drawing/2014/main" id="{DE1C56FB-43EE-44FA-FA78-8EC455E9034A}"/>
              </a:ext>
            </a:extLst>
          </p:cNvPr>
          <p:cNvSpPr txBox="1"/>
          <p:nvPr/>
        </p:nvSpPr>
        <p:spPr>
          <a:xfrm>
            <a:off x="3337560" y="3639312"/>
            <a:ext cx="2743200" cy="201168"/>
          </a:xfrm>
          <a:prstGeom prst="rect">
            <a:avLst/>
          </a:prstGeom>
          <a:noFill/>
          <a:ln/>
        </p:spPr>
        <p:txBody>
          <a:bodyPr wrap="square" lIns="0" tIns="0" rIns="0" bIns="0" rtlCol="0" anchor="t"/>
          <a:lstStyle/>
          <a:p>
            <a:pPr marL="0" indent="0">
              <a:buNone/>
            </a:pPr>
            <a:r>
              <a:rPr lang="en-US" sz="800" dirty="0">
                <a:solidFill>
                  <a:srgbClr val="8B8BA3"/>
                </a:solidFill>
                <a:latin typeface="Calibri" pitchFamily="34" charset="0"/>
                <a:ea typeface="Calibri" pitchFamily="34" charset="-122"/>
                <a:cs typeface="Calibri" pitchFamily="34" charset="-120"/>
              </a:rPr>
              <a:t>© 2026 Omaginfo LLC. All rights reserved.</a:t>
            </a:r>
            <a:endParaRPr lang="en-US" sz="800" dirty="0"/>
          </a:p>
        </p:txBody>
      </p:sp>
      <p:sp>
        <p:nvSpPr>
          <p:cNvPr id="36" name="Text 34">
            <a:extLst>
              <a:ext uri="{FF2B5EF4-FFF2-40B4-BE49-F238E27FC236}">
                <a16:creationId xmlns:a16="http://schemas.microsoft.com/office/drawing/2014/main" id="{1D34A330-CD1D-5E83-574E-6074BD4F0691}"/>
              </a:ext>
            </a:extLst>
          </p:cNvPr>
          <p:cNvSpPr txBox="1"/>
          <p:nvPr/>
        </p:nvSpPr>
        <p:spPr>
          <a:xfrm>
            <a:off x="7644384" y="3639312"/>
            <a:ext cx="1828800" cy="201168"/>
          </a:xfrm>
          <a:prstGeom prst="rect">
            <a:avLst/>
          </a:prstGeom>
          <a:noFill/>
          <a:ln/>
        </p:spPr>
        <p:txBody>
          <a:bodyPr wrap="square" lIns="0" tIns="0" rIns="0" bIns="0" rtlCol="0" anchor="t"/>
          <a:lstStyle/>
          <a:p>
            <a:pPr marL="0" indent="0" algn="r">
              <a:buNone/>
            </a:pPr>
            <a:r>
              <a:rPr lang="en-US" sz="800" dirty="0">
                <a:solidFill>
                  <a:srgbClr val="8B8BA3"/>
                </a:solidFill>
                <a:latin typeface="Calibri" pitchFamily="34" charset="0"/>
                <a:ea typeface="Calibri" pitchFamily="34" charset="-122"/>
                <a:cs typeface="Calibri" pitchFamily="34" charset="-120"/>
              </a:rPr>
              <a:t>Privacy Policy     Terms of Use</a:t>
            </a:r>
            <a:endParaRPr lang="en-US" sz="800" dirty="0"/>
          </a:p>
        </p:txBody>
      </p:sp>
    </p:spTree>
    <p:extLst>
      <p:ext uri="{BB962C8B-B14F-4D97-AF65-F5344CB8AC3E}">
        <p14:creationId xmlns:p14="http://schemas.microsoft.com/office/powerpoint/2010/main" val="3922395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6CFA5E5-6E28-D950-0E13-8F40E38DE827}"/>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err="1">
                <a:solidFill>
                  <a:srgbClr val="16161F"/>
                </a:solidFill>
                <a:latin typeface="Calibri" pitchFamily="34" charset="0"/>
                <a:ea typeface="Calibri" pitchFamily="34" charset="-122"/>
                <a:cs typeface="Calibri" pitchFamily="34" charset="-120"/>
              </a:rPr>
              <a:t>Colour</a:t>
            </a:r>
            <a:r>
              <a:rPr lang="en-US" sz="2800" b="1" dirty="0">
                <a:solidFill>
                  <a:srgbClr val="16161F"/>
                </a:solidFill>
                <a:latin typeface="Calibri" pitchFamily="34" charset="0"/>
                <a:ea typeface="Calibri" pitchFamily="34" charset="-122"/>
                <a:cs typeface="Calibri" pitchFamily="34" charset="-120"/>
              </a:rPr>
              <a:t> Palette (Derived from the company’s Logo)</a:t>
            </a:r>
            <a:endParaRPr lang="en-US" sz="2800" dirty="0"/>
          </a:p>
        </p:txBody>
      </p:sp>
      <p:sp>
        <p:nvSpPr>
          <p:cNvPr id="3" name="Text 1">
            <a:extLst>
              <a:ext uri="{FF2B5EF4-FFF2-40B4-BE49-F238E27FC236}">
                <a16:creationId xmlns:a16="http://schemas.microsoft.com/office/drawing/2014/main" id="{F545C76A-466E-1B8F-0448-18EBEF685BF6}"/>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WEBSITE ANALYSIS</a:t>
            </a:r>
            <a:endParaRPr lang="en-US" sz="1050" dirty="0"/>
          </a:p>
        </p:txBody>
      </p:sp>
      <p:sp>
        <p:nvSpPr>
          <p:cNvPr id="51" name="Swatch Deep Teal">
            <a:extLst>
              <a:ext uri="{FF2B5EF4-FFF2-40B4-BE49-F238E27FC236}">
                <a16:creationId xmlns:a16="http://schemas.microsoft.com/office/drawing/2014/main" id="{FB0E7DDD-8B37-7E68-C3AE-6B23CBF23DC8}"/>
              </a:ext>
            </a:extLst>
          </p:cNvPr>
          <p:cNvSpPr/>
          <p:nvPr/>
        </p:nvSpPr>
        <p:spPr>
          <a:xfrm>
            <a:off x="2002219" y="1770998"/>
            <a:ext cx="1920240" cy="868680"/>
          </a:xfrm>
          <a:prstGeom prst="rect">
            <a:avLst/>
          </a:prstGeom>
          <a:solidFill>
            <a:srgbClr val="134E48"/>
          </a:solidFill>
          <a:ln w="9525">
            <a:solidFill>
              <a:srgbClr val="CFE3E0"/>
            </a:solidFill>
            <a:prstDash val="solid"/>
          </a:ln>
        </p:spPr>
        <p:txBody>
          <a:bodyPr/>
          <a:lstStyle/>
          <a:p>
            <a:endParaRPr lang="en-IN"/>
          </a:p>
        </p:txBody>
      </p:sp>
      <p:sp>
        <p:nvSpPr>
          <p:cNvPr id="53" name="Text 3">
            <a:extLst>
              <a:ext uri="{FF2B5EF4-FFF2-40B4-BE49-F238E27FC236}">
                <a16:creationId xmlns:a16="http://schemas.microsoft.com/office/drawing/2014/main" id="{6421003B-07D2-B2F9-F4A4-0933942B7BCC}"/>
              </a:ext>
            </a:extLst>
          </p:cNvPr>
          <p:cNvSpPr txBox="1"/>
          <p:nvPr/>
        </p:nvSpPr>
        <p:spPr>
          <a:xfrm>
            <a:off x="2002219" y="2685398"/>
            <a:ext cx="1920240" cy="274320"/>
          </a:xfrm>
          <a:prstGeom prst="rect">
            <a:avLst/>
          </a:prstGeom>
          <a:noFill/>
          <a:ln/>
        </p:spPr>
        <p:txBody>
          <a:bodyPr wrap="square" lIns="0" tIns="0" rIns="0" bIns="0" rtlCol="0" anchor="ctr"/>
          <a:lstStyle/>
          <a:p>
            <a:pPr marL="0" indent="0">
              <a:buNone/>
            </a:pPr>
            <a:r>
              <a:rPr lang="en-US" sz="1400" b="1" dirty="0">
                <a:solidFill>
                  <a:srgbClr val="0F2A27"/>
                </a:solidFill>
              </a:rPr>
              <a:t>Deep Teal</a:t>
            </a:r>
            <a:endParaRPr lang="en-US" sz="1400" dirty="0"/>
          </a:p>
        </p:txBody>
      </p:sp>
      <p:sp>
        <p:nvSpPr>
          <p:cNvPr id="55" name="Text 4">
            <a:extLst>
              <a:ext uri="{FF2B5EF4-FFF2-40B4-BE49-F238E27FC236}">
                <a16:creationId xmlns:a16="http://schemas.microsoft.com/office/drawing/2014/main" id="{8D6F54ED-FDE1-BD1D-53E0-C6EB7F0F84E2}"/>
              </a:ext>
            </a:extLst>
          </p:cNvPr>
          <p:cNvSpPr txBox="1"/>
          <p:nvPr/>
        </p:nvSpPr>
        <p:spPr>
          <a:xfrm>
            <a:off x="2002219" y="2959718"/>
            <a:ext cx="1920240" cy="228600"/>
          </a:xfrm>
          <a:prstGeom prst="rect">
            <a:avLst/>
          </a:prstGeom>
          <a:noFill/>
          <a:ln/>
        </p:spPr>
        <p:txBody>
          <a:bodyPr wrap="square" lIns="0" tIns="0" rIns="0" bIns="0" rtlCol="0" anchor="ctr"/>
          <a:lstStyle/>
          <a:p>
            <a:pPr marL="0" indent="0">
              <a:buNone/>
            </a:pPr>
            <a:r>
              <a:rPr lang="en-US" sz="1200" b="1" dirty="0">
                <a:solidFill>
                  <a:srgbClr val="1F7A71"/>
                </a:solidFill>
              </a:rPr>
              <a:t>#134E48</a:t>
            </a:r>
            <a:endParaRPr lang="en-US" sz="1200" dirty="0"/>
          </a:p>
        </p:txBody>
      </p:sp>
      <p:sp>
        <p:nvSpPr>
          <p:cNvPr id="59" name="Swatch Primary Teal">
            <a:extLst>
              <a:ext uri="{FF2B5EF4-FFF2-40B4-BE49-F238E27FC236}">
                <a16:creationId xmlns:a16="http://schemas.microsoft.com/office/drawing/2014/main" id="{8F55D979-C9FD-5D47-2738-48D179D2512B}"/>
              </a:ext>
            </a:extLst>
          </p:cNvPr>
          <p:cNvSpPr/>
          <p:nvPr/>
        </p:nvSpPr>
        <p:spPr>
          <a:xfrm>
            <a:off x="4105339" y="1770998"/>
            <a:ext cx="1920240" cy="868680"/>
          </a:xfrm>
          <a:prstGeom prst="rect">
            <a:avLst/>
          </a:prstGeom>
          <a:solidFill>
            <a:srgbClr val="1F7A71"/>
          </a:solidFill>
          <a:ln w="9525">
            <a:solidFill>
              <a:srgbClr val="CFE3E0"/>
            </a:solidFill>
            <a:prstDash val="solid"/>
          </a:ln>
        </p:spPr>
        <p:txBody>
          <a:bodyPr/>
          <a:lstStyle/>
          <a:p>
            <a:endParaRPr lang="en-IN"/>
          </a:p>
        </p:txBody>
      </p:sp>
      <p:sp>
        <p:nvSpPr>
          <p:cNvPr id="61" name="Text 7">
            <a:extLst>
              <a:ext uri="{FF2B5EF4-FFF2-40B4-BE49-F238E27FC236}">
                <a16:creationId xmlns:a16="http://schemas.microsoft.com/office/drawing/2014/main" id="{D29682ED-43A7-D650-FC65-A7B34FA67EEE}"/>
              </a:ext>
            </a:extLst>
          </p:cNvPr>
          <p:cNvSpPr txBox="1"/>
          <p:nvPr/>
        </p:nvSpPr>
        <p:spPr>
          <a:xfrm>
            <a:off x="4105339" y="2685398"/>
            <a:ext cx="1920240" cy="274320"/>
          </a:xfrm>
          <a:prstGeom prst="rect">
            <a:avLst/>
          </a:prstGeom>
          <a:noFill/>
          <a:ln/>
        </p:spPr>
        <p:txBody>
          <a:bodyPr wrap="square" lIns="0" tIns="0" rIns="0" bIns="0" rtlCol="0" anchor="ctr"/>
          <a:lstStyle/>
          <a:p>
            <a:pPr marL="0" indent="0">
              <a:buNone/>
            </a:pPr>
            <a:r>
              <a:rPr lang="en-US" sz="1400" b="1" dirty="0">
                <a:solidFill>
                  <a:srgbClr val="0F2A27"/>
                </a:solidFill>
              </a:rPr>
              <a:t>Primary Teal</a:t>
            </a:r>
            <a:endParaRPr lang="en-US" sz="1400" dirty="0"/>
          </a:p>
        </p:txBody>
      </p:sp>
      <p:sp>
        <p:nvSpPr>
          <p:cNvPr id="63" name="Text 8">
            <a:extLst>
              <a:ext uri="{FF2B5EF4-FFF2-40B4-BE49-F238E27FC236}">
                <a16:creationId xmlns:a16="http://schemas.microsoft.com/office/drawing/2014/main" id="{BA463A2B-4AF8-53C7-C526-868D6E38CA88}"/>
              </a:ext>
            </a:extLst>
          </p:cNvPr>
          <p:cNvSpPr txBox="1"/>
          <p:nvPr/>
        </p:nvSpPr>
        <p:spPr>
          <a:xfrm>
            <a:off x="4105339" y="2959718"/>
            <a:ext cx="1920240" cy="228600"/>
          </a:xfrm>
          <a:prstGeom prst="rect">
            <a:avLst/>
          </a:prstGeom>
          <a:noFill/>
          <a:ln/>
        </p:spPr>
        <p:txBody>
          <a:bodyPr wrap="square" lIns="0" tIns="0" rIns="0" bIns="0" rtlCol="0" anchor="ctr"/>
          <a:lstStyle/>
          <a:p>
            <a:pPr marL="0" indent="0">
              <a:buNone/>
            </a:pPr>
            <a:r>
              <a:rPr lang="en-US" sz="1200" b="1" dirty="0">
                <a:solidFill>
                  <a:srgbClr val="1F7A71"/>
                </a:solidFill>
              </a:rPr>
              <a:t>#1F7A71</a:t>
            </a:r>
            <a:endParaRPr lang="en-US" sz="1200" dirty="0"/>
          </a:p>
        </p:txBody>
      </p:sp>
      <p:sp>
        <p:nvSpPr>
          <p:cNvPr id="67" name="Swatch Logo Teal">
            <a:extLst>
              <a:ext uri="{FF2B5EF4-FFF2-40B4-BE49-F238E27FC236}">
                <a16:creationId xmlns:a16="http://schemas.microsoft.com/office/drawing/2014/main" id="{58E47053-A458-1DC2-ABB4-1EF8CF2D09C8}"/>
              </a:ext>
            </a:extLst>
          </p:cNvPr>
          <p:cNvSpPr/>
          <p:nvPr/>
        </p:nvSpPr>
        <p:spPr>
          <a:xfrm>
            <a:off x="6208459" y="1770998"/>
            <a:ext cx="1920240" cy="868680"/>
          </a:xfrm>
          <a:prstGeom prst="rect">
            <a:avLst/>
          </a:prstGeom>
          <a:solidFill>
            <a:srgbClr val="2A8C82"/>
          </a:solidFill>
          <a:ln w="9525">
            <a:solidFill>
              <a:srgbClr val="CFE3E0"/>
            </a:solidFill>
            <a:prstDash val="solid"/>
          </a:ln>
        </p:spPr>
        <p:txBody>
          <a:bodyPr/>
          <a:lstStyle/>
          <a:p>
            <a:endParaRPr lang="en-IN"/>
          </a:p>
        </p:txBody>
      </p:sp>
      <p:sp>
        <p:nvSpPr>
          <p:cNvPr id="69" name="Text 11">
            <a:extLst>
              <a:ext uri="{FF2B5EF4-FFF2-40B4-BE49-F238E27FC236}">
                <a16:creationId xmlns:a16="http://schemas.microsoft.com/office/drawing/2014/main" id="{191810AE-FEB4-1DEB-CFAA-4181ACE59B6A}"/>
              </a:ext>
            </a:extLst>
          </p:cNvPr>
          <p:cNvSpPr txBox="1"/>
          <p:nvPr/>
        </p:nvSpPr>
        <p:spPr>
          <a:xfrm>
            <a:off x="6208459" y="2685398"/>
            <a:ext cx="1920240" cy="274320"/>
          </a:xfrm>
          <a:prstGeom prst="rect">
            <a:avLst/>
          </a:prstGeom>
          <a:noFill/>
          <a:ln/>
        </p:spPr>
        <p:txBody>
          <a:bodyPr wrap="square" lIns="0" tIns="0" rIns="0" bIns="0" rtlCol="0" anchor="ctr"/>
          <a:lstStyle/>
          <a:p>
            <a:pPr marL="0" indent="0">
              <a:buNone/>
            </a:pPr>
            <a:r>
              <a:rPr lang="en-US" sz="1400" b="1" dirty="0">
                <a:solidFill>
                  <a:srgbClr val="0F2A27"/>
                </a:solidFill>
              </a:rPr>
              <a:t>Logo Teal</a:t>
            </a:r>
            <a:endParaRPr lang="en-US" sz="1400" dirty="0"/>
          </a:p>
        </p:txBody>
      </p:sp>
      <p:sp>
        <p:nvSpPr>
          <p:cNvPr id="71" name="Text 12">
            <a:extLst>
              <a:ext uri="{FF2B5EF4-FFF2-40B4-BE49-F238E27FC236}">
                <a16:creationId xmlns:a16="http://schemas.microsoft.com/office/drawing/2014/main" id="{AED6DCC3-DE77-B8D3-DCBD-8387B1F1FABF}"/>
              </a:ext>
            </a:extLst>
          </p:cNvPr>
          <p:cNvSpPr txBox="1"/>
          <p:nvPr/>
        </p:nvSpPr>
        <p:spPr>
          <a:xfrm>
            <a:off x="6208459" y="2959718"/>
            <a:ext cx="1920240" cy="228600"/>
          </a:xfrm>
          <a:prstGeom prst="rect">
            <a:avLst/>
          </a:prstGeom>
          <a:noFill/>
          <a:ln/>
        </p:spPr>
        <p:txBody>
          <a:bodyPr wrap="square" lIns="0" tIns="0" rIns="0" bIns="0" rtlCol="0" anchor="ctr"/>
          <a:lstStyle/>
          <a:p>
            <a:pPr marL="0" indent="0">
              <a:buNone/>
            </a:pPr>
            <a:r>
              <a:rPr lang="en-US" sz="1200" b="1" dirty="0">
                <a:solidFill>
                  <a:srgbClr val="1F7A71"/>
                </a:solidFill>
              </a:rPr>
              <a:t>#2A8C82</a:t>
            </a:r>
            <a:endParaRPr lang="en-US" sz="1200" dirty="0"/>
          </a:p>
        </p:txBody>
      </p:sp>
      <p:sp>
        <p:nvSpPr>
          <p:cNvPr id="75" name="Swatch Soft Teal">
            <a:extLst>
              <a:ext uri="{FF2B5EF4-FFF2-40B4-BE49-F238E27FC236}">
                <a16:creationId xmlns:a16="http://schemas.microsoft.com/office/drawing/2014/main" id="{2CC3A483-7ADB-A1F3-9505-5855D6ECA3C0}"/>
              </a:ext>
            </a:extLst>
          </p:cNvPr>
          <p:cNvSpPr/>
          <p:nvPr/>
        </p:nvSpPr>
        <p:spPr>
          <a:xfrm>
            <a:off x="8311579" y="1770998"/>
            <a:ext cx="1920240" cy="868680"/>
          </a:xfrm>
          <a:prstGeom prst="rect">
            <a:avLst/>
          </a:prstGeom>
          <a:solidFill>
            <a:srgbClr val="9ED3CC"/>
          </a:solidFill>
          <a:ln w="9525">
            <a:solidFill>
              <a:srgbClr val="CFE3E0"/>
            </a:solidFill>
            <a:prstDash val="solid"/>
          </a:ln>
        </p:spPr>
        <p:txBody>
          <a:bodyPr/>
          <a:lstStyle/>
          <a:p>
            <a:endParaRPr lang="en-IN"/>
          </a:p>
        </p:txBody>
      </p:sp>
      <p:sp>
        <p:nvSpPr>
          <p:cNvPr id="77" name="Text 15">
            <a:extLst>
              <a:ext uri="{FF2B5EF4-FFF2-40B4-BE49-F238E27FC236}">
                <a16:creationId xmlns:a16="http://schemas.microsoft.com/office/drawing/2014/main" id="{9736F981-C627-2D05-ABB3-1F9B079B5B48}"/>
              </a:ext>
            </a:extLst>
          </p:cNvPr>
          <p:cNvSpPr txBox="1"/>
          <p:nvPr/>
        </p:nvSpPr>
        <p:spPr>
          <a:xfrm>
            <a:off x="8311579" y="2685398"/>
            <a:ext cx="1920240" cy="274320"/>
          </a:xfrm>
          <a:prstGeom prst="rect">
            <a:avLst/>
          </a:prstGeom>
          <a:noFill/>
          <a:ln/>
        </p:spPr>
        <p:txBody>
          <a:bodyPr wrap="square" lIns="0" tIns="0" rIns="0" bIns="0" rtlCol="0" anchor="ctr"/>
          <a:lstStyle/>
          <a:p>
            <a:pPr marL="0" indent="0">
              <a:buNone/>
            </a:pPr>
            <a:r>
              <a:rPr lang="en-US" sz="1400" b="1" dirty="0">
                <a:solidFill>
                  <a:srgbClr val="0F2A27"/>
                </a:solidFill>
              </a:rPr>
              <a:t>Soft Teal</a:t>
            </a:r>
            <a:endParaRPr lang="en-US" sz="1400" dirty="0"/>
          </a:p>
        </p:txBody>
      </p:sp>
      <p:sp>
        <p:nvSpPr>
          <p:cNvPr id="79" name="Text 16">
            <a:extLst>
              <a:ext uri="{FF2B5EF4-FFF2-40B4-BE49-F238E27FC236}">
                <a16:creationId xmlns:a16="http://schemas.microsoft.com/office/drawing/2014/main" id="{01725DC0-B14F-F524-EC21-164C10AD688B}"/>
              </a:ext>
            </a:extLst>
          </p:cNvPr>
          <p:cNvSpPr txBox="1"/>
          <p:nvPr/>
        </p:nvSpPr>
        <p:spPr>
          <a:xfrm>
            <a:off x="8311579" y="2959718"/>
            <a:ext cx="1920240" cy="228600"/>
          </a:xfrm>
          <a:prstGeom prst="rect">
            <a:avLst/>
          </a:prstGeom>
          <a:noFill/>
          <a:ln/>
        </p:spPr>
        <p:txBody>
          <a:bodyPr wrap="square" lIns="0" tIns="0" rIns="0" bIns="0" rtlCol="0" anchor="ctr"/>
          <a:lstStyle/>
          <a:p>
            <a:pPr marL="0" indent="0">
              <a:buNone/>
            </a:pPr>
            <a:r>
              <a:rPr lang="en-US" sz="1200" b="1" dirty="0">
                <a:solidFill>
                  <a:srgbClr val="1F7A71"/>
                </a:solidFill>
              </a:rPr>
              <a:t>#9ED3CC</a:t>
            </a:r>
            <a:endParaRPr lang="en-US" sz="1200" dirty="0"/>
          </a:p>
        </p:txBody>
      </p:sp>
      <p:sp>
        <p:nvSpPr>
          <p:cNvPr id="83" name="Swatch Mint Mist">
            <a:extLst>
              <a:ext uri="{FF2B5EF4-FFF2-40B4-BE49-F238E27FC236}">
                <a16:creationId xmlns:a16="http://schemas.microsoft.com/office/drawing/2014/main" id="{E8E052DD-FAB8-7133-46D3-A123E1084F74}"/>
              </a:ext>
            </a:extLst>
          </p:cNvPr>
          <p:cNvSpPr/>
          <p:nvPr/>
        </p:nvSpPr>
        <p:spPr>
          <a:xfrm>
            <a:off x="2002219" y="3645518"/>
            <a:ext cx="1920240" cy="868680"/>
          </a:xfrm>
          <a:prstGeom prst="rect">
            <a:avLst/>
          </a:prstGeom>
          <a:solidFill>
            <a:srgbClr val="E6F4F2"/>
          </a:solidFill>
          <a:ln w="9525">
            <a:solidFill>
              <a:srgbClr val="CFE3E0"/>
            </a:solidFill>
            <a:prstDash val="solid"/>
          </a:ln>
        </p:spPr>
        <p:txBody>
          <a:bodyPr/>
          <a:lstStyle/>
          <a:p>
            <a:endParaRPr lang="en-IN"/>
          </a:p>
        </p:txBody>
      </p:sp>
      <p:sp>
        <p:nvSpPr>
          <p:cNvPr id="85" name="Text 19">
            <a:extLst>
              <a:ext uri="{FF2B5EF4-FFF2-40B4-BE49-F238E27FC236}">
                <a16:creationId xmlns:a16="http://schemas.microsoft.com/office/drawing/2014/main" id="{321BE7EC-997E-5E38-B21A-8CE56FBAA464}"/>
              </a:ext>
            </a:extLst>
          </p:cNvPr>
          <p:cNvSpPr txBox="1"/>
          <p:nvPr/>
        </p:nvSpPr>
        <p:spPr>
          <a:xfrm>
            <a:off x="2002219" y="4559918"/>
            <a:ext cx="1920240" cy="274320"/>
          </a:xfrm>
          <a:prstGeom prst="rect">
            <a:avLst/>
          </a:prstGeom>
          <a:noFill/>
          <a:ln/>
        </p:spPr>
        <p:txBody>
          <a:bodyPr wrap="square" lIns="0" tIns="0" rIns="0" bIns="0" rtlCol="0" anchor="ctr"/>
          <a:lstStyle/>
          <a:p>
            <a:pPr marL="0" indent="0">
              <a:buNone/>
            </a:pPr>
            <a:r>
              <a:rPr lang="en-US" sz="1400" b="1" dirty="0">
                <a:solidFill>
                  <a:srgbClr val="0F2A27"/>
                </a:solidFill>
              </a:rPr>
              <a:t>Mint Mist</a:t>
            </a:r>
            <a:endParaRPr lang="en-US" sz="1400" dirty="0"/>
          </a:p>
        </p:txBody>
      </p:sp>
      <p:sp>
        <p:nvSpPr>
          <p:cNvPr id="87" name="Text 20">
            <a:extLst>
              <a:ext uri="{FF2B5EF4-FFF2-40B4-BE49-F238E27FC236}">
                <a16:creationId xmlns:a16="http://schemas.microsoft.com/office/drawing/2014/main" id="{FCE51500-71D3-641A-F6F9-C7BBE8FAFE76}"/>
              </a:ext>
            </a:extLst>
          </p:cNvPr>
          <p:cNvSpPr txBox="1"/>
          <p:nvPr/>
        </p:nvSpPr>
        <p:spPr>
          <a:xfrm>
            <a:off x="2002219" y="4834238"/>
            <a:ext cx="1920240" cy="228600"/>
          </a:xfrm>
          <a:prstGeom prst="rect">
            <a:avLst/>
          </a:prstGeom>
          <a:noFill/>
          <a:ln/>
        </p:spPr>
        <p:txBody>
          <a:bodyPr wrap="square" lIns="0" tIns="0" rIns="0" bIns="0" rtlCol="0" anchor="ctr"/>
          <a:lstStyle/>
          <a:p>
            <a:pPr marL="0" indent="0">
              <a:buNone/>
            </a:pPr>
            <a:r>
              <a:rPr lang="en-US" sz="1200" b="1" dirty="0">
                <a:solidFill>
                  <a:srgbClr val="1F7A71"/>
                </a:solidFill>
              </a:rPr>
              <a:t>#E6F4F2</a:t>
            </a:r>
            <a:endParaRPr lang="en-US" sz="1200" dirty="0"/>
          </a:p>
        </p:txBody>
      </p:sp>
      <p:sp>
        <p:nvSpPr>
          <p:cNvPr id="91" name="Swatch White">
            <a:extLst>
              <a:ext uri="{FF2B5EF4-FFF2-40B4-BE49-F238E27FC236}">
                <a16:creationId xmlns:a16="http://schemas.microsoft.com/office/drawing/2014/main" id="{96E7BD7C-321D-9336-7665-F10E3876E572}"/>
              </a:ext>
            </a:extLst>
          </p:cNvPr>
          <p:cNvSpPr/>
          <p:nvPr/>
        </p:nvSpPr>
        <p:spPr>
          <a:xfrm>
            <a:off x="4105339" y="3645518"/>
            <a:ext cx="1920240" cy="868680"/>
          </a:xfrm>
          <a:prstGeom prst="rect">
            <a:avLst/>
          </a:prstGeom>
          <a:solidFill>
            <a:srgbClr val="FFFFFF"/>
          </a:solidFill>
          <a:ln w="9525">
            <a:solidFill>
              <a:srgbClr val="CFE3E0"/>
            </a:solidFill>
            <a:prstDash val="solid"/>
          </a:ln>
        </p:spPr>
        <p:txBody>
          <a:bodyPr/>
          <a:lstStyle/>
          <a:p>
            <a:endParaRPr lang="en-IN"/>
          </a:p>
        </p:txBody>
      </p:sp>
      <p:sp>
        <p:nvSpPr>
          <p:cNvPr id="93" name="Text 23">
            <a:extLst>
              <a:ext uri="{FF2B5EF4-FFF2-40B4-BE49-F238E27FC236}">
                <a16:creationId xmlns:a16="http://schemas.microsoft.com/office/drawing/2014/main" id="{BAAA2B22-39F3-7B3A-274B-E4EC128540C6}"/>
              </a:ext>
            </a:extLst>
          </p:cNvPr>
          <p:cNvSpPr txBox="1"/>
          <p:nvPr/>
        </p:nvSpPr>
        <p:spPr>
          <a:xfrm>
            <a:off x="4105339" y="4559918"/>
            <a:ext cx="1920240" cy="274320"/>
          </a:xfrm>
          <a:prstGeom prst="rect">
            <a:avLst/>
          </a:prstGeom>
          <a:noFill/>
          <a:ln/>
        </p:spPr>
        <p:txBody>
          <a:bodyPr wrap="square" lIns="0" tIns="0" rIns="0" bIns="0" rtlCol="0" anchor="ctr"/>
          <a:lstStyle/>
          <a:p>
            <a:pPr marL="0" indent="0">
              <a:buNone/>
            </a:pPr>
            <a:r>
              <a:rPr lang="en-US" sz="1400" b="1" dirty="0">
                <a:solidFill>
                  <a:srgbClr val="0F2A27"/>
                </a:solidFill>
              </a:rPr>
              <a:t>White</a:t>
            </a:r>
            <a:endParaRPr lang="en-US" sz="1400" dirty="0"/>
          </a:p>
        </p:txBody>
      </p:sp>
      <p:sp>
        <p:nvSpPr>
          <p:cNvPr id="95" name="Text 24">
            <a:extLst>
              <a:ext uri="{FF2B5EF4-FFF2-40B4-BE49-F238E27FC236}">
                <a16:creationId xmlns:a16="http://schemas.microsoft.com/office/drawing/2014/main" id="{EDCA3DD4-2E8A-0C6D-0748-97D92736C464}"/>
              </a:ext>
            </a:extLst>
          </p:cNvPr>
          <p:cNvSpPr txBox="1"/>
          <p:nvPr/>
        </p:nvSpPr>
        <p:spPr>
          <a:xfrm>
            <a:off x="4105339" y="4834238"/>
            <a:ext cx="1920240" cy="228600"/>
          </a:xfrm>
          <a:prstGeom prst="rect">
            <a:avLst/>
          </a:prstGeom>
          <a:noFill/>
          <a:ln/>
        </p:spPr>
        <p:txBody>
          <a:bodyPr wrap="square" lIns="0" tIns="0" rIns="0" bIns="0" rtlCol="0" anchor="ctr"/>
          <a:lstStyle/>
          <a:p>
            <a:pPr marL="0" indent="0">
              <a:buNone/>
            </a:pPr>
            <a:r>
              <a:rPr lang="en-US" sz="1200" b="1" dirty="0">
                <a:solidFill>
                  <a:srgbClr val="1F7A71"/>
                </a:solidFill>
              </a:rPr>
              <a:t>#FFFFFF</a:t>
            </a:r>
            <a:endParaRPr lang="en-US" sz="1200" dirty="0"/>
          </a:p>
        </p:txBody>
      </p:sp>
      <p:sp>
        <p:nvSpPr>
          <p:cNvPr id="99" name="Swatch Ink">
            <a:extLst>
              <a:ext uri="{FF2B5EF4-FFF2-40B4-BE49-F238E27FC236}">
                <a16:creationId xmlns:a16="http://schemas.microsoft.com/office/drawing/2014/main" id="{BB3B1FAB-827F-4D95-368A-6B5571805D71}"/>
              </a:ext>
            </a:extLst>
          </p:cNvPr>
          <p:cNvSpPr/>
          <p:nvPr/>
        </p:nvSpPr>
        <p:spPr>
          <a:xfrm>
            <a:off x="6208459" y="3645518"/>
            <a:ext cx="1920240" cy="868680"/>
          </a:xfrm>
          <a:prstGeom prst="rect">
            <a:avLst/>
          </a:prstGeom>
          <a:solidFill>
            <a:srgbClr val="0F2A27"/>
          </a:solidFill>
          <a:ln w="9525">
            <a:solidFill>
              <a:srgbClr val="CFE3E0"/>
            </a:solidFill>
            <a:prstDash val="solid"/>
          </a:ln>
        </p:spPr>
        <p:txBody>
          <a:bodyPr/>
          <a:lstStyle/>
          <a:p>
            <a:endParaRPr lang="en-IN"/>
          </a:p>
        </p:txBody>
      </p:sp>
      <p:sp>
        <p:nvSpPr>
          <p:cNvPr id="101" name="Text 27">
            <a:extLst>
              <a:ext uri="{FF2B5EF4-FFF2-40B4-BE49-F238E27FC236}">
                <a16:creationId xmlns:a16="http://schemas.microsoft.com/office/drawing/2014/main" id="{71C957BA-9683-A8D0-D617-F6D8885FC20D}"/>
              </a:ext>
            </a:extLst>
          </p:cNvPr>
          <p:cNvSpPr txBox="1"/>
          <p:nvPr/>
        </p:nvSpPr>
        <p:spPr>
          <a:xfrm>
            <a:off x="6208459" y="4559918"/>
            <a:ext cx="1920240" cy="274320"/>
          </a:xfrm>
          <a:prstGeom prst="rect">
            <a:avLst/>
          </a:prstGeom>
          <a:noFill/>
          <a:ln/>
        </p:spPr>
        <p:txBody>
          <a:bodyPr wrap="square" lIns="0" tIns="0" rIns="0" bIns="0" rtlCol="0" anchor="ctr"/>
          <a:lstStyle/>
          <a:p>
            <a:pPr marL="0" indent="0">
              <a:buNone/>
            </a:pPr>
            <a:r>
              <a:rPr lang="en-US" sz="1400" b="1" dirty="0">
                <a:solidFill>
                  <a:srgbClr val="0F2A27"/>
                </a:solidFill>
              </a:rPr>
              <a:t>Ink</a:t>
            </a:r>
            <a:endParaRPr lang="en-US" sz="1400" dirty="0"/>
          </a:p>
        </p:txBody>
      </p:sp>
      <p:sp>
        <p:nvSpPr>
          <p:cNvPr id="103" name="Text 28">
            <a:extLst>
              <a:ext uri="{FF2B5EF4-FFF2-40B4-BE49-F238E27FC236}">
                <a16:creationId xmlns:a16="http://schemas.microsoft.com/office/drawing/2014/main" id="{1CE7DCA9-7880-0036-E4BF-2E385516A072}"/>
              </a:ext>
            </a:extLst>
          </p:cNvPr>
          <p:cNvSpPr txBox="1"/>
          <p:nvPr/>
        </p:nvSpPr>
        <p:spPr>
          <a:xfrm>
            <a:off x="6208459" y="4834238"/>
            <a:ext cx="1920240" cy="228600"/>
          </a:xfrm>
          <a:prstGeom prst="rect">
            <a:avLst/>
          </a:prstGeom>
          <a:noFill/>
          <a:ln/>
        </p:spPr>
        <p:txBody>
          <a:bodyPr wrap="square" lIns="0" tIns="0" rIns="0" bIns="0" rtlCol="0" anchor="ctr"/>
          <a:lstStyle/>
          <a:p>
            <a:pPr marL="0" indent="0">
              <a:buNone/>
            </a:pPr>
            <a:r>
              <a:rPr lang="en-US" sz="1200" b="1" dirty="0">
                <a:solidFill>
                  <a:srgbClr val="1F7A71"/>
                </a:solidFill>
              </a:rPr>
              <a:t>#0F2A27</a:t>
            </a:r>
            <a:endParaRPr lang="en-US" sz="1200" dirty="0"/>
          </a:p>
        </p:txBody>
      </p:sp>
      <p:sp>
        <p:nvSpPr>
          <p:cNvPr id="107" name="Swatch Sunrise Amber">
            <a:extLst>
              <a:ext uri="{FF2B5EF4-FFF2-40B4-BE49-F238E27FC236}">
                <a16:creationId xmlns:a16="http://schemas.microsoft.com/office/drawing/2014/main" id="{D4B5C1FB-AF16-9B53-8FC3-7A3CEE9DB6FF}"/>
              </a:ext>
            </a:extLst>
          </p:cNvPr>
          <p:cNvSpPr/>
          <p:nvPr/>
        </p:nvSpPr>
        <p:spPr>
          <a:xfrm>
            <a:off x="8311579" y="3645518"/>
            <a:ext cx="1920240" cy="868680"/>
          </a:xfrm>
          <a:prstGeom prst="rect">
            <a:avLst/>
          </a:prstGeom>
          <a:solidFill>
            <a:srgbClr val="F2A93B"/>
          </a:solidFill>
          <a:ln w="9525">
            <a:solidFill>
              <a:srgbClr val="CFE3E0"/>
            </a:solidFill>
            <a:prstDash val="solid"/>
          </a:ln>
        </p:spPr>
        <p:txBody>
          <a:bodyPr/>
          <a:lstStyle/>
          <a:p>
            <a:endParaRPr lang="en-IN"/>
          </a:p>
        </p:txBody>
      </p:sp>
      <p:sp>
        <p:nvSpPr>
          <p:cNvPr id="109" name="Text 31">
            <a:extLst>
              <a:ext uri="{FF2B5EF4-FFF2-40B4-BE49-F238E27FC236}">
                <a16:creationId xmlns:a16="http://schemas.microsoft.com/office/drawing/2014/main" id="{60C14117-F909-9E80-D73D-BFF8AE5F815A}"/>
              </a:ext>
            </a:extLst>
          </p:cNvPr>
          <p:cNvSpPr txBox="1"/>
          <p:nvPr/>
        </p:nvSpPr>
        <p:spPr>
          <a:xfrm>
            <a:off x="8311579" y="4559918"/>
            <a:ext cx="1920240" cy="274320"/>
          </a:xfrm>
          <a:prstGeom prst="rect">
            <a:avLst/>
          </a:prstGeom>
          <a:noFill/>
          <a:ln/>
        </p:spPr>
        <p:txBody>
          <a:bodyPr wrap="square" lIns="0" tIns="0" rIns="0" bIns="0" rtlCol="0" anchor="ctr"/>
          <a:lstStyle/>
          <a:p>
            <a:pPr marL="0" indent="0">
              <a:buNone/>
            </a:pPr>
            <a:r>
              <a:rPr lang="en-US" sz="1400" b="1" dirty="0">
                <a:solidFill>
                  <a:srgbClr val="0F2A27"/>
                </a:solidFill>
              </a:rPr>
              <a:t>Sunrise Amber</a:t>
            </a:r>
            <a:endParaRPr lang="en-US" sz="1400" dirty="0"/>
          </a:p>
        </p:txBody>
      </p:sp>
      <p:sp>
        <p:nvSpPr>
          <p:cNvPr id="111" name="Text 32">
            <a:extLst>
              <a:ext uri="{FF2B5EF4-FFF2-40B4-BE49-F238E27FC236}">
                <a16:creationId xmlns:a16="http://schemas.microsoft.com/office/drawing/2014/main" id="{0137B9D7-74FD-02DF-C4B7-F1001F227A85}"/>
              </a:ext>
            </a:extLst>
          </p:cNvPr>
          <p:cNvSpPr txBox="1"/>
          <p:nvPr/>
        </p:nvSpPr>
        <p:spPr>
          <a:xfrm>
            <a:off x="8311579" y="4834238"/>
            <a:ext cx="1920240" cy="228600"/>
          </a:xfrm>
          <a:prstGeom prst="rect">
            <a:avLst/>
          </a:prstGeom>
          <a:noFill/>
          <a:ln/>
        </p:spPr>
        <p:txBody>
          <a:bodyPr wrap="square" lIns="0" tIns="0" rIns="0" bIns="0" rtlCol="0" anchor="ctr"/>
          <a:lstStyle/>
          <a:p>
            <a:pPr marL="0" indent="0">
              <a:buNone/>
            </a:pPr>
            <a:r>
              <a:rPr lang="en-US" sz="1200" b="1" dirty="0">
                <a:solidFill>
                  <a:srgbClr val="1F7A71"/>
                </a:solidFill>
              </a:rPr>
              <a:t>#F2A93B</a:t>
            </a:r>
            <a:endParaRPr lang="en-US" sz="1200" dirty="0"/>
          </a:p>
        </p:txBody>
      </p:sp>
    </p:spTree>
    <p:extLst>
      <p:ext uri="{BB962C8B-B14F-4D97-AF65-F5344CB8AC3E}">
        <p14:creationId xmlns:p14="http://schemas.microsoft.com/office/powerpoint/2010/main" val="1465050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0335E7D-CABA-799C-046E-904CBA31CCBD}"/>
              </a:ext>
            </a:extLst>
          </p:cNvPr>
          <p:cNvSpPr txBox="1">
            <a:spLocks/>
          </p:cNvSpPr>
          <p:nvPr/>
        </p:nvSpPr>
        <p:spPr>
          <a:xfrm>
            <a:off x="4693920" y="2926080"/>
            <a:ext cx="5852160" cy="1005840"/>
          </a:xfrm>
          <a:prstGeom prst="rect">
            <a:avLst/>
          </a:prstGeom>
          <a:noFill/>
          <a:ln/>
        </p:spPr>
        <p:txBody>
          <a:bodyPr wrap="square" lIns="0" tIns="0" rIns="0" bIns="0" rtlCol="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ri" pitchFamily="34" charset="0"/>
                <a:ea typeface="Calibri" pitchFamily="34" charset="-122"/>
                <a:cs typeface="Calibri" pitchFamily="34" charset="-120"/>
              </a:rPr>
              <a:t>Thank You!</a:t>
            </a:r>
            <a:endParaRPr lang="en-US" sz="4000" dirty="0"/>
          </a:p>
        </p:txBody>
      </p:sp>
    </p:spTree>
    <p:extLst>
      <p:ext uri="{BB962C8B-B14F-4D97-AF65-F5344CB8AC3E}">
        <p14:creationId xmlns:p14="http://schemas.microsoft.com/office/powerpoint/2010/main" val="1714003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1132</Words>
  <Application>Microsoft Office PowerPoint</Application>
  <PresentationFormat>Widescreen</PresentationFormat>
  <Paragraphs>225</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Suresh Kumar R - Front-End Developer</dc:creator>
  <cp:lastModifiedBy>Suresh Kumar R - Front-End Developer</cp:lastModifiedBy>
  <cp:revision>3</cp:revision>
  <dcterms:created xsi:type="dcterms:W3CDTF">2026-10-22T18:44:38Z</dcterms:created>
  <dcterms:modified xsi:type="dcterms:W3CDTF">2026-10-23T16:06:37Z</dcterms:modified>
</cp:coreProperties>
</file>