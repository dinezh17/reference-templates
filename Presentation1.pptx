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8" r:id="rId3"/>
    <p:sldId id="259" r:id="rId4"/>
    <p:sldId id="261" r:id="rId5"/>
    <p:sldId id="263" r:id="rId6"/>
    <p:sldId id="264" r:id="rId7"/>
    <p:sldId id="266" r:id="rId8"/>
    <p:sldId id="265" r:id="rId9"/>
    <p:sldId id="267" r:id="rId10"/>
    <p:sldId id="262" r:id="rId11"/>
    <p:sldId id="268" r:id="rId12"/>
    <p:sldId id="269" r:id="rId13"/>
    <p:sldId id="260"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06" autoAdjust="0"/>
    <p:restoredTop sz="94660"/>
  </p:normalViewPr>
  <p:slideViewPr>
    <p:cSldViewPr snapToGrid="0">
      <p:cViewPr>
        <p:scale>
          <a:sx n="82" d="100"/>
          <a:sy n="82" d="100"/>
        </p:scale>
        <p:origin x="92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2E6066-5CDA-4789-971E-208C4F1BE0D5}" type="datetimeFigureOut">
              <a:rPr lang="en-IN" smtClean="0"/>
              <a:t>23-10-2026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598471-915A-42AE-98E5-8DFAAD5A9D0A}" type="slidenum">
              <a:rPr lang="en-IN" smtClean="0"/>
              <a:t>‹#›</a:t>
            </a:fld>
            <a:endParaRPr lang="en-IN"/>
          </a:p>
        </p:txBody>
      </p:sp>
    </p:spTree>
    <p:extLst>
      <p:ext uri="{BB962C8B-B14F-4D97-AF65-F5344CB8AC3E}">
        <p14:creationId xmlns:p14="http://schemas.microsoft.com/office/powerpoint/2010/main" val="3047133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0598471-915A-42AE-98E5-8DFAAD5A9D0A}" type="slidenum">
              <a:rPr lang="en-IN" smtClean="0"/>
              <a:t>9</a:t>
            </a:fld>
            <a:endParaRPr lang="en-IN"/>
          </a:p>
        </p:txBody>
      </p:sp>
    </p:spTree>
    <p:extLst>
      <p:ext uri="{BB962C8B-B14F-4D97-AF65-F5344CB8AC3E}">
        <p14:creationId xmlns:p14="http://schemas.microsoft.com/office/powerpoint/2010/main" val="267672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99EAD-0906-5461-B700-218031F616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4D330EF-6F7C-6B4B-DFA2-F19C42E6A9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03A1757-3523-E161-4A64-C8900292A3B3}"/>
              </a:ext>
            </a:extLst>
          </p:cNvPr>
          <p:cNvSpPr>
            <a:spLocks noGrp="1"/>
          </p:cNvSpPr>
          <p:nvPr>
            <p:ph type="dt" sz="half" idx="10"/>
          </p:nvPr>
        </p:nvSpPr>
        <p:spPr/>
        <p:txBody>
          <a:bodyPr/>
          <a:lstStyle/>
          <a:p>
            <a:fld id="{CFC13BF2-BFD2-4ED2-8233-0D9116126D84}" type="datetimeFigureOut">
              <a:rPr lang="en-IN" smtClean="0"/>
              <a:t>23-10-2026</a:t>
            </a:fld>
            <a:endParaRPr lang="en-IN"/>
          </a:p>
        </p:txBody>
      </p:sp>
      <p:sp>
        <p:nvSpPr>
          <p:cNvPr id="5" name="Footer Placeholder 4">
            <a:extLst>
              <a:ext uri="{FF2B5EF4-FFF2-40B4-BE49-F238E27FC236}">
                <a16:creationId xmlns:a16="http://schemas.microsoft.com/office/drawing/2014/main" id="{87E1E29F-9379-1F9A-2AEC-47B0C34964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039223-1DDA-557C-494C-6B585F313008}"/>
              </a:ext>
            </a:extLst>
          </p:cNvPr>
          <p:cNvSpPr>
            <a:spLocks noGrp="1"/>
          </p:cNvSpPr>
          <p:nvPr>
            <p:ph type="sldNum" sz="quarter" idx="12"/>
          </p:nvPr>
        </p:nvSpPr>
        <p:spPr/>
        <p:txBody>
          <a:bodyPr/>
          <a:lstStyle/>
          <a:p>
            <a:fld id="{A1586FBC-FDBA-42D9-9DF8-AB45567E9B01}" type="slidenum">
              <a:rPr lang="en-IN" smtClean="0"/>
              <a:t>‹#›</a:t>
            </a:fld>
            <a:endParaRPr lang="en-IN"/>
          </a:p>
        </p:txBody>
      </p:sp>
    </p:spTree>
    <p:extLst>
      <p:ext uri="{BB962C8B-B14F-4D97-AF65-F5344CB8AC3E}">
        <p14:creationId xmlns:p14="http://schemas.microsoft.com/office/powerpoint/2010/main" val="115457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F2C87-D907-90E7-3F11-CFA5A1C0275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8F723D-FED7-B7BF-8D83-FC5BEBAD5C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0AAB10-2FFA-6CA9-D3EF-69675AC6A51C}"/>
              </a:ext>
            </a:extLst>
          </p:cNvPr>
          <p:cNvSpPr>
            <a:spLocks noGrp="1"/>
          </p:cNvSpPr>
          <p:nvPr>
            <p:ph type="dt" sz="half" idx="10"/>
          </p:nvPr>
        </p:nvSpPr>
        <p:spPr/>
        <p:txBody>
          <a:bodyPr/>
          <a:lstStyle/>
          <a:p>
            <a:fld id="{CFC13BF2-BFD2-4ED2-8233-0D9116126D84}" type="datetimeFigureOut">
              <a:rPr lang="en-IN" smtClean="0"/>
              <a:t>23-10-2026</a:t>
            </a:fld>
            <a:endParaRPr lang="en-IN"/>
          </a:p>
        </p:txBody>
      </p:sp>
      <p:sp>
        <p:nvSpPr>
          <p:cNvPr id="5" name="Footer Placeholder 4">
            <a:extLst>
              <a:ext uri="{FF2B5EF4-FFF2-40B4-BE49-F238E27FC236}">
                <a16:creationId xmlns:a16="http://schemas.microsoft.com/office/drawing/2014/main" id="{48FADAC4-C2A9-2CB3-FA7D-5275BDF726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D03F50-FD40-F923-5716-E85E588C3EB2}"/>
              </a:ext>
            </a:extLst>
          </p:cNvPr>
          <p:cNvSpPr>
            <a:spLocks noGrp="1"/>
          </p:cNvSpPr>
          <p:nvPr>
            <p:ph type="sldNum" sz="quarter" idx="12"/>
          </p:nvPr>
        </p:nvSpPr>
        <p:spPr/>
        <p:txBody>
          <a:bodyPr/>
          <a:lstStyle/>
          <a:p>
            <a:fld id="{A1586FBC-FDBA-42D9-9DF8-AB45567E9B01}" type="slidenum">
              <a:rPr lang="en-IN" smtClean="0"/>
              <a:t>‹#›</a:t>
            </a:fld>
            <a:endParaRPr lang="en-IN"/>
          </a:p>
        </p:txBody>
      </p:sp>
    </p:spTree>
    <p:extLst>
      <p:ext uri="{BB962C8B-B14F-4D97-AF65-F5344CB8AC3E}">
        <p14:creationId xmlns:p14="http://schemas.microsoft.com/office/powerpoint/2010/main" val="1162313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8E253-47FF-8E60-1D3E-6F87395226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B329641-EF41-6F5A-A4B0-D3543008829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B8AC130-0E95-5305-0C75-F6B92C445C30}"/>
              </a:ext>
            </a:extLst>
          </p:cNvPr>
          <p:cNvSpPr>
            <a:spLocks noGrp="1"/>
          </p:cNvSpPr>
          <p:nvPr>
            <p:ph type="dt" sz="half" idx="10"/>
          </p:nvPr>
        </p:nvSpPr>
        <p:spPr/>
        <p:txBody>
          <a:bodyPr/>
          <a:lstStyle/>
          <a:p>
            <a:fld id="{CFC13BF2-BFD2-4ED2-8233-0D9116126D84}" type="datetimeFigureOut">
              <a:rPr lang="en-IN" smtClean="0"/>
              <a:t>23-10-2026</a:t>
            </a:fld>
            <a:endParaRPr lang="en-IN"/>
          </a:p>
        </p:txBody>
      </p:sp>
      <p:sp>
        <p:nvSpPr>
          <p:cNvPr id="5" name="Footer Placeholder 4">
            <a:extLst>
              <a:ext uri="{FF2B5EF4-FFF2-40B4-BE49-F238E27FC236}">
                <a16:creationId xmlns:a16="http://schemas.microsoft.com/office/drawing/2014/main" id="{9C20A892-3F6D-4412-AB68-2EA691FEBC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48EC59-4638-0319-7892-75D889772F21}"/>
              </a:ext>
            </a:extLst>
          </p:cNvPr>
          <p:cNvSpPr>
            <a:spLocks noGrp="1"/>
          </p:cNvSpPr>
          <p:nvPr>
            <p:ph type="sldNum" sz="quarter" idx="12"/>
          </p:nvPr>
        </p:nvSpPr>
        <p:spPr/>
        <p:txBody>
          <a:bodyPr/>
          <a:lstStyle/>
          <a:p>
            <a:fld id="{A1586FBC-FDBA-42D9-9DF8-AB45567E9B01}" type="slidenum">
              <a:rPr lang="en-IN" smtClean="0"/>
              <a:t>‹#›</a:t>
            </a:fld>
            <a:endParaRPr lang="en-IN"/>
          </a:p>
        </p:txBody>
      </p:sp>
    </p:spTree>
    <p:extLst>
      <p:ext uri="{BB962C8B-B14F-4D97-AF65-F5344CB8AC3E}">
        <p14:creationId xmlns:p14="http://schemas.microsoft.com/office/powerpoint/2010/main" val="3960468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3EDA0-3C4F-7EE3-0159-C2A39D92AF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661907-FF21-CAFA-980D-09A4BB3C91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06C8E0D-902A-2C46-7BEE-678E878DFE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F36AEB5-05D9-7F01-4DCA-6964B2595857}"/>
              </a:ext>
            </a:extLst>
          </p:cNvPr>
          <p:cNvSpPr>
            <a:spLocks noGrp="1"/>
          </p:cNvSpPr>
          <p:nvPr>
            <p:ph type="dt" sz="half" idx="10"/>
          </p:nvPr>
        </p:nvSpPr>
        <p:spPr/>
        <p:txBody>
          <a:bodyPr/>
          <a:lstStyle/>
          <a:p>
            <a:fld id="{CFC13BF2-BFD2-4ED2-8233-0D9116126D84}" type="datetimeFigureOut">
              <a:rPr lang="en-IN" smtClean="0"/>
              <a:t>23-10-2026</a:t>
            </a:fld>
            <a:endParaRPr lang="en-IN"/>
          </a:p>
        </p:txBody>
      </p:sp>
      <p:sp>
        <p:nvSpPr>
          <p:cNvPr id="6" name="Footer Placeholder 5">
            <a:extLst>
              <a:ext uri="{FF2B5EF4-FFF2-40B4-BE49-F238E27FC236}">
                <a16:creationId xmlns:a16="http://schemas.microsoft.com/office/drawing/2014/main" id="{E840D214-BCCF-DE8A-71F7-3E4B3BB46E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CF6E1F-B08A-9D78-FEF4-4A7A1F467080}"/>
              </a:ext>
            </a:extLst>
          </p:cNvPr>
          <p:cNvSpPr>
            <a:spLocks noGrp="1"/>
          </p:cNvSpPr>
          <p:nvPr>
            <p:ph type="sldNum" sz="quarter" idx="12"/>
          </p:nvPr>
        </p:nvSpPr>
        <p:spPr/>
        <p:txBody>
          <a:bodyPr/>
          <a:lstStyle/>
          <a:p>
            <a:fld id="{A1586FBC-FDBA-42D9-9DF8-AB45567E9B01}" type="slidenum">
              <a:rPr lang="en-IN" smtClean="0"/>
              <a:t>‹#›</a:t>
            </a:fld>
            <a:endParaRPr lang="en-IN"/>
          </a:p>
        </p:txBody>
      </p:sp>
    </p:spTree>
    <p:extLst>
      <p:ext uri="{BB962C8B-B14F-4D97-AF65-F5344CB8AC3E}">
        <p14:creationId xmlns:p14="http://schemas.microsoft.com/office/powerpoint/2010/main" val="956662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84F80-B649-FFC0-6ED2-1B0FA49E764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6C20E98-19AE-278B-7FB0-B94A003564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7AC4BE-26B8-A679-2141-0DB9603888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E9FB8AB-D1F0-5003-7FDC-2DDC1D5F51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C26A7D-2F7D-FBBD-DC3C-0CAE0B5107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CFA5094-C154-1C58-0304-648126D43859}"/>
              </a:ext>
            </a:extLst>
          </p:cNvPr>
          <p:cNvSpPr>
            <a:spLocks noGrp="1"/>
          </p:cNvSpPr>
          <p:nvPr>
            <p:ph type="dt" sz="half" idx="10"/>
          </p:nvPr>
        </p:nvSpPr>
        <p:spPr/>
        <p:txBody>
          <a:bodyPr/>
          <a:lstStyle/>
          <a:p>
            <a:fld id="{CFC13BF2-BFD2-4ED2-8233-0D9116126D84}" type="datetimeFigureOut">
              <a:rPr lang="en-IN" smtClean="0"/>
              <a:t>23-10-2026</a:t>
            </a:fld>
            <a:endParaRPr lang="en-IN"/>
          </a:p>
        </p:txBody>
      </p:sp>
      <p:sp>
        <p:nvSpPr>
          <p:cNvPr id="8" name="Footer Placeholder 7">
            <a:extLst>
              <a:ext uri="{FF2B5EF4-FFF2-40B4-BE49-F238E27FC236}">
                <a16:creationId xmlns:a16="http://schemas.microsoft.com/office/drawing/2014/main" id="{FAACADEC-672A-9D3E-D45A-0D884C1ADFF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B670904-9578-9E48-5DD3-D780E3FEE449}"/>
              </a:ext>
            </a:extLst>
          </p:cNvPr>
          <p:cNvSpPr>
            <a:spLocks noGrp="1"/>
          </p:cNvSpPr>
          <p:nvPr>
            <p:ph type="sldNum" sz="quarter" idx="12"/>
          </p:nvPr>
        </p:nvSpPr>
        <p:spPr/>
        <p:txBody>
          <a:bodyPr/>
          <a:lstStyle/>
          <a:p>
            <a:fld id="{A1586FBC-FDBA-42D9-9DF8-AB45567E9B01}" type="slidenum">
              <a:rPr lang="en-IN" smtClean="0"/>
              <a:t>‹#›</a:t>
            </a:fld>
            <a:endParaRPr lang="en-IN"/>
          </a:p>
        </p:txBody>
      </p:sp>
    </p:spTree>
    <p:extLst>
      <p:ext uri="{BB962C8B-B14F-4D97-AF65-F5344CB8AC3E}">
        <p14:creationId xmlns:p14="http://schemas.microsoft.com/office/powerpoint/2010/main" val="2982735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C9D2A-4BA4-7612-AC2C-A4965766D3F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1915644-2F34-0AE5-2FBB-8AB26B39765E}"/>
              </a:ext>
            </a:extLst>
          </p:cNvPr>
          <p:cNvSpPr>
            <a:spLocks noGrp="1"/>
          </p:cNvSpPr>
          <p:nvPr>
            <p:ph type="dt" sz="half" idx="10"/>
          </p:nvPr>
        </p:nvSpPr>
        <p:spPr/>
        <p:txBody>
          <a:bodyPr/>
          <a:lstStyle/>
          <a:p>
            <a:fld id="{CFC13BF2-BFD2-4ED2-8233-0D9116126D84}" type="datetimeFigureOut">
              <a:rPr lang="en-IN" smtClean="0"/>
              <a:t>23-10-2026</a:t>
            </a:fld>
            <a:endParaRPr lang="en-IN"/>
          </a:p>
        </p:txBody>
      </p:sp>
      <p:sp>
        <p:nvSpPr>
          <p:cNvPr id="4" name="Footer Placeholder 3">
            <a:extLst>
              <a:ext uri="{FF2B5EF4-FFF2-40B4-BE49-F238E27FC236}">
                <a16:creationId xmlns:a16="http://schemas.microsoft.com/office/drawing/2014/main" id="{9FA329FA-C4E2-E811-5AAD-E35B3737AAA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B889854-4BFD-A807-3908-D8997E261AE8}"/>
              </a:ext>
            </a:extLst>
          </p:cNvPr>
          <p:cNvSpPr>
            <a:spLocks noGrp="1"/>
          </p:cNvSpPr>
          <p:nvPr>
            <p:ph type="sldNum" sz="quarter" idx="12"/>
          </p:nvPr>
        </p:nvSpPr>
        <p:spPr/>
        <p:txBody>
          <a:bodyPr/>
          <a:lstStyle/>
          <a:p>
            <a:fld id="{A1586FBC-FDBA-42D9-9DF8-AB45567E9B01}" type="slidenum">
              <a:rPr lang="en-IN" smtClean="0"/>
              <a:t>‹#›</a:t>
            </a:fld>
            <a:endParaRPr lang="en-IN"/>
          </a:p>
        </p:txBody>
      </p:sp>
    </p:spTree>
    <p:extLst>
      <p:ext uri="{BB962C8B-B14F-4D97-AF65-F5344CB8AC3E}">
        <p14:creationId xmlns:p14="http://schemas.microsoft.com/office/powerpoint/2010/main" val="1468943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40B0A8-E6C8-629C-6054-E783BEF47DE8}"/>
              </a:ext>
            </a:extLst>
          </p:cNvPr>
          <p:cNvSpPr>
            <a:spLocks noGrp="1"/>
          </p:cNvSpPr>
          <p:nvPr>
            <p:ph type="dt" sz="half" idx="10"/>
          </p:nvPr>
        </p:nvSpPr>
        <p:spPr/>
        <p:txBody>
          <a:bodyPr/>
          <a:lstStyle/>
          <a:p>
            <a:fld id="{CFC13BF2-BFD2-4ED2-8233-0D9116126D84}" type="datetimeFigureOut">
              <a:rPr lang="en-IN" smtClean="0"/>
              <a:t>23-10-2026</a:t>
            </a:fld>
            <a:endParaRPr lang="en-IN"/>
          </a:p>
        </p:txBody>
      </p:sp>
      <p:sp>
        <p:nvSpPr>
          <p:cNvPr id="3" name="Footer Placeholder 2">
            <a:extLst>
              <a:ext uri="{FF2B5EF4-FFF2-40B4-BE49-F238E27FC236}">
                <a16:creationId xmlns:a16="http://schemas.microsoft.com/office/drawing/2014/main" id="{54A4EB5C-D3C1-459A-1221-5945DC6C0FF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64735EF-8375-72FF-7C3D-5B5E235CC950}"/>
              </a:ext>
            </a:extLst>
          </p:cNvPr>
          <p:cNvSpPr>
            <a:spLocks noGrp="1"/>
          </p:cNvSpPr>
          <p:nvPr>
            <p:ph type="sldNum" sz="quarter" idx="12"/>
          </p:nvPr>
        </p:nvSpPr>
        <p:spPr/>
        <p:txBody>
          <a:bodyPr/>
          <a:lstStyle/>
          <a:p>
            <a:fld id="{A1586FBC-FDBA-42D9-9DF8-AB45567E9B01}" type="slidenum">
              <a:rPr lang="en-IN" smtClean="0"/>
              <a:t>‹#›</a:t>
            </a:fld>
            <a:endParaRPr lang="en-IN"/>
          </a:p>
        </p:txBody>
      </p:sp>
    </p:spTree>
    <p:extLst>
      <p:ext uri="{BB962C8B-B14F-4D97-AF65-F5344CB8AC3E}">
        <p14:creationId xmlns:p14="http://schemas.microsoft.com/office/powerpoint/2010/main" val="903273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F46F2-F510-5060-7D5C-F1B21909C7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9B90327-F9C1-B27F-49BD-F4F6B0CDB5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BBC5714-446B-C2E7-5839-B0E0D9C1EB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25A0FD-BA9F-FD44-F1BF-4DD5EDE6343A}"/>
              </a:ext>
            </a:extLst>
          </p:cNvPr>
          <p:cNvSpPr>
            <a:spLocks noGrp="1"/>
          </p:cNvSpPr>
          <p:nvPr>
            <p:ph type="dt" sz="half" idx="10"/>
          </p:nvPr>
        </p:nvSpPr>
        <p:spPr/>
        <p:txBody>
          <a:bodyPr/>
          <a:lstStyle/>
          <a:p>
            <a:fld id="{CFC13BF2-BFD2-4ED2-8233-0D9116126D84}" type="datetimeFigureOut">
              <a:rPr lang="en-IN" smtClean="0"/>
              <a:t>23-10-2026</a:t>
            </a:fld>
            <a:endParaRPr lang="en-IN"/>
          </a:p>
        </p:txBody>
      </p:sp>
      <p:sp>
        <p:nvSpPr>
          <p:cNvPr id="6" name="Footer Placeholder 5">
            <a:extLst>
              <a:ext uri="{FF2B5EF4-FFF2-40B4-BE49-F238E27FC236}">
                <a16:creationId xmlns:a16="http://schemas.microsoft.com/office/drawing/2014/main" id="{A54E7706-5D34-BE4B-E5BF-16F45F3412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97D7B4-90E6-1122-DC77-F8B8EFC3769F}"/>
              </a:ext>
            </a:extLst>
          </p:cNvPr>
          <p:cNvSpPr>
            <a:spLocks noGrp="1"/>
          </p:cNvSpPr>
          <p:nvPr>
            <p:ph type="sldNum" sz="quarter" idx="12"/>
          </p:nvPr>
        </p:nvSpPr>
        <p:spPr/>
        <p:txBody>
          <a:bodyPr/>
          <a:lstStyle/>
          <a:p>
            <a:fld id="{A1586FBC-FDBA-42D9-9DF8-AB45567E9B01}" type="slidenum">
              <a:rPr lang="en-IN" smtClean="0"/>
              <a:t>‹#›</a:t>
            </a:fld>
            <a:endParaRPr lang="en-IN"/>
          </a:p>
        </p:txBody>
      </p:sp>
    </p:spTree>
    <p:extLst>
      <p:ext uri="{BB962C8B-B14F-4D97-AF65-F5344CB8AC3E}">
        <p14:creationId xmlns:p14="http://schemas.microsoft.com/office/powerpoint/2010/main" val="113564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0CE69-A50E-3306-6E7C-4D90E1FBC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0F88A1A-3C85-8BD7-AE79-3B986BDEC73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FC50F77-81C4-AF5D-0815-6252A75F42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D4C6EB-9CAF-1AD3-FEF6-A10B66082204}"/>
              </a:ext>
            </a:extLst>
          </p:cNvPr>
          <p:cNvSpPr>
            <a:spLocks noGrp="1"/>
          </p:cNvSpPr>
          <p:nvPr>
            <p:ph type="dt" sz="half" idx="10"/>
          </p:nvPr>
        </p:nvSpPr>
        <p:spPr/>
        <p:txBody>
          <a:bodyPr/>
          <a:lstStyle/>
          <a:p>
            <a:fld id="{CFC13BF2-BFD2-4ED2-8233-0D9116126D84}" type="datetimeFigureOut">
              <a:rPr lang="en-IN" smtClean="0"/>
              <a:t>23-10-2026</a:t>
            </a:fld>
            <a:endParaRPr lang="en-IN"/>
          </a:p>
        </p:txBody>
      </p:sp>
      <p:sp>
        <p:nvSpPr>
          <p:cNvPr id="6" name="Footer Placeholder 5">
            <a:extLst>
              <a:ext uri="{FF2B5EF4-FFF2-40B4-BE49-F238E27FC236}">
                <a16:creationId xmlns:a16="http://schemas.microsoft.com/office/drawing/2014/main" id="{5322FC56-83EC-070C-CA67-0B4FF26DC3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B135EF-2022-20D0-998B-4F04A021B6CC}"/>
              </a:ext>
            </a:extLst>
          </p:cNvPr>
          <p:cNvSpPr>
            <a:spLocks noGrp="1"/>
          </p:cNvSpPr>
          <p:nvPr>
            <p:ph type="sldNum" sz="quarter" idx="12"/>
          </p:nvPr>
        </p:nvSpPr>
        <p:spPr/>
        <p:txBody>
          <a:bodyPr/>
          <a:lstStyle/>
          <a:p>
            <a:fld id="{A1586FBC-FDBA-42D9-9DF8-AB45567E9B01}" type="slidenum">
              <a:rPr lang="en-IN" smtClean="0"/>
              <a:t>‹#›</a:t>
            </a:fld>
            <a:endParaRPr lang="en-IN"/>
          </a:p>
        </p:txBody>
      </p:sp>
    </p:spTree>
    <p:extLst>
      <p:ext uri="{BB962C8B-B14F-4D97-AF65-F5344CB8AC3E}">
        <p14:creationId xmlns:p14="http://schemas.microsoft.com/office/powerpoint/2010/main" val="2418465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BBCE9-7FB7-7FFB-DDAB-ED8B7554384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F2708D4-22D7-5DF7-AD27-07DA77D91A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53E6EA-949C-37EC-6870-E6FA8FEB796D}"/>
              </a:ext>
            </a:extLst>
          </p:cNvPr>
          <p:cNvSpPr>
            <a:spLocks noGrp="1"/>
          </p:cNvSpPr>
          <p:nvPr>
            <p:ph type="dt" sz="half" idx="10"/>
          </p:nvPr>
        </p:nvSpPr>
        <p:spPr/>
        <p:txBody>
          <a:bodyPr/>
          <a:lstStyle/>
          <a:p>
            <a:fld id="{CFC13BF2-BFD2-4ED2-8233-0D9116126D84}" type="datetimeFigureOut">
              <a:rPr lang="en-IN" smtClean="0"/>
              <a:t>23-10-2026</a:t>
            </a:fld>
            <a:endParaRPr lang="en-IN"/>
          </a:p>
        </p:txBody>
      </p:sp>
      <p:sp>
        <p:nvSpPr>
          <p:cNvPr id="5" name="Footer Placeholder 4">
            <a:extLst>
              <a:ext uri="{FF2B5EF4-FFF2-40B4-BE49-F238E27FC236}">
                <a16:creationId xmlns:a16="http://schemas.microsoft.com/office/drawing/2014/main" id="{E0E87C6E-0C06-6C2F-8712-47CDB58D9D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0F0A32-9AF6-DBB7-D178-824C28C9C4D0}"/>
              </a:ext>
            </a:extLst>
          </p:cNvPr>
          <p:cNvSpPr>
            <a:spLocks noGrp="1"/>
          </p:cNvSpPr>
          <p:nvPr>
            <p:ph type="sldNum" sz="quarter" idx="12"/>
          </p:nvPr>
        </p:nvSpPr>
        <p:spPr/>
        <p:txBody>
          <a:bodyPr/>
          <a:lstStyle/>
          <a:p>
            <a:fld id="{A1586FBC-FDBA-42D9-9DF8-AB45567E9B01}" type="slidenum">
              <a:rPr lang="en-IN" smtClean="0"/>
              <a:t>‹#›</a:t>
            </a:fld>
            <a:endParaRPr lang="en-IN"/>
          </a:p>
        </p:txBody>
      </p:sp>
    </p:spTree>
    <p:extLst>
      <p:ext uri="{BB962C8B-B14F-4D97-AF65-F5344CB8AC3E}">
        <p14:creationId xmlns:p14="http://schemas.microsoft.com/office/powerpoint/2010/main" val="4047362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8FF60B-9DBC-EDBE-7315-DEAE9A5C41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776313-B3DD-F85B-D270-0795A5769F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1AEBFC-0033-39D8-B03A-64579421B60D}"/>
              </a:ext>
            </a:extLst>
          </p:cNvPr>
          <p:cNvSpPr>
            <a:spLocks noGrp="1"/>
          </p:cNvSpPr>
          <p:nvPr>
            <p:ph type="dt" sz="half" idx="10"/>
          </p:nvPr>
        </p:nvSpPr>
        <p:spPr/>
        <p:txBody>
          <a:bodyPr/>
          <a:lstStyle/>
          <a:p>
            <a:fld id="{CFC13BF2-BFD2-4ED2-8233-0D9116126D84}" type="datetimeFigureOut">
              <a:rPr lang="en-IN" smtClean="0"/>
              <a:t>23-10-2026</a:t>
            </a:fld>
            <a:endParaRPr lang="en-IN"/>
          </a:p>
        </p:txBody>
      </p:sp>
      <p:sp>
        <p:nvSpPr>
          <p:cNvPr id="5" name="Footer Placeholder 4">
            <a:extLst>
              <a:ext uri="{FF2B5EF4-FFF2-40B4-BE49-F238E27FC236}">
                <a16:creationId xmlns:a16="http://schemas.microsoft.com/office/drawing/2014/main" id="{D1D9E2FB-4E05-E476-D1C8-1DBC667C88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506E05-99BE-3A55-9001-9AF166833108}"/>
              </a:ext>
            </a:extLst>
          </p:cNvPr>
          <p:cNvSpPr>
            <a:spLocks noGrp="1"/>
          </p:cNvSpPr>
          <p:nvPr>
            <p:ph type="sldNum" sz="quarter" idx="12"/>
          </p:nvPr>
        </p:nvSpPr>
        <p:spPr/>
        <p:txBody>
          <a:bodyPr/>
          <a:lstStyle/>
          <a:p>
            <a:fld id="{A1586FBC-FDBA-42D9-9DF8-AB45567E9B01}" type="slidenum">
              <a:rPr lang="en-IN" smtClean="0"/>
              <a:t>‹#›</a:t>
            </a:fld>
            <a:endParaRPr lang="en-IN"/>
          </a:p>
        </p:txBody>
      </p:sp>
    </p:spTree>
    <p:extLst>
      <p:ext uri="{BB962C8B-B14F-4D97-AF65-F5344CB8AC3E}">
        <p14:creationId xmlns:p14="http://schemas.microsoft.com/office/powerpoint/2010/main" val="2992370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B7BBDE-9950-08A2-796F-174A27E922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22A0DF6-65AB-2E5A-F8AD-AA89662015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2639DC-22BC-395C-4C7F-08E8E10172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FC13BF2-BFD2-4ED2-8233-0D9116126D84}" type="datetimeFigureOut">
              <a:rPr lang="en-IN" smtClean="0"/>
              <a:t>23-10-2026</a:t>
            </a:fld>
            <a:endParaRPr lang="en-IN"/>
          </a:p>
        </p:txBody>
      </p:sp>
      <p:sp>
        <p:nvSpPr>
          <p:cNvPr id="5" name="Footer Placeholder 4">
            <a:extLst>
              <a:ext uri="{FF2B5EF4-FFF2-40B4-BE49-F238E27FC236}">
                <a16:creationId xmlns:a16="http://schemas.microsoft.com/office/drawing/2014/main" id="{3D61DF25-D176-24A8-F9E8-B4E6BCE908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2D53116-59F1-01A3-D915-4F49E9D5B5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586FBC-FDBA-42D9-9DF8-AB45567E9B01}" type="slidenum">
              <a:rPr lang="en-IN" smtClean="0"/>
              <a:t>‹#›</a:t>
            </a:fld>
            <a:endParaRPr lang="en-IN"/>
          </a:p>
        </p:txBody>
      </p:sp>
    </p:spTree>
    <p:extLst>
      <p:ext uri="{BB962C8B-B14F-4D97-AF65-F5344CB8AC3E}">
        <p14:creationId xmlns:p14="http://schemas.microsoft.com/office/powerpoint/2010/main" val="35823940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2.png"/><Relationship Id="rId7"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microsoft.com/office/2007/relationships/hdphoto" Target="../media/hdphoto3.wdp"/></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microsoft.com/office/2007/relationships/hdphoto" Target="../media/hdphoto4.wdp"/><Relationship Id="rId7"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6.png"/><Relationship Id="rId3" Type="http://schemas.microsoft.com/office/2007/relationships/hdphoto" Target="../media/hdphoto5.wdp"/><Relationship Id="rId7" Type="http://schemas.microsoft.com/office/2007/relationships/hdphoto" Target="../media/hdphoto7.wdp"/><Relationship Id="rId12" Type="http://schemas.microsoft.com/office/2007/relationships/hdphoto" Target="../media/hdphoto9.wdp"/><Relationship Id="rId2" Type="http://schemas.openxmlformats.org/officeDocument/2006/relationships/image" Target="../media/image15.png"/><Relationship Id="rId16"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0.png"/><Relationship Id="rId5" Type="http://schemas.microsoft.com/office/2007/relationships/hdphoto" Target="../media/hdphoto6.wdp"/><Relationship Id="rId15" Type="http://schemas.openxmlformats.org/officeDocument/2006/relationships/image" Target="../media/image8.png"/><Relationship Id="rId10" Type="http://schemas.openxmlformats.org/officeDocument/2006/relationships/image" Target="../media/image19.png"/><Relationship Id="rId4" Type="http://schemas.openxmlformats.org/officeDocument/2006/relationships/image" Target="../media/image16.png"/><Relationship Id="rId9" Type="http://schemas.microsoft.com/office/2007/relationships/hdphoto" Target="../media/hdphoto8.wdp"/><Relationship Id="rId14"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9.png"/><Relationship Id="rId3" Type="http://schemas.openxmlformats.org/officeDocument/2006/relationships/image" Target="../media/image21.png"/><Relationship Id="rId7" Type="http://schemas.microsoft.com/office/2007/relationships/hdphoto" Target="../media/hdphoto11.wdp"/><Relationship Id="rId12"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7.png"/><Relationship Id="rId5" Type="http://schemas.microsoft.com/office/2007/relationships/hdphoto" Target="../media/hdphoto10.wdp"/><Relationship Id="rId10" Type="http://schemas.openxmlformats.org/officeDocument/2006/relationships/image" Target="../media/image6.png"/><Relationship Id="rId4" Type="http://schemas.openxmlformats.org/officeDocument/2006/relationships/image" Target="../media/image22.png"/><Relationship Id="rId9" Type="http://schemas.microsoft.com/office/2007/relationships/hdphoto" Target="../media/hdphoto12.wdp"/></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78D0C6A0-AD99-F3E1-4636-4041D38DD10D}"/>
              </a:ext>
            </a:extLst>
          </p:cNvPr>
          <p:cNvSpPr txBox="1"/>
          <p:nvPr/>
        </p:nvSpPr>
        <p:spPr>
          <a:xfrm>
            <a:off x="731520" y="1463040"/>
            <a:ext cx="5486400" cy="365760"/>
          </a:xfrm>
          <a:prstGeom prst="rect">
            <a:avLst/>
          </a:prstGeom>
          <a:noFill/>
          <a:ln/>
        </p:spPr>
        <p:txBody>
          <a:bodyPr wrap="square" lIns="0" tIns="0" rIns="0" bIns="0" rtlCol="0" anchor="t"/>
          <a:lstStyle/>
          <a:p>
            <a:pPr marL="0" indent="0">
              <a:buNone/>
            </a:pPr>
            <a:r>
              <a:rPr lang="en-US" sz="1300" b="1" kern="0" spc="300" dirty="0">
                <a:latin typeface="Calibri" pitchFamily="34" charset="0"/>
                <a:ea typeface="Calibri" pitchFamily="34" charset="-122"/>
                <a:cs typeface="Calibri" pitchFamily="34" charset="-120"/>
              </a:rPr>
              <a:t>WEBSITE DESIGN PROPOSAL</a:t>
            </a:r>
            <a:endParaRPr lang="en-US" sz="1300" dirty="0"/>
          </a:p>
        </p:txBody>
      </p:sp>
      <p:sp>
        <p:nvSpPr>
          <p:cNvPr id="5" name="Text 0">
            <a:extLst>
              <a:ext uri="{FF2B5EF4-FFF2-40B4-BE49-F238E27FC236}">
                <a16:creationId xmlns:a16="http://schemas.microsoft.com/office/drawing/2014/main" id="{2600A6BF-552B-0E7B-FD12-141ECFBECFEB}"/>
              </a:ext>
            </a:extLst>
          </p:cNvPr>
          <p:cNvSpPr txBox="1">
            <a:spLocks/>
          </p:cNvSpPr>
          <p:nvPr/>
        </p:nvSpPr>
        <p:spPr>
          <a:xfrm>
            <a:off x="731520" y="2011680"/>
            <a:ext cx="7498080" cy="1737360"/>
          </a:xfrm>
          <a:prstGeom prst="rect">
            <a:avLst/>
          </a:prstGeom>
          <a:noFill/>
          <a:ln/>
        </p:spPr>
        <p:txBody>
          <a:bodyPr wrap="square" lIns="0" tIns="0" rIns="0" bIns="0" rtlCol="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latin typeface="Calibri" pitchFamily="34" charset="0"/>
                <a:ea typeface="Calibri" pitchFamily="34" charset="-122"/>
                <a:cs typeface="Calibri" pitchFamily="34" charset="-120"/>
              </a:rPr>
              <a:t>Omaginfo LLC Corporate Website</a:t>
            </a:r>
            <a:endParaRPr lang="en-US" dirty="0"/>
          </a:p>
        </p:txBody>
      </p:sp>
    </p:spTree>
    <p:extLst>
      <p:ext uri="{BB962C8B-B14F-4D97-AF65-F5344CB8AC3E}">
        <p14:creationId xmlns:p14="http://schemas.microsoft.com/office/powerpoint/2010/main" val="2451171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7676631-7959-51FF-7E7A-39CD068400B9}"/>
              </a:ext>
            </a:extLst>
          </p:cNvPr>
          <p:cNvSpPr txBox="1">
            <a:spLocks/>
          </p:cNvSpPr>
          <p:nvPr/>
        </p:nvSpPr>
        <p:spPr>
          <a:xfrm>
            <a:off x="548640" y="457200"/>
            <a:ext cx="11064240" cy="594360"/>
          </a:xfrm>
          <a:prstGeom prst="rect">
            <a:avLst/>
          </a:prstGeom>
          <a:noFill/>
          <a:ln/>
        </p:spPr>
        <p:txBody>
          <a:bodyPr wrap="square" lIns="0" tIns="0" rIns="0" bIns="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16161F"/>
                </a:solidFill>
                <a:latin typeface="Calibri" pitchFamily="34" charset="0"/>
                <a:ea typeface="Calibri" pitchFamily="34" charset="-122"/>
                <a:cs typeface="Calibri" pitchFamily="34" charset="-120"/>
              </a:rPr>
              <a:t>Goal: A Credible B2B website for </a:t>
            </a:r>
            <a:r>
              <a:rPr lang="en-US" sz="2800" b="1" dirty="0" err="1">
                <a:solidFill>
                  <a:srgbClr val="16161F"/>
                </a:solidFill>
                <a:latin typeface="Calibri" pitchFamily="34" charset="0"/>
                <a:ea typeface="Calibri" pitchFamily="34" charset="-122"/>
                <a:cs typeface="Calibri" pitchFamily="34" charset="-120"/>
              </a:rPr>
              <a:t>Omaginfo</a:t>
            </a:r>
            <a:r>
              <a:rPr lang="en-US" sz="2800" b="1" dirty="0">
                <a:solidFill>
                  <a:srgbClr val="16161F"/>
                </a:solidFill>
                <a:latin typeface="Calibri" pitchFamily="34" charset="0"/>
                <a:ea typeface="Calibri" pitchFamily="34" charset="-122"/>
                <a:cs typeface="Calibri" pitchFamily="34" charset="-120"/>
              </a:rPr>
              <a:t> LLC</a:t>
            </a:r>
            <a:endParaRPr lang="en-US" sz="2800" dirty="0"/>
          </a:p>
        </p:txBody>
      </p:sp>
      <p:sp>
        <p:nvSpPr>
          <p:cNvPr id="3" name="Text 1">
            <a:extLst>
              <a:ext uri="{FF2B5EF4-FFF2-40B4-BE49-F238E27FC236}">
                <a16:creationId xmlns:a16="http://schemas.microsoft.com/office/drawing/2014/main" id="{FDD8E0DA-3D7F-004E-93DC-091209C0FCD5}"/>
              </a:ext>
            </a:extLst>
          </p:cNvPr>
          <p:cNvSpPr txBox="1"/>
          <p:nvPr/>
        </p:nvSpPr>
        <p:spPr>
          <a:xfrm>
            <a:off x="548640" y="246888"/>
            <a:ext cx="9144000" cy="228600"/>
          </a:xfrm>
          <a:prstGeom prst="rect">
            <a:avLst/>
          </a:prstGeom>
          <a:noFill/>
          <a:ln/>
        </p:spPr>
        <p:txBody>
          <a:bodyPr wrap="square" lIns="0" tIns="0" rIns="0" bIns="0" rtlCol="0" anchor="t"/>
          <a:lstStyle/>
          <a:p>
            <a:pPr marL="0" indent="0">
              <a:buNone/>
            </a:pPr>
            <a:r>
              <a:rPr lang="en-US" sz="1050" b="1" kern="0" spc="200" dirty="0">
                <a:solidFill>
                  <a:srgbClr val="7B6CF6"/>
                </a:solidFill>
                <a:latin typeface="Calibri" pitchFamily="34" charset="0"/>
                <a:ea typeface="Calibri" pitchFamily="34" charset="-122"/>
                <a:cs typeface="Calibri" pitchFamily="34" charset="-120"/>
              </a:rPr>
              <a:t>OVERVIEW</a:t>
            </a:r>
            <a:endParaRPr lang="en-US" sz="1050" dirty="0"/>
          </a:p>
        </p:txBody>
      </p:sp>
      <p:sp>
        <p:nvSpPr>
          <p:cNvPr id="4" name="Text 2">
            <a:extLst>
              <a:ext uri="{FF2B5EF4-FFF2-40B4-BE49-F238E27FC236}">
                <a16:creationId xmlns:a16="http://schemas.microsoft.com/office/drawing/2014/main" id="{3D5CD4B6-2AED-B022-7296-E6AEE49EB101}"/>
              </a:ext>
            </a:extLst>
          </p:cNvPr>
          <p:cNvSpPr txBox="1"/>
          <p:nvPr/>
        </p:nvSpPr>
        <p:spPr>
          <a:xfrm>
            <a:off x="548640" y="1280160"/>
            <a:ext cx="11064240" cy="731520"/>
          </a:xfrm>
          <a:prstGeom prst="rect">
            <a:avLst/>
          </a:prstGeom>
          <a:noFill/>
          <a:ln/>
        </p:spPr>
        <p:txBody>
          <a:bodyPr wrap="square" lIns="0" tIns="0" rIns="0" bIns="0" rtlCol="0" anchor="t"/>
          <a:lstStyle/>
          <a:p>
            <a:pPr marL="0" indent="0">
              <a:buNone/>
            </a:pPr>
            <a:r>
              <a:rPr lang="en-US" sz="1400" dirty="0">
                <a:solidFill>
                  <a:srgbClr val="5F6075"/>
                </a:solidFill>
                <a:latin typeface="Calibri" pitchFamily="34" charset="0"/>
                <a:ea typeface="Calibri" pitchFamily="34" charset="-122"/>
                <a:cs typeface="Calibri" pitchFamily="34" charset="-120"/>
              </a:rPr>
              <a:t>Omaginfo LLC provides voice and messaging connectivity to operators, carriers and business partners across international markets. The new site should present its VoIP, A–Z voice termination and SMS routing services clearly and turn visitors into partnership enquiries.</a:t>
            </a:r>
            <a:endParaRPr lang="en-US" sz="1400" dirty="0"/>
          </a:p>
        </p:txBody>
      </p:sp>
      <p:sp>
        <p:nvSpPr>
          <p:cNvPr id="5" name="Shape 3">
            <a:extLst>
              <a:ext uri="{FF2B5EF4-FFF2-40B4-BE49-F238E27FC236}">
                <a16:creationId xmlns:a16="http://schemas.microsoft.com/office/drawing/2014/main" id="{E3A867DD-ACED-B779-E07D-DD9938CBFB15}"/>
              </a:ext>
            </a:extLst>
          </p:cNvPr>
          <p:cNvSpPr/>
          <p:nvPr/>
        </p:nvSpPr>
        <p:spPr>
          <a:xfrm>
            <a:off x="548640" y="2240280"/>
            <a:ext cx="2606040" cy="3886200"/>
          </a:xfrm>
          <a:prstGeom prst="roundRect">
            <a:avLst>
              <a:gd name="adj" fmla="val 6316"/>
            </a:avLst>
          </a:prstGeom>
          <a:solidFill>
            <a:srgbClr val="FFFFFF"/>
          </a:solidFill>
          <a:ln w="9525">
            <a:solidFill>
              <a:srgbClr val="E4E3EF"/>
            </a:solidFill>
            <a:prstDash val="solid"/>
          </a:ln>
        </p:spPr>
        <p:txBody>
          <a:bodyPr/>
          <a:lstStyle/>
          <a:p>
            <a:endParaRPr lang="en-IN"/>
          </a:p>
        </p:txBody>
      </p:sp>
      <p:sp>
        <p:nvSpPr>
          <p:cNvPr id="6" name="Shape 4">
            <a:extLst>
              <a:ext uri="{FF2B5EF4-FFF2-40B4-BE49-F238E27FC236}">
                <a16:creationId xmlns:a16="http://schemas.microsoft.com/office/drawing/2014/main" id="{9D989264-4A12-E0AF-BC99-D1D89322A0CD}"/>
              </a:ext>
            </a:extLst>
          </p:cNvPr>
          <p:cNvSpPr/>
          <p:nvPr/>
        </p:nvSpPr>
        <p:spPr>
          <a:xfrm>
            <a:off x="822960" y="2514600"/>
            <a:ext cx="502920" cy="502920"/>
          </a:xfrm>
          <a:prstGeom prst="ellipse">
            <a:avLst/>
          </a:prstGeom>
          <a:solidFill>
            <a:srgbClr val="16161F"/>
          </a:solidFill>
          <a:ln/>
        </p:spPr>
        <p:txBody>
          <a:bodyPr/>
          <a:lstStyle/>
          <a:p>
            <a:endParaRPr lang="en-IN"/>
          </a:p>
        </p:txBody>
      </p:sp>
      <p:pic>
        <p:nvPicPr>
          <p:cNvPr id="7" name="Image 0" descr="preencoded.png">
            <a:extLst>
              <a:ext uri="{FF2B5EF4-FFF2-40B4-BE49-F238E27FC236}">
                <a16:creationId xmlns:a16="http://schemas.microsoft.com/office/drawing/2014/main" id="{1C926244-D6CA-45DD-23BE-30AA57721667}"/>
              </a:ext>
            </a:extLst>
          </p:cNvPr>
          <p:cNvPicPr>
            <a:picLocks noChangeAspect="1"/>
          </p:cNvPicPr>
          <p:nvPr/>
        </p:nvPicPr>
        <p:blipFill>
          <a:blip r:embed="rId2"/>
          <a:stretch>
            <a:fillRect/>
          </a:stretch>
        </p:blipFill>
        <p:spPr>
          <a:xfrm>
            <a:off x="950976" y="2642616"/>
            <a:ext cx="246888" cy="246888"/>
          </a:xfrm>
          <a:prstGeom prst="rect">
            <a:avLst/>
          </a:prstGeom>
        </p:spPr>
      </p:pic>
      <p:sp>
        <p:nvSpPr>
          <p:cNvPr id="8" name="Text 5">
            <a:extLst>
              <a:ext uri="{FF2B5EF4-FFF2-40B4-BE49-F238E27FC236}">
                <a16:creationId xmlns:a16="http://schemas.microsoft.com/office/drawing/2014/main" id="{DFE1A42A-EFAA-2946-C891-8B070ED244D2}"/>
              </a:ext>
            </a:extLst>
          </p:cNvPr>
          <p:cNvSpPr txBox="1"/>
          <p:nvPr/>
        </p:nvSpPr>
        <p:spPr>
          <a:xfrm>
            <a:off x="822960" y="3154680"/>
            <a:ext cx="2194560" cy="365760"/>
          </a:xfrm>
          <a:prstGeom prst="rect">
            <a:avLst/>
          </a:prstGeom>
          <a:noFill/>
          <a:ln/>
        </p:spPr>
        <p:txBody>
          <a:bodyPr wrap="square" lIns="0" tIns="0" rIns="0" bIns="0" rtlCol="0" anchor="t"/>
          <a:lstStyle/>
          <a:p>
            <a:pPr marL="0" indent="0">
              <a:buNone/>
            </a:pPr>
            <a:r>
              <a:rPr lang="en-US" sz="1500" b="1" dirty="0">
                <a:solidFill>
                  <a:srgbClr val="16161F"/>
                </a:solidFill>
                <a:latin typeface="Calibri" pitchFamily="34" charset="0"/>
                <a:ea typeface="Calibri" pitchFamily="34" charset="-122"/>
                <a:cs typeface="Calibri" pitchFamily="34" charset="-120"/>
              </a:rPr>
              <a:t>Inputs analysed</a:t>
            </a:r>
            <a:endParaRPr lang="en-US" sz="1500" dirty="0"/>
          </a:p>
        </p:txBody>
      </p:sp>
      <p:sp>
        <p:nvSpPr>
          <p:cNvPr id="9" name="Text 6">
            <a:extLst>
              <a:ext uri="{FF2B5EF4-FFF2-40B4-BE49-F238E27FC236}">
                <a16:creationId xmlns:a16="http://schemas.microsoft.com/office/drawing/2014/main" id="{A1CA70C9-7D8C-E1F1-EAD2-B40FB684924B}"/>
              </a:ext>
            </a:extLst>
          </p:cNvPr>
          <p:cNvSpPr txBox="1"/>
          <p:nvPr/>
        </p:nvSpPr>
        <p:spPr>
          <a:xfrm>
            <a:off x="822960" y="3566160"/>
            <a:ext cx="2194560" cy="237744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Sample website: Sample Websites are referred by our team and client provided sample websites</a:t>
            </a:r>
            <a:endParaRPr lang="en-US" sz="1200" dirty="0"/>
          </a:p>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Client document: Website_Content.docx (12 content items)</a:t>
            </a:r>
            <a:endParaRPr lang="en-US" sz="1200" dirty="0"/>
          </a:p>
        </p:txBody>
      </p:sp>
      <p:sp>
        <p:nvSpPr>
          <p:cNvPr id="10" name="Shape 7">
            <a:extLst>
              <a:ext uri="{FF2B5EF4-FFF2-40B4-BE49-F238E27FC236}">
                <a16:creationId xmlns:a16="http://schemas.microsoft.com/office/drawing/2014/main" id="{7A367A9E-DE03-D28B-7799-E1DC3E27643E}"/>
              </a:ext>
            </a:extLst>
          </p:cNvPr>
          <p:cNvSpPr/>
          <p:nvPr/>
        </p:nvSpPr>
        <p:spPr>
          <a:xfrm>
            <a:off x="3364992" y="2240280"/>
            <a:ext cx="2606040" cy="3886200"/>
          </a:xfrm>
          <a:prstGeom prst="roundRect">
            <a:avLst>
              <a:gd name="adj" fmla="val 6316"/>
            </a:avLst>
          </a:prstGeom>
          <a:solidFill>
            <a:srgbClr val="F3F2FA"/>
          </a:solidFill>
          <a:ln w="9525">
            <a:solidFill>
              <a:srgbClr val="E4E3EF"/>
            </a:solidFill>
            <a:prstDash val="solid"/>
          </a:ln>
        </p:spPr>
        <p:txBody>
          <a:bodyPr/>
          <a:lstStyle/>
          <a:p>
            <a:endParaRPr lang="en-IN"/>
          </a:p>
        </p:txBody>
      </p:sp>
      <p:sp>
        <p:nvSpPr>
          <p:cNvPr id="11" name="Shape 8">
            <a:extLst>
              <a:ext uri="{FF2B5EF4-FFF2-40B4-BE49-F238E27FC236}">
                <a16:creationId xmlns:a16="http://schemas.microsoft.com/office/drawing/2014/main" id="{5AF76793-3E7D-80F2-00B0-3393EDDB74C8}"/>
              </a:ext>
            </a:extLst>
          </p:cNvPr>
          <p:cNvSpPr/>
          <p:nvPr/>
        </p:nvSpPr>
        <p:spPr>
          <a:xfrm>
            <a:off x="3639312" y="2514600"/>
            <a:ext cx="502920" cy="502920"/>
          </a:xfrm>
          <a:prstGeom prst="ellipse">
            <a:avLst/>
          </a:prstGeom>
          <a:solidFill>
            <a:srgbClr val="ECEBFF"/>
          </a:solidFill>
          <a:ln/>
        </p:spPr>
        <p:txBody>
          <a:bodyPr/>
          <a:lstStyle/>
          <a:p>
            <a:endParaRPr lang="en-IN"/>
          </a:p>
        </p:txBody>
      </p:sp>
      <p:pic>
        <p:nvPicPr>
          <p:cNvPr id="12" name="Image 1" descr="preencoded.png">
            <a:extLst>
              <a:ext uri="{FF2B5EF4-FFF2-40B4-BE49-F238E27FC236}">
                <a16:creationId xmlns:a16="http://schemas.microsoft.com/office/drawing/2014/main" id="{4334CFF3-92EB-3D30-2114-E55A1E051487}"/>
              </a:ext>
            </a:extLst>
          </p:cNvPr>
          <p:cNvPicPr>
            <a:picLocks noChangeAspect="1"/>
          </p:cNvPicPr>
          <p:nvPr/>
        </p:nvPicPr>
        <p:blipFill>
          <a:blip r:embed="rId3"/>
          <a:stretch>
            <a:fillRect/>
          </a:stretch>
        </p:blipFill>
        <p:spPr>
          <a:xfrm>
            <a:off x="3767328" y="2642616"/>
            <a:ext cx="246888" cy="246888"/>
          </a:xfrm>
          <a:prstGeom prst="rect">
            <a:avLst/>
          </a:prstGeom>
        </p:spPr>
      </p:pic>
      <p:sp>
        <p:nvSpPr>
          <p:cNvPr id="13" name="Text 9">
            <a:extLst>
              <a:ext uri="{FF2B5EF4-FFF2-40B4-BE49-F238E27FC236}">
                <a16:creationId xmlns:a16="http://schemas.microsoft.com/office/drawing/2014/main" id="{BD231240-DCCC-83C3-0117-EC73E954ADE0}"/>
              </a:ext>
            </a:extLst>
          </p:cNvPr>
          <p:cNvSpPr txBox="1"/>
          <p:nvPr/>
        </p:nvSpPr>
        <p:spPr>
          <a:xfrm>
            <a:off x="3639312" y="3154680"/>
            <a:ext cx="2194560" cy="365760"/>
          </a:xfrm>
          <a:prstGeom prst="rect">
            <a:avLst/>
          </a:prstGeom>
          <a:noFill/>
          <a:ln/>
        </p:spPr>
        <p:txBody>
          <a:bodyPr wrap="square" lIns="0" tIns="0" rIns="0" bIns="0" rtlCol="0" anchor="t"/>
          <a:lstStyle/>
          <a:p>
            <a:pPr marL="0" indent="0">
              <a:buNone/>
            </a:pPr>
            <a:r>
              <a:rPr lang="en-US" sz="1500" b="1" dirty="0">
                <a:solidFill>
                  <a:srgbClr val="16161F"/>
                </a:solidFill>
                <a:latin typeface="Calibri" pitchFamily="34" charset="0"/>
                <a:ea typeface="Calibri" pitchFamily="34" charset="-122"/>
                <a:cs typeface="Calibri" pitchFamily="34" charset="-120"/>
              </a:rPr>
              <a:t>Objectives</a:t>
            </a:r>
            <a:endParaRPr lang="en-US" sz="1500" dirty="0"/>
          </a:p>
        </p:txBody>
      </p:sp>
      <p:sp>
        <p:nvSpPr>
          <p:cNvPr id="14" name="Text 10">
            <a:extLst>
              <a:ext uri="{FF2B5EF4-FFF2-40B4-BE49-F238E27FC236}">
                <a16:creationId xmlns:a16="http://schemas.microsoft.com/office/drawing/2014/main" id="{70062978-E176-36BD-F213-40E8E36E5BBA}"/>
              </a:ext>
            </a:extLst>
          </p:cNvPr>
          <p:cNvSpPr txBox="1"/>
          <p:nvPr/>
        </p:nvSpPr>
        <p:spPr>
          <a:xfrm>
            <a:off x="3639312" y="3566160"/>
            <a:ext cx="2194560" cy="237744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Communicate the services clearly to telecom buyers</a:t>
            </a:r>
            <a:endParaRPr lang="en-US" sz="1200" dirty="0"/>
          </a:p>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Build trust: company, founders, mission</a:t>
            </a:r>
            <a:endParaRPr lang="en-US" sz="1200" dirty="0"/>
          </a:p>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Drive enquiries to info@omaginfo.com</a:t>
            </a:r>
            <a:endParaRPr lang="en-US" sz="1200" dirty="0"/>
          </a:p>
        </p:txBody>
      </p:sp>
      <p:sp>
        <p:nvSpPr>
          <p:cNvPr id="15" name="Shape 11">
            <a:extLst>
              <a:ext uri="{FF2B5EF4-FFF2-40B4-BE49-F238E27FC236}">
                <a16:creationId xmlns:a16="http://schemas.microsoft.com/office/drawing/2014/main" id="{5739E46B-E153-9AA6-D2F9-80008D5EA960}"/>
              </a:ext>
            </a:extLst>
          </p:cNvPr>
          <p:cNvSpPr/>
          <p:nvPr/>
        </p:nvSpPr>
        <p:spPr>
          <a:xfrm>
            <a:off x="6181344" y="2240280"/>
            <a:ext cx="2606040" cy="3886200"/>
          </a:xfrm>
          <a:prstGeom prst="roundRect">
            <a:avLst>
              <a:gd name="adj" fmla="val 6316"/>
            </a:avLst>
          </a:prstGeom>
          <a:solidFill>
            <a:srgbClr val="FFFFFF"/>
          </a:solidFill>
          <a:ln w="9525">
            <a:solidFill>
              <a:srgbClr val="E4E3EF"/>
            </a:solidFill>
            <a:prstDash val="solid"/>
          </a:ln>
        </p:spPr>
        <p:txBody>
          <a:bodyPr/>
          <a:lstStyle/>
          <a:p>
            <a:endParaRPr lang="en-IN"/>
          </a:p>
        </p:txBody>
      </p:sp>
      <p:sp>
        <p:nvSpPr>
          <p:cNvPr id="16" name="Shape 12">
            <a:extLst>
              <a:ext uri="{FF2B5EF4-FFF2-40B4-BE49-F238E27FC236}">
                <a16:creationId xmlns:a16="http://schemas.microsoft.com/office/drawing/2014/main" id="{4FB95C7C-F218-7E36-E930-87C88605251A}"/>
              </a:ext>
            </a:extLst>
          </p:cNvPr>
          <p:cNvSpPr/>
          <p:nvPr/>
        </p:nvSpPr>
        <p:spPr>
          <a:xfrm>
            <a:off x="6455664" y="2514600"/>
            <a:ext cx="502920" cy="502920"/>
          </a:xfrm>
          <a:prstGeom prst="ellipse">
            <a:avLst/>
          </a:prstGeom>
          <a:solidFill>
            <a:srgbClr val="ECEBFF"/>
          </a:solidFill>
          <a:ln/>
        </p:spPr>
        <p:txBody>
          <a:bodyPr/>
          <a:lstStyle/>
          <a:p>
            <a:endParaRPr lang="en-IN"/>
          </a:p>
        </p:txBody>
      </p:sp>
      <p:pic>
        <p:nvPicPr>
          <p:cNvPr id="17" name="Image 2" descr="preencoded.png">
            <a:extLst>
              <a:ext uri="{FF2B5EF4-FFF2-40B4-BE49-F238E27FC236}">
                <a16:creationId xmlns:a16="http://schemas.microsoft.com/office/drawing/2014/main" id="{24F2E47B-8B17-EF94-F8AD-FE7D0B412FD1}"/>
              </a:ext>
            </a:extLst>
          </p:cNvPr>
          <p:cNvPicPr>
            <a:picLocks noChangeAspect="1"/>
          </p:cNvPicPr>
          <p:nvPr/>
        </p:nvPicPr>
        <p:blipFill>
          <a:blip r:embed="rId4"/>
          <a:stretch>
            <a:fillRect/>
          </a:stretch>
        </p:blipFill>
        <p:spPr>
          <a:xfrm>
            <a:off x="6583680" y="2642616"/>
            <a:ext cx="246888" cy="246888"/>
          </a:xfrm>
          <a:prstGeom prst="rect">
            <a:avLst/>
          </a:prstGeom>
        </p:spPr>
      </p:pic>
      <p:sp>
        <p:nvSpPr>
          <p:cNvPr id="18" name="Text 13">
            <a:extLst>
              <a:ext uri="{FF2B5EF4-FFF2-40B4-BE49-F238E27FC236}">
                <a16:creationId xmlns:a16="http://schemas.microsoft.com/office/drawing/2014/main" id="{F6A09E26-B1CD-2178-3DB0-C8964719595E}"/>
              </a:ext>
            </a:extLst>
          </p:cNvPr>
          <p:cNvSpPr txBox="1"/>
          <p:nvPr/>
        </p:nvSpPr>
        <p:spPr>
          <a:xfrm>
            <a:off x="6455664" y="3154680"/>
            <a:ext cx="2194560" cy="365760"/>
          </a:xfrm>
          <a:prstGeom prst="rect">
            <a:avLst/>
          </a:prstGeom>
          <a:noFill/>
          <a:ln/>
        </p:spPr>
        <p:txBody>
          <a:bodyPr wrap="square" lIns="0" tIns="0" rIns="0" bIns="0" rtlCol="0" anchor="t"/>
          <a:lstStyle/>
          <a:p>
            <a:pPr marL="0" indent="0">
              <a:buNone/>
            </a:pPr>
            <a:r>
              <a:rPr lang="en-US" sz="1500" b="1" dirty="0">
                <a:solidFill>
                  <a:srgbClr val="16161F"/>
                </a:solidFill>
                <a:latin typeface="Calibri" pitchFamily="34" charset="0"/>
                <a:ea typeface="Calibri" pitchFamily="34" charset="-122"/>
                <a:cs typeface="Calibri" pitchFamily="34" charset="-120"/>
              </a:rPr>
              <a:t>Proposed scope</a:t>
            </a:r>
            <a:endParaRPr lang="en-US" sz="1500" dirty="0"/>
          </a:p>
        </p:txBody>
      </p:sp>
      <p:sp>
        <p:nvSpPr>
          <p:cNvPr id="19" name="Text 14">
            <a:extLst>
              <a:ext uri="{FF2B5EF4-FFF2-40B4-BE49-F238E27FC236}">
                <a16:creationId xmlns:a16="http://schemas.microsoft.com/office/drawing/2014/main" id="{4531D0C2-24B4-A345-2827-780CF8C9FD38}"/>
              </a:ext>
            </a:extLst>
          </p:cNvPr>
          <p:cNvSpPr txBox="1"/>
          <p:nvPr/>
        </p:nvSpPr>
        <p:spPr>
          <a:xfrm>
            <a:off x="6455664" y="3566160"/>
            <a:ext cx="2194560" cy="237744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6 pages: Home, About Us, Services, VoIP, SMS, Contact Us</a:t>
            </a:r>
            <a:endParaRPr lang="en-US" sz="1200" dirty="0"/>
          </a:p>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Privacy Policy and Terms  (content TBC)</a:t>
            </a:r>
            <a:endParaRPr lang="en-US" sz="1200" dirty="0"/>
          </a:p>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Responsive desktop, tablet and mobile</a:t>
            </a:r>
            <a:endParaRPr lang="en-US" sz="1200" dirty="0"/>
          </a:p>
        </p:txBody>
      </p:sp>
      <p:sp>
        <p:nvSpPr>
          <p:cNvPr id="20" name="Shape 15">
            <a:extLst>
              <a:ext uri="{FF2B5EF4-FFF2-40B4-BE49-F238E27FC236}">
                <a16:creationId xmlns:a16="http://schemas.microsoft.com/office/drawing/2014/main" id="{BDD7197C-6713-204D-7922-F3E9E6E67B84}"/>
              </a:ext>
            </a:extLst>
          </p:cNvPr>
          <p:cNvSpPr/>
          <p:nvPr/>
        </p:nvSpPr>
        <p:spPr>
          <a:xfrm>
            <a:off x="8997696" y="2240280"/>
            <a:ext cx="2606040" cy="3886200"/>
          </a:xfrm>
          <a:prstGeom prst="roundRect">
            <a:avLst>
              <a:gd name="adj" fmla="val 6316"/>
            </a:avLst>
          </a:prstGeom>
          <a:solidFill>
            <a:srgbClr val="F3F2FA"/>
          </a:solidFill>
          <a:ln w="9525">
            <a:solidFill>
              <a:srgbClr val="E4E3EF"/>
            </a:solidFill>
            <a:prstDash val="solid"/>
          </a:ln>
        </p:spPr>
        <p:txBody>
          <a:bodyPr/>
          <a:lstStyle/>
          <a:p>
            <a:endParaRPr lang="en-IN"/>
          </a:p>
        </p:txBody>
      </p:sp>
      <p:sp>
        <p:nvSpPr>
          <p:cNvPr id="21" name="Shape 16">
            <a:extLst>
              <a:ext uri="{FF2B5EF4-FFF2-40B4-BE49-F238E27FC236}">
                <a16:creationId xmlns:a16="http://schemas.microsoft.com/office/drawing/2014/main" id="{0F00AD0E-500A-B5CB-96FD-CD35BD57450E}"/>
              </a:ext>
            </a:extLst>
          </p:cNvPr>
          <p:cNvSpPr/>
          <p:nvPr/>
        </p:nvSpPr>
        <p:spPr>
          <a:xfrm>
            <a:off x="9272016" y="2514600"/>
            <a:ext cx="502920" cy="502920"/>
          </a:xfrm>
          <a:prstGeom prst="ellipse">
            <a:avLst/>
          </a:prstGeom>
          <a:solidFill>
            <a:srgbClr val="ECEBFF"/>
          </a:solidFill>
          <a:ln/>
        </p:spPr>
        <p:txBody>
          <a:bodyPr/>
          <a:lstStyle/>
          <a:p>
            <a:endParaRPr lang="en-IN"/>
          </a:p>
        </p:txBody>
      </p:sp>
      <p:pic>
        <p:nvPicPr>
          <p:cNvPr id="22" name="Image 3" descr="preencoded.png">
            <a:extLst>
              <a:ext uri="{FF2B5EF4-FFF2-40B4-BE49-F238E27FC236}">
                <a16:creationId xmlns:a16="http://schemas.microsoft.com/office/drawing/2014/main" id="{B5F6E9CC-4F88-16E7-A143-4F84414EE22C}"/>
              </a:ext>
            </a:extLst>
          </p:cNvPr>
          <p:cNvPicPr>
            <a:picLocks noChangeAspect="1"/>
          </p:cNvPicPr>
          <p:nvPr/>
        </p:nvPicPr>
        <p:blipFill>
          <a:blip r:embed="rId5"/>
          <a:stretch>
            <a:fillRect/>
          </a:stretch>
        </p:blipFill>
        <p:spPr>
          <a:xfrm>
            <a:off x="9400032" y="2642616"/>
            <a:ext cx="246888" cy="246888"/>
          </a:xfrm>
          <a:prstGeom prst="rect">
            <a:avLst/>
          </a:prstGeom>
        </p:spPr>
      </p:pic>
      <p:sp>
        <p:nvSpPr>
          <p:cNvPr id="23" name="Text 17">
            <a:extLst>
              <a:ext uri="{FF2B5EF4-FFF2-40B4-BE49-F238E27FC236}">
                <a16:creationId xmlns:a16="http://schemas.microsoft.com/office/drawing/2014/main" id="{D93AF852-7626-C15C-00CF-76395E81195C}"/>
              </a:ext>
            </a:extLst>
          </p:cNvPr>
          <p:cNvSpPr txBox="1"/>
          <p:nvPr/>
        </p:nvSpPr>
        <p:spPr>
          <a:xfrm>
            <a:off x="9272016" y="3154680"/>
            <a:ext cx="2194560" cy="365760"/>
          </a:xfrm>
          <a:prstGeom prst="rect">
            <a:avLst/>
          </a:prstGeom>
          <a:noFill/>
          <a:ln/>
        </p:spPr>
        <p:txBody>
          <a:bodyPr wrap="square" lIns="0" tIns="0" rIns="0" bIns="0" rtlCol="0" anchor="t"/>
          <a:lstStyle/>
          <a:p>
            <a:pPr marL="0" indent="0">
              <a:buNone/>
            </a:pPr>
            <a:r>
              <a:rPr lang="en-US" sz="1500" b="1" dirty="0">
                <a:solidFill>
                  <a:srgbClr val="16161F"/>
                </a:solidFill>
                <a:latin typeface="Calibri" pitchFamily="34" charset="0"/>
                <a:ea typeface="Calibri" pitchFamily="34" charset="-122"/>
                <a:cs typeface="Calibri" pitchFamily="34" charset="-120"/>
              </a:rPr>
              <a:t>Audience (from document)</a:t>
            </a:r>
            <a:endParaRPr lang="en-US" sz="1500" dirty="0"/>
          </a:p>
        </p:txBody>
      </p:sp>
      <p:sp>
        <p:nvSpPr>
          <p:cNvPr id="24" name="Text 18">
            <a:extLst>
              <a:ext uri="{FF2B5EF4-FFF2-40B4-BE49-F238E27FC236}">
                <a16:creationId xmlns:a16="http://schemas.microsoft.com/office/drawing/2014/main" id="{340EFE00-DA77-2BF6-6ED0-0C8E9E6103A7}"/>
              </a:ext>
            </a:extLst>
          </p:cNvPr>
          <p:cNvSpPr txBox="1"/>
          <p:nvPr/>
        </p:nvSpPr>
        <p:spPr>
          <a:xfrm>
            <a:off x="9272016" y="3566160"/>
            <a:ext cx="2194560" cy="2377440"/>
          </a:xfrm>
          <a:prstGeom prst="rect">
            <a:avLst/>
          </a:prstGeom>
          <a:noFill/>
          <a:ln/>
        </p:spPr>
        <p:txBody>
          <a:bodyPr wrap="square" lIns="0" tIns="0" rIns="0" bIns="0" rtlCol="0" anchor="t"/>
          <a:lstStyle/>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Telecom operators and mobile network operators</a:t>
            </a:r>
            <a:endParaRPr lang="en-US" sz="1200" dirty="0"/>
          </a:p>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Carriers, service providers, SMS aggregators</a:t>
            </a:r>
            <a:endParaRPr lang="en-US" sz="1200" dirty="0"/>
          </a:p>
          <a:p>
            <a:pPr marL="127000" indent="-127000">
              <a:spcAft>
                <a:spcPts val="600"/>
              </a:spcAft>
              <a:buSzPct val="100000"/>
              <a:buChar char="•"/>
            </a:pPr>
            <a:r>
              <a:rPr lang="en-US" sz="1200" dirty="0">
                <a:solidFill>
                  <a:srgbClr val="5F6075"/>
                </a:solidFill>
                <a:latin typeface="Calibri" pitchFamily="34" charset="0"/>
                <a:ea typeface="Calibri" pitchFamily="34" charset="-122"/>
                <a:cs typeface="Calibri" pitchFamily="34" charset="-120"/>
              </a:rPr>
              <a:t>A2P / CPaaS platforms and businesses</a:t>
            </a:r>
            <a:endParaRPr lang="en-US" sz="1200" dirty="0"/>
          </a:p>
        </p:txBody>
      </p:sp>
    </p:spTree>
    <p:extLst>
      <p:ext uri="{BB962C8B-B14F-4D97-AF65-F5344CB8AC3E}">
        <p14:creationId xmlns:p14="http://schemas.microsoft.com/office/powerpoint/2010/main" val="4009593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A2D98AD-8B40-C663-3CD6-950494EC66E1}"/>
              </a:ext>
            </a:extLst>
          </p:cNvPr>
          <p:cNvSpPr txBox="1">
            <a:spLocks/>
          </p:cNvSpPr>
          <p:nvPr/>
        </p:nvSpPr>
        <p:spPr>
          <a:xfrm>
            <a:off x="548640" y="457200"/>
            <a:ext cx="11064240" cy="594360"/>
          </a:xfrm>
          <a:prstGeom prst="rect">
            <a:avLst/>
          </a:prstGeom>
          <a:noFill/>
          <a:ln/>
        </p:spPr>
        <p:txBody>
          <a:bodyPr wrap="square" lIns="0" tIns="0" rIns="0" bIns="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16161F"/>
                </a:solidFill>
                <a:latin typeface="Calibri" pitchFamily="34" charset="0"/>
                <a:ea typeface="Calibri" pitchFamily="34" charset="-122"/>
                <a:cs typeface="Calibri" pitchFamily="34" charset="-120"/>
              </a:rPr>
              <a:t>Section structure, top to bottom</a:t>
            </a:r>
            <a:endParaRPr lang="en-US" sz="2800" dirty="0"/>
          </a:p>
        </p:txBody>
      </p:sp>
      <p:sp>
        <p:nvSpPr>
          <p:cNvPr id="3" name="Text 1">
            <a:extLst>
              <a:ext uri="{FF2B5EF4-FFF2-40B4-BE49-F238E27FC236}">
                <a16:creationId xmlns:a16="http://schemas.microsoft.com/office/drawing/2014/main" id="{99B53C64-7998-D9C6-B264-ACCD81B9D302}"/>
              </a:ext>
            </a:extLst>
          </p:cNvPr>
          <p:cNvSpPr txBox="1"/>
          <p:nvPr/>
        </p:nvSpPr>
        <p:spPr>
          <a:xfrm>
            <a:off x="548640" y="246888"/>
            <a:ext cx="9144000" cy="228600"/>
          </a:xfrm>
          <a:prstGeom prst="rect">
            <a:avLst/>
          </a:prstGeom>
          <a:noFill/>
          <a:ln/>
        </p:spPr>
        <p:txBody>
          <a:bodyPr wrap="square" lIns="0" tIns="0" rIns="0" bIns="0" rtlCol="0" anchor="t"/>
          <a:lstStyle/>
          <a:p>
            <a:pPr marL="0" indent="0">
              <a:buNone/>
            </a:pPr>
            <a:r>
              <a:rPr lang="en-US" sz="1050" b="1" kern="0" spc="200" dirty="0">
                <a:solidFill>
                  <a:srgbClr val="7B6CF6"/>
                </a:solidFill>
                <a:latin typeface="Calibri" pitchFamily="34" charset="0"/>
                <a:ea typeface="Calibri" pitchFamily="34" charset="-122"/>
                <a:cs typeface="Calibri" pitchFamily="34" charset="-120"/>
              </a:rPr>
              <a:t>SAMPLE WEBSITE ANALYSIS</a:t>
            </a:r>
            <a:endParaRPr lang="en-US" sz="1050" dirty="0"/>
          </a:p>
        </p:txBody>
      </p:sp>
      <p:sp>
        <p:nvSpPr>
          <p:cNvPr id="4" name="Shape 2">
            <a:extLst>
              <a:ext uri="{FF2B5EF4-FFF2-40B4-BE49-F238E27FC236}">
                <a16:creationId xmlns:a16="http://schemas.microsoft.com/office/drawing/2014/main" id="{B6DFC87F-8BA9-076A-5FAB-90D6BF0F7AFC}"/>
              </a:ext>
            </a:extLst>
          </p:cNvPr>
          <p:cNvSpPr/>
          <p:nvPr/>
        </p:nvSpPr>
        <p:spPr>
          <a:xfrm>
            <a:off x="548640" y="1325880"/>
            <a:ext cx="1737360" cy="4983480"/>
          </a:xfrm>
          <a:prstGeom prst="roundRect">
            <a:avLst>
              <a:gd name="adj" fmla="val 5263"/>
            </a:avLst>
          </a:prstGeom>
          <a:solidFill>
            <a:srgbClr val="F3F2FA"/>
          </a:solidFill>
          <a:ln w="9525">
            <a:solidFill>
              <a:srgbClr val="E4E3EF"/>
            </a:solidFill>
            <a:prstDash val="solid"/>
          </a:ln>
        </p:spPr>
        <p:txBody>
          <a:bodyPr/>
          <a:lstStyle/>
          <a:p>
            <a:endParaRPr lang="en-IN"/>
          </a:p>
        </p:txBody>
      </p:sp>
      <p:pic>
        <p:nvPicPr>
          <p:cNvPr id="5" name="Image 0" descr="preencoded.png">
            <a:extLst>
              <a:ext uri="{FF2B5EF4-FFF2-40B4-BE49-F238E27FC236}">
                <a16:creationId xmlns:a16="http://schemas.microsoft.com/office/drawing/2014/main" id="{8791E817-C660-44AC-D6B4-D5575EE67C6D}"/>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672549" y="1371600"/>
            <a:ext cx="1489541" cy="4892040"/>
          </a:xfrm>
          <a:prstGeom prst="rect">
            <a:avLst/>
          </a:prstGeom>
        </p:spPr>
      </p:pic>
      <p:sp>
        <p:nvSpPr>
          <p:cNvPr id="6" name="Shape 3">
            <a:extLst>
              <a:ext uri="{FF2B5EF4-FFF2-40B4-BE49-F238E27FC236}">
                <a16:creationId xmlns:a16="http://schemas.microsoft.com/office/drawing/2014/main" id="{6E455DE5-8DA6-CF75-87B2-CE572F901721}"/>
              </a:ext>
            </a:extLst>
          </p:cNvPr>
          <p:cNvSpPr/>
          <p:nvPr/>
        </p:nvSpPr>
        <p:spPr>
          <a:xfrm>
            <a:off x="2560320" y="1325880"/>
            <a:ext cx="9098280" cy="475488"/>
          </a:xfrm>
          <a:prstGeom prst="roundRect">
            <a:avLst>
              <a:gd name="adj" fmla="val 15385"/>
            </a:avLst>
          </a:prstGeom>
          <a:solidFill>
            <a:srgbClr val="F3F2FA"/>
          </a:solidFill>
          <a:ln/>
        </p:spPr>
        <p:txBody>
          <a:bodyPr/>
          <a:lstStyle/>
          <a:p>
            <a:endParaRPr lang="en-IN"/>
          </a:p>
        </p:txBody>
      </p:sp>
      <p:sp>
        <p:nvSpPr>
          <p:cNvPr id="7" name="Text 4">
            <a:extLst>
              <a:ext uri="{FF2B5EF4-FFF2-40B4-BE49-F238E27FC236}">
                <a16:creationId xmlns:a16="http://schemas.microsoft.com/office/drawing/2014/main" id="{EA15993D-7EA0-A5CA-4A1C-3F6AC69F639E}"/>
              </a:ext>
            </a:extLst>
          </p:cNvPr>
          <p:cNvSpPr txBox="1"/>
          <p:nvPr/>
        </p:nvSpPr>
        <p:spPr>
          <a:xfrm>
            <a:off x="2743200" y="1325880"/>
            <a:ext cx="1737360" cy="475488"/>
          </a:xfrm>
          <a:prstGeom prst="rect">
            <a:avLst/>
          </a:prstGeom>
          <a:noFill/>
          <a:ln/>
        </p:spPr>
        <p:txBody>
          <a:bodyPr wrap="square" lIns="0" tIns="0" rIns="0" bIns="0" rtlCol="0" anchor="ctr"/>
          <a:lstStyle/>
          <a:p>
            <a:pPr marL="0" indent="0">
              <a:buNone/>
            </a:pPr>
            <a:r>
              <a:rPr lang="en-US" sz="1300" b="1" dirty="0">
                <a:solidFill>
                  <a:srgbClr val="16161F"/>
                </a:solidFill>
                <a:latin typeface="Calibri" pitchFamily="34" charset="0"/>
                <a:ea typeface="Calibri" pitchFamily="34" charset="-122"/>
                <a:cs typeface="Calibri" pitchFamily="34" charset="-120"/>
              </a:rPr>
              <a:t>Navbar</a:t>
            </a:r>
            <a:endParaRPr lang="en-US" sz="1300" dirty="0"/>
          </a:p>
        </p:txBody>
      </p:sp>
      <p:sp>
        <p:nvSpPr>
          <p:cNvPr id="8" name="Text 5">
            <a:extLst>
              <a:ext uri="{FF2B5EF4-FFF2-40B4-BE49-F238E27FC236}">
                <a16:creationId xmlns:a16="http://schemas.microsoft.com/office/drawing/2014/main" id="{BB1BB574-1BAC-A162-8DCE-07A5D07493A5}"/>
              </a:ext>
            </a:extLst>
          </p:cNvPr>
          <p:cNvSpPr txBox="1"/>
          <p:nvPr/>
        </p:nvSpPr>
        <p:spPr>
          <a:xfrm>
            <a:off x="4480560" y="1325880"/>
            <a:ext cx="7040880" cy="475488"/>
          </a:xfrm>
          <a:prstGeom prst="rect">
            <a:avLst/>
          </a:prstGeom>
          <a:noFill/>
          <a:ln/>
        </p:spPr>
        <p:txBody>
          <a:bodyPr wrap="square" lIns="0" tIns="0" rIns="0" bIns="0" rtlCol="0" anchor="ctr"/>
          <a:lstStyle/>
          <a:p>
            <a:pPr marL="0" indent="0">
              <a:buNone/>
            </a:pPr>
            <a:r>
              <a:rPr lang="en-US" sz="1200" dirty="0">
                <a:solidFill>
                  <a:srgbClr val="5F6075"/>
                </a:solidFill>
                <a:latin typeface="Calibri" pitchFamily="34" charset="0"/>
                <a:ea typeface="Calibri" pitchFamily="34" charset="-122"/>
                <a:cs typeface="Calibri" pitchFamily="34" charset="-120"/>
              </a:rPr>
              <a:t>Sticky; logo left, pages redirect links centre, contact buttons right; hamburger menu (Mobile Responsive Mode)</a:t>
            </a:r>
            <a:endParaRPr lang="en-US" sz="1200" dirty="0"/>
          </a:p>
        </p:txBody>
      </p:sp>
      <p:sp>
        <p:nvSpPr>
          <p:cNvPr id="9" name="Shape 6">
            <a:extLst>
              <a:ext uri="{FF2B5EF4-FFF2-40B4-BE49-F238E27FC236}">
                <a16:creationId xmlns:a16="http://schemas.microsoft.com/office/drawing/2014/main" id="{FEAFE903-4BFD-EDA6-AE9E-0385F6222EF6}"/>
              </a:ext>
            </a:extLst>
          </p:cNvPr>
          <p:cNvSpPr/>
          <p:nvPr/>
        </p:nvSpPr>
        <p:spPr>
          <a:xfrm>
            <a:off x="2560320" y="1883664"/>
            <a:ext cx="9098280" cy="475488"/>
          </a:xfrm>
          <a:prstGeom prst="roundRect">
            <a:avLst>
              <a:gd name="adj" fmla="val 15385"/>
            </a:avLst>
          </a:prstGeom>
          <a:solidFill>
            <a:srgbClr val="FFFFFF"/>
          </a:solidFill>
          <a:ln/>
        </p:spPr>
        <p:txBody>
          <a:bodyPr/>
          <a:lstStyle/>
          <a:p>
            <a:endParaRPr lang="en-IN"/>
          </a:p>
        </p:txBody>
      </p:sp>
      <p:sp>
        <p:nvSpPr>
          <p:cNvPr id="10" name="Text 7">
            <a:extLst>
              <a:ext uri="{FF2B5EF4-FFF2-40B4-BE49-F238E27FC236}">
                <a16:creationId xmlns:a16="http://schemas.microsoft.com/office/drawing/2014/main" id="{F0FCBFF7-83B1-D374-EF1D-1E8782A8141E}"/>
              </a:ext>
            </a:extLst>
          </p:cNvPr>
          <p:cNvSpPr txBox="1"/>
          <p:nvPr/>
        </p:nvSpPr>
        <p:spPr>
          <a:xfrm>
            <a:off x="2743200" y="1883664"/>
            <a:ext cx="1737360" cy="475488"/>
          </a:xfrm>
          <a:prstGeom prst="rect">
            <a:avLst/>
          </a:prstGeom>
          <a:noFill/>
          <a:ln/>
        </p:spPr>
        <p:txBody>
          <a:bodyPr wrap="square" lIns="0" tIns="0" rIns="0" bIns="0" rtlCol="0" anchor="ctr"/>
          <a:lstStyle/>
          <a:p>
            <a:pPr marL="0" indent="0">
              <a:buNone/>
            </a:pPr>
            <a:r>
              <a:rPr lang="en-US" sz="1300" b="1" dirty="0">
                <a:solidFill>
                  <a:srgbClr val="16161F"/>
                </a:solidFill>
                <a:latin typeface="Calibri" pitchFamily="34" charset="0"/>
                <a:ea typeface="Calibri" pitchFamily="34" charset="-122"/>
                <a:cs typeface="Calibri" pitchFamily="34" charset="-120"/>
              </a:rPr>
              <a:t>Hero Section</a:t>
            </a:r>
            <a:endParaRPr lang="en-US" sz="1300" dirty="0"/>
          </a:p>
        </p:txBody>
      </p:sp>
      <p:sp>
        <p:nvSpPr>
          <p:cNvPr id="11" name="Text 8">
            <a:extLst>
              <a:ext uri="{FF2B5EF4-FFF2-40B4-BE49-F238E27FC236}">
                <a16:creationId xmlns:a16="http://schemas.microsoft.com/office/drawing/2014/main" id="{0B578706-B2B1-C2D6-E85B-94977A7C6A2D}"/>
              </a:ext>
            </a:extLst>
          </p:cNvPr>
          <p:cNvSpPr txBox="1"/>
          <p:nvPr/>
        </p:nvSpPr>
        <p:spPr>
          <a:xfrm>
            <a:off x="4480560" y="1883664"/>
            <a:ext cx="7040880" cy="475488"/>
          </a:xfrm>
          <a:prstGeom prst="rect">
            <a:avLst/>
          </a:prstGeom>
          <a:noFill/>
          <a:ln/>
        </p:spPr>
        <p:txBody>
          <a:bodyPr wrap="square" lIns="0" tIns="0" rIns="0" bIns="0" rtlCol="0" anchor="ctr"/>
          <a:lstStyle/>
          <a:p>
            <a:pPr marL="0" indent="0">
              <a:buNone/>
            </a:pPr>
            <a:r>
              <a:rPr lang="en-US" sz="1200" dirty="0">
                <a:solidFill>
                  <a:srgbClr val="5F6075"/>
                </a:solidFill>
                <a:latin typeface="Calibri" pitchFamily="34" charset="0"/>
                <a:ea typeface="Calibri" pitchFamily="34" charset="-122"/>
                <a:cs typeface="Calibri" pitchFamily="34" charset="-120"/>
              </a:rPr>
              <a:t>2-column grid: text left (H1, paragraph), isometric illustration right</a:t>
            </a:r>
            <a:endParaRPr lang="en-US" sz="1200" dirty="0"/>
          </a:p>
        </p:txBody>
      </p:sp>
      <p:sp>
        <p:nvSpPr>
          <p:cNvPr id="12" name="Shape 9">
            <a:extLst>
              <a:ext uri="{FF2B5EF4-FFF2-40B4-BE49-F238E27FC236}">
                <a16:creationId xmlns:a16="http://schemas.microsoft.com/office/drawing/2014/main" id="{A81EE9A9-8BE5-4ADD-EA12-C6A605FC7DCB}"/>
              </a:ext>
            </a:extLst>
          </p:cNvPr>
          <p:cNvSpPr/>
          <p:nvPr/>
        </p:nvSpPr>
        <p:spPr>
          <a:xfrm>
            <a:off x="2560320" y="2441448"/>
            <a:ext cx="9098280" cy="475488"/>
          </a:xfrm>
          <a:prstGeom prst="roundRect">
            <a:avLst>
              <a:gd name="adj" fmla="val 15385"/>
            </a:avLst>
          </a:prstGeom>
          <a:solidFill>
            <a:srgbClr val="F3F2FA"/>
          </a:solidFill>
          <a:ln/>
        </p:spPr>
        <p:txBody>
          <a:bodyPr/>
          <a:lstStyle/>
          <a:p>
            <a:endParaRPr lang="en-IN"/>
          </a:p>
        </p:txBody>
      </p:sp>
      <p:sp>
        <p:nvSpPr>
          <p:cNvPr id="13" name="Text 10">
            <a:extLst>
              <a:ext uri="{FF2B5EF4-FFF2-40B4-BE49-F238E27FC236}">
                <a16:creationId xmlns:a16="http://schemas.microsoft.com/office/drawing/2014/main" id="{C4A8E0C7-F634-B517-3076-821216260AFA}"/>
              </a:ext>
            </a:extLst>
          </p:cNvPr>
          <p:cNvSpPr txBox="1"/>
          <p:nvPr/>
        </p:nvSpPr>
        <p:spPr>
          <a:xfrm>
            <a:off x="2743200" y="2441448"/>
            <a:ext cx="1737360" cy="475488"/>
          </a:xfrm>
          <a:prstGeom prst="rect">
            <a:avLst/>
          </a:prstGeom>
          <a:noFill/>
          <a:ln/>
        </p:spPr>
        <p:txBody>
          <a:bodyPr wrap="square" lIns="0" tIns="0" rIns="0" bIns="0" rtlCol="0" anchor="ctr"/>
          <a:lstStyle/>
          <a:p>
            <a:pPr marL="0" indent="0">
              <a:buNone/>
            </a:pPr>
            <a:r>
              <a:rPr lang="en-US" sz="1300" b="1" dirty="0">
                <a:solidFill>
                  <a:srgbClr val="16161F"/>
                </a:solidFill>
                <a:latin typeface="Calibri" pitchFamily="34" charset="0"/>
                <a:ea typeface="Calibri" pitchFamily="34" charset="-122"/>
                <a:cs typeface="Calibri" pitchFamily="34" charset="-120"/>
              </a:rPr>
              <a:t>Highlight strip</a:t>
            </a:r>
            <a:endParaRPr lang="en-US" sz="1300" dirty="0"/>
          </a:p>
        </p:txBody>
      </p:sp>
      <p:sp>
        <p:nvSpPr>
          <p:cNvPr id="14" name="Text 11">
            <a:extLst>
              <a:ext uri="{FF2B5EF4-FFF2-40B4-BE49-F238E27FC236}">
                <a16:creationId xmlns:a16="http://schemas.microsoft.com/office/drawing/2014/main" id="{9B640CB4-FF34-E39F-929E-CD96E295D953}"/>
              </a:ext>
            </a:extLst>
          </p:cNvPr>
          <p:cNvSpPr txBox="1"/>
          <p:nvPr/>
        </p:nvSpPr>
        <p:spPr>
          <a:xfrm>
            <a:off x="4480560" y="2441448"/>
            <a:ext cx="7040880" cy="475488"/>
          </a:xfrm>
          <a:prstGeom prst="rect">
            <a:avLst/>
          </a:prstGeom>
          <a:noFill/>
          <a:ln/>
        </p:spPr>
        <p:txBody>
          <a:bodyPr wrap="square" lIns="0" tIns="0" rIns="0" bIns="0" rtlCol="0" anchor="ctr"/>
          <a:lstStyle/>
          <a:p>
            <a:pPr marL="0" indent="0">
              <a:buNone/>
            </a:pPr>
            <a:r>
              <a:rPr lang="en-US" sz="1200" dirty="0">
                <a:solidFill>
                  <a:srgbClr val="5F6075"/>
                </a:solidFill>
                <a:latin typeface="Calibri" pitchFamily="34" charset="0"/>
                <a:ea typeface="Calibri" pitchFamily="34" charset="-122"/>
                <a:cs typeface="Calibri" pitchFamily="34" charset="-120"/>
              </a:rPr>
              <a:t>Bento card design 2:1 — light card with chart visual + dark compact card with avatar and CTA</a:t>
            </a:r>
            <a:endParaRPr lang="en-US" sz="1200" dirty="0"/>
          </a:p>
        </p:txBody>
      </p:sp>
      <p:sp>
        <p:nvSpPr>
          <p:cNvPr id="15" name="Shape 12">
            <a:extLst>
              <a:ext uri="{FF2B5EF4-FFF2-40B4-BE49-F238E27FC236}">
                <a16:creationId xmlns:a16="http://schemas.microsoft.com/office/drawing/2014/main" id="{E0F7BA41-5382-671B-B36E-103568454ACE}"/>
              </a:ext>
            </a:extLst>
          </p:cNvPr>
          <p:cNvSpPr/>
          <p:nvPr/>
        </p:nvSpPr>
        <p:spPr>
          <a:xfrm>
            <a:off x="2560320" y="2999232"/>
            <a:ext cx="9098280" cy="475488"/>
          </a:xfrm>
          <a:prstGeom prst="roundRect">
            <a:avLst>
              <a:gd name="adj" fmla="val 15385"/>
            </a:avLst>
          </a:prstGeom>
          <a:solidFill>
            <a:srgbClr val="FFFFFF"/>
          </a:solidFill>
          <a:ln/>
        </p:spPr>
        <p:txBody>
          <a:bodyPr/>
          <a:lstStyle/>
          <a:p>
            <a:endParaRPr lang="en-IN"/>
          </a:p>
        </p:txBody>
      </p:sp>
      <p:sp>
        <p:nvSpPr>
          <p:cNvPr id="16" name="Text 13">
            <a:extLst>
              <a:ext uri="{FF2B5EF4-FFF2-40B4-BE49-F238E27FC236}">
                <a16:creationId xmlns:a16="http://schemas.microsoft.com/office/drawing/2014/main" id="{4FBFD688-330B-D02D-75C2-3DD5E83AB069}"/>
              </a:ext>
            </a:extLst>
          </p:cNvPr>
          <p:cNvSpPr txBox="1"/>
          <p:nvPr/>
        </p:nvSpPr>
        <p:spPr>
          <a:xfrm>
            <a:off x="2743200" y="2999232"/>
            <a:ext cx="1737360" cy="475488"/>
          </a:xfrm>
          <a:prstGeom prst="rect">
            <a:avLst/>
          </a:prstGeom>
          <a:noFill/>
          <a:ln/>
        </p:spPr>
        <p:txBody>
          <a:bodyPr wrap="square" lIns="0" tIns="0" rIns="0" bIns="0" rtlCol="0" anchor="ctr"/>
          <a:lstStyle/>
          <a:p>
            <a:pPr marL="0" indent="0">
              <a:buNone/>
            </a:pPr>
            <a:r>
              <a:rPr lang="en-US" sz="1300" b="1" dirty="0">
                <a:solidFill>
                  <a:srgbClr val="16161F"/>
                </a:solidFill>
                <a:latin typeface="Calibri" pitchFamily="34" charset="0"/>
                <a:ea typeface="Calibri" pitchFamily="34" charset="-122"/>
                <a:cs typeface="Calibri" pitchFamily="34" charset="-120"/>
              </a:rPr>
              <a:t>About</a:t>
            </a:r>
            <a:endParaRPr lang="en-US" sz="1300" dirty="0"/>
          </a:p>
        </p:txBody>
      </p:sp>
      <p:sp>
        <p:nvSpPr>
          <p:cNvPr id="17" name="Text 14">
            <a:extLst>
              <a:ext uri="{FF2B5EF4-FFF2-40B4-BE49-F238E27FC236}">
                <a16:creationId xmlns:a16="http://schemas.microsoft.com/office/drawing/2014/main" id="{8DEE5AD7-670D-9A0A-231B-2EF7D5571EA7}"/>
              </a:ext>
            </a:extLst>
          </p:cNvPr>
          <p:cNvSpPr txBox="1"/>
          <p:nvPr/>
        </p:nvSpPr>
        <p:spPr>
          <a:xfrm>
            <a:off x="4480560" y="2999232"/>
            <a:ext cx="7040880" cy="475488"/>
          </a:xfrm>
          <a:prstGeom prst="rect">
            <a:avLst/>
          </a:prstGeom>
          <a:noFill/>
          <a:ln/>
        </p:spPr>
        <p:txBody>
          <a:bodyPr wrap="square" lIns="0" tIns="0" rIns="0" bIns="0" rtlCol="0" anchor="ctr"/>
          <a:lstStyle/>
          <a:p>
            <a:pPr marL="0" indent="0">
              <a:buNone/>
            </a:pPr>
            <a:r>
              <a:rPr lang="en-US" sz="1200" dirty="0">
                <a:solidFill>
                  <a:srgbClr val="5F6075"/>
                </a:solidFill>
                <a:latin typeface="Calibri" pitchFamily="34" charset="0"/>
                <a:ea typeface="Calibri" pitchFamily="34" charset="-122"/>
                <a:cs typeface="Calibri" pitchFamily="34" charset="-120"/>
              </a:rPr>
              <a:t>Text(Header and Paragraph) + tick list + 2 buttons left; dark globe card with 3 floating stat chips right</a:t>
            </a:r>
            <a:endParaRPr lang="en-US" sz="1200" dirty="0"/>
          </a:p>
        </p:txBody>
      </p:sp>
      <p:sp>
        <p:nvSpPr>
          <p:cNvPr id="18" name="Shape 15">
            <a:extLst>
              <a:ext uri="{FF2B5EF4-FFF2-40B4-BE49-F238E27FC236}">
                <a16:creationId xmlns:a16="http://schemas.microsoft.com/office/drawing/2014/main" id="{4E0D6AF4-CFA1-E96E-7F79-3888B42AF00F}"/>
              </a:ext>
            </a:extLst>
          </p:cNvPr>
          <p:cNvSpPr/>
          <p:nvPr/>
        </p:nvSpPr>
        <p:spPr>
          <a:xfrm>
            <a:off x="2560320" y="3557016"/>
            <a:ext cx="9098280" cy="475488"/>
          </a:xfrm>
          <a:prstGeom prst="roundRect">
            <a:avLst>
              <a:gd name="adj" fmla="val 15385"/>
            </a:avLst>
          </a:prstGeom>
          <a:solidFill>
            <a:srgbClr val="F3F2FA"/>
          </a:solidFill>
          <a:ln/>
        </p:spPr>
        <p:txBody>
          <a:bodyPr/>
          <a:lstStyle/>
          <a:p>
            <a:endParaRPr lang="en-IN"/>
          </a:p>
        </p:txBody>
      </p:sp>
      <p:sp>
        <p:nvSpPr>
          <p:cNvPr id="19" name="Text 16">
            <a:extLst>
              <a:ext uri="{FF2B5EF4-FFF2-40B4-BE49-F238E27FC236}">
                <a16:creationId xmlns:a16="http://schemas.microsoft.com/office/drawing/2014/main" id="{FB10AD87-5F79-6AE5-4C05-F504A32571C9}"/>
              </a:ext>
            </a:extLst>
          </p:cNvPr>
          <p:cNvSpPr txBox="1"/>
          <p:nvPr/>
        </p:nvSpPr>
        <p:spPr>
          <a:xfrm>
            <a:off x="2743200" y="3557016"/>
            <a:ext cx="1737360" cy="475488"/>
          </a:xfrm>
          <a:prstGeom prst="rect">
            <a:avLst/>
          </a:prstGeom>
          <a:noFill/>
          <a:ln/>
        </p:spPr>
        <p:txBody>
          <a:bodyPr wrap="square" lIns="0" tIns="0" rIns="0" bIns="0" rtlCol="0" anchor="ctr"/>
          <a:lstStyle/>
          <a:p>
            <a:pPr marL="0" indent="0">
              <a:buNone/>
            </a:pPr>
            <a:r>
              <a:rPr lang="en-US" sz="1300" b="1" dirty="0">
                <a:solidFill>
                  <a:srgbClr val="16161F"/>
                </a:solidFill>
                <a:latin typeface="Calibri" pitchFamily="34" charset="0"/>
                <a:ea typeface="Calibri" pitchFamily="34" charset="-122"/>
                <a:cs typeface="Calibri" pitchFamily="34" charset="-120"/>
              </a:rPr>
              <a:t>Founders</a:t>
            </a:r>
            <a:endParaRPr lang="en-US" sz="1300" dirty="0"/>
          </a:p>
        </p:txBody>
      </p:sp>
      <p:sp>
        <p:nvSpPr>
          <p:cNvPr id="20" name="Text 17">
            <a:extLst>
              <a:ext uri="{FF2B5EF4-FFF2-40B4-BE49-F238E27FC236}">
                <a16:creationId xmlns:a16="http://schemas.microsoft.com/office/drawing/2014/main" id="{DD5F4A19-73EE-37B5-E5E9-CCD67785BD17}"/>
              </a:ext>
            </a:extLst>
          </p:cNvPr>
          <p:cNvSpPr txBox="1"/>
          <p:nvPr/>
        </p:nvSpPr>
        <p:spPr>
          <a:xfrm>
            <a:off x="4480560" y="3557016"/>
            <a:ext cx="7040880" cy="475488"/>
          </a:xfrm>
          <a:prstGeom prst="rect">
            <a:avLst/>
          </a:prstGeom>
          <a:noFill/>
          <a:ln/>
        </p:spPr>
        <p:txBody>
          <a:bodyPr wrap="square" lIns="0" tIns="0" rIns="0" bIns="0" rtlCol="0" anchor="ctr"/>
          <a:lstStyle/>
          <a:p>
            <a:pPr marL="0" indent="0">
              <a:buNone/>
            </a:pPr>
            <a:r>
              <a:rPr lang="en-US" sz="1200" dirty="0">
                <a:solidFill>
                  <a:srgbClr val="5F6075"/>
                </a:solidFill>
                <a:latin typeface="Calibri" pitchFamily="34" charset="0"/>
                <a:ea typeface="Calibri" pitchFamily="34" charset="-122"/>
                <a:cs typeface="Calibri" pitchFamily="34" charset="-120"/>
              </a:rPr>
              <a:t>Two horizontal cards: illustrated portrait, role pill, name, quote, bio, years, social icons</a:t>
            </a:r>
            <a:endParaRPr lang="en-US" sz="1200" dirty="0"/>
          </a:p>
        </p:txBody>
      </p:sp>
      <p:sp>
        <p:nvSpPr>
          <p:cNvPr id="21" name="Shape 18">
            <a:extLst>
              <a:ext uri="{FF2B5EF4-FFF2-40B4-BE49-F238E27FC236}">
                <a16:creationId xmlns:a16="http://schemas.microsoft.com/office/drawing/2014/main" id="{F1B5FD1D-2342-341B-5227-7E6B0636D2BF}"/>
              </a:ext>
            </a:extLst>
          </p:cNvPr>
          <p:cNvSpPr/>
          <p:nvPr/>
        </p:nvSpPr>
        <p:spPr>
          <a:xfrm>
            <a:off x="2560320" y="4114800"/>
            <a:ext cx="9098280" cy="475488"/>
          </a:xfrm>
          <a:prstGeom prst="roundRect">
            <a:avLst>
              <a:gd name="adj" fmla="val 15385"/>
            </a:avLst>
          </a:prstGeom>
          <a:solidFill>
            <a:srgbClr val="FFFFFF"/>
          </a:solidFill>
          <a:ln/>
        </p:spPr>
        <p:txBody>
          <a:bodyPr/>
          <a:lstStyle/>
          <a:p>
            <a:endParaRPr lang="en-IN"/>
          </a:p>
        </p:txBody>
      </p:sp>
      <p:sp>
        <p:nvSpPr>
          <p:cNvPr id="22" name="Text 19">
            <a:extLst>
              <a:ext uri="{FF2B5EF4-FFF2-40B4-BE49-F238E27FC236}">
                <a16:creationId xmlns:a16="http://schemas.microsoft.com/office/drawing/2014/main" id="{480FBBE1-3BED-C2D6-5811-609DF6DCFEAE}"/>
              </a:ext>
            </a:extLst>
          </p:cNvPr>
          <p:cNvSpPr txBox="1"/>
          <p:nvPr/>
        </p:nvSpPr>
        <p:spPr>
          <a:xfrm>
            <a:off x="2743200" y="4114800"/>
            <a:ext cx="1737360" cy="475488"/>
          </a:xfrm>
          <a:prstGeom prst="rect">
            <a:avLst/>
          </a:prstGeom>
          <a:noFill/>
          <a:ln/>
        </p:spPr>
        <p:txBody>
          <a:bodyPr wrap="square" lIns="0" tIns="0" rIns="0" bIns="0" rtlCol="0" anchor="ctr"/>
          <a:lstStyle/>
          <a:p>
            <a:pPr marL="0" indent="0">
              <a:buNone/>
            </a:pPr>
            <a:r>
              <a:rPr lang="en-US" sz="1300" b="1" dirty="0">
                <a:solidFill>
                  <a:srgbClr val="16161F"/>
                </a:solidFill>
                <a:latin typeface="Calibri" pitchFamily="34" charset="0"/>
                <a:ea typeface="Calibri" pitchFamily="34" charset="-122"/>
                <a:cs typeface="Calibri" pitchFamily="34" charset="-120"/>
              </a:rPr>
              <a:t>Timeline (Optional)</a:t>
            </a:r>
            <a:endParaRPr lang="en-US" sz="1300" dirty="0"/>
          </a:p>
        </p:txBody>
      </p:sp>
      <p:sp>
        <p:nvSpPr>
          <p:cNvPr id="23" name="Text 20">
            <a:extLst>
              <a:ext uri="{FF2B5EF4-FFF2-40B4-BE49-F238E27FC236}">
                <a16:creationId xmlns:a16="http://schemas.microsoft.com/office/drawing/2014/main" id="{2ED39A15-FDF9-0B59-637B-731A64B8B000}"/>
              </a:ext>
            </a:extLst>
          </p:cNvPr>
          <p:cNvSpPr txBox="1"/>
          <p:nvPr/>
        </p:nvSpPr>
        <p:spPr>
          <a:xfrm>
            <a:off x="4480560" y="4114800"/>
            <a:ext cx="7040880" cy="475488"/>
          </a:xfrm>
          <a:prstGeom prst="rect">
            <a:avLst/>
          </a:prstGeom>
          <a:noFill/>
          <a:ln/>
        </p:spPr>
        <p:txBody>
          <a:bodyPr wrap="square" lIns="0" tIns="0" rIns="0" bIns="0" rtlCol="0" anchor="ctr"/>
          <a:lstStyle/>
          <a:p>
            <a:pPr marL="0" indent="0">
              <a:buNone/>
            </a:pPr>
            <a:r>
              <a:rPr lang="en-US" sz="1200" dirty="0">
                <a:solidFill>
                  <a:srgbClr val="5F6075"/>
                </a:solidFill>
                <a:latin typeface="Calibri" pitchFamily="34" charset="0"/>
                <a:ea typeface="Calibri" pitchFamily="34" charset="-122"/>
                <a:cs typeface="Calibri" pitchFamily="34" charset="-120"/>
              </a:rPr>
              <a:t>4 milestones on a horizontal line (stacks vertically on mobile)</a:t>
            </a:r>
            <a:endParaRPr lang="en-US" sz="1200" dirty="0"/>
          </a:p>
        </p:txBody>
      </p:sp>
      <p:sp>
        <p:nvSpPr>
          <p:cNvPr id="24" name="Shape 21">
            <a:extLst>
              <a:ext uri="{FF2B5EF4-FFF2-40B4-BE49-F238E27FC236}">
                <a16:creationId xmlns:a16="http://schemas.microsoft.com/office/drawing/2014/main" id="{EF670ADF-5C08-1AED-073E-C7CF66415E04}"/>
              </a:ext>
            </a:extLst>
          </p:cNvPr>
          <p:cNvSpPr/>
          <p:nvPr/>
        </p:nvSpPr>
        <p:spPr>
          <a:xfrm>
            <a:off x="2560320" y="4672584"/>
            <a:ext cx="9098280" cy="475488"/>
          </a:xfrm>
          <a:prstGeom prst="roundRect">
            <a:avLst>
              <a:gd name="adj" fmla="val 15385"/>
            </a:avLst>
          </a:prstGeom>
          <a:solidFill>
            <a:srgbClr val="F3F2FA"/>
          </a:solidFill>
          <a:ln/>
        </p:spPr>
        <p:txBody>
          <a:bodyPr/>
          <a:lstStyle/>
          <a:p>
            <a:endParaRPr lang="en-IN"/>
          </a:p>
        </p:txBody>
      </p:sp>
      <p:sp>
        <p:nvSpPr>
          <p:cNvPr id="25" name="Text 22">
            <a:extLst>
              <a:ext uri="{FF2B5EF4-FFF2-40B4-BE49-F238E27FC236}">
                <a16:creationId xmlns:a16="http://schemas.microsoft.com/office/drawing/2014/main" id="{0BFD5B79-2688-5640-6C26-CE70210C3758}"/>
              </a:ext>
            </a:extLst>
          </p:cNvPr>
          <p:cNvSpPr txBox="1"/>
          <p:nvPr/>
        </p:nvSpPr>
        <p:spPr>
          <a:xfrm>
            <a:off x="2743200" y="4672584"/>
            <a:ext cx="1737360" cy="475488"/>
          </a:xfrm>
          <a:prstGeom prst="rect">
            <a:avLst/>
          </a:prstGeom>
          <a:noFill/>
          <a:ln/>
        </p:spPr>
        <p:txBody>
          <a:bodyPr wrap="square" lIns="0" tIns="0" rIns="0" bIns="0" rtlCol="0" anchor="ctr"/>
          <a:lstStyle/>
          <a:p>
            <a:pPr marL="0" indent="0">
              <a:buNone/>
            </a:pPr>
            <a:r>
              <a:rPr lang="en-US" sz="1300" b="1" dirty="0">
                <a:solidFill>
                  <a:srgbClr val="16161F"/>
                </a:solidFill>
                <a:latin typeface="Calibri" pitchFamily="34" charset="0"/>
                <a:ea typeface="Calibri" pitchFamily="34" charset="-122"/>
                <a:cs typeface="Calibri" pitchFamily="34" charset="-120"/>
              </a:rPr>
              <a:t>Services</a:t>
            </a:r>
            <a:endParaRPr lang="en-US" sz="1300" dirty="0"/>
          </a:p>
        </p:txBody>
      </p:sp>
      <p:sp>
        <p:nvSpPr>
          <p:cNvPr id="26" name="Text 23">
            <a:extLst>
              <a:ext uri="{FF2B5EF4-FFF2-40B4-BE49-F238E27FC236}">
                <a16:creationId xmlns:a16="http://schemas.microsoft.com/office/drawing/2014/main" id="{D3F0A49D-6381-6604-FF1E-86D9BAF53A0F}"/>
              </a:ext>
            </a:extLst>
          </p:cNvPr>
          <p:cNvSpPr txBox="1"/>
          <p:nvPr/>
        </p:nvSpPr>
        <p:spPr>
          <a:xfrm>
            <a:off x="4480560" y="4672584"/>
            <a:ext cx="7040880" cy="475488"/>
          </a:xfrm>
          <a:prstGeom prst="rect">
            <a:avLst/>
          </a:prstGeom>
          <a:noFill/>
          <a:ln/>
        </p:spPr>
        <p:txBody>
          <a:bodyPr wrap="square" lIns="0" tIns="0" rIns="0" bIns="0" rtlCol="0" anchor="ctr"/>
          <a:lstStyle/>
          <a:p>
            <a:pPr marL="0" indent="0">
              <a:buNone/>
            </a:pPr>
            <a:r>
              <a:rPr lang="en-US" sz="1200" dirty="0">
                <a:solidFill>
                  <a:srgbClr val="5F6075"/>
                </a:solidFill>
                <a:latin typeface="Calibri" pitchFamily="34" charset="0"/>
                <a:ea typeface="Calibri" pitchFamily="34" charset="-122"/>
                <a:cs typeface="Calibri" pitchFamily="34" charset="-120"/>
              </a:rPr>
              <a:t>Centered heading + 4-column bento grid of 7 cards (tall, wide, full-width banner)</a:t>
            </a:r>
            <a:endParaRPr lang="en-US" sz="1200" dirty="0"/>
          </a:p>
        </p:txBody>
      </p:sp>
      <p:sp>
        <p:nvSpPr>
          <p:cNvPr id="27" name="Shape 24">
            <a:extLst>
              <a:ext uri="{FF2B5EF4-FFF2-40B4-BE49-F238E27FC236}">
                <a16:creationId xmlns:a16="http://schemas.microsoft.com/office/drawing/2014/main" id="{0F3C5701-FB27-3975-1D15-FC6C32441976}"/>
              </a:ext>
            </a:extLst>
          </p:cNvPr>
          <p:cNvSpPr/>
          <p:nvPr/>
        </p:nvSpPr>
        <p:spPr>
          <a:xfrm>
            <a:off x="2560320" y="5230368"/>
            <a:ext cx="9098280" cy="475488"/>
          </a:xfrm>
          <a:prstGeom prst="roundRect">
            <a:avLst>
              <a:gd name="adj" fmla="val 15385"/>
            </a:avLst>
          </a:prstGeom>
          <a:solidFill>
            <a:srgbClr val="FFFFFF"/>
          </a:solidFill>
          <a:ln/>
        </p:spPr>
        <p:txBody>
          <a:bodyPr/>
          <a:lstStyle/>
          <a:p>
            <a:endParaRPr lang="en-IN"/>
          </a:p>
        </p:txBody>
      </p:sp>
      <p:sp>
        <p:nvSpPr>
          <p:cNvPr id="28" name="Text 25">
            <a:extLst>
              <a:ext uri="{FF2B5EF4-FFF2-40B4-BE49-F238E27FC236}">
                <a16:creationId xmlns:a16="http://schemas.microsoft.com/office/drawing/2014/main" id="{521C789A-2D0E-2D25-D692-75762DB3DC72}"/>
              </a:ext>
            </a:extLst>
          </p:cNvPr>
          <p:cNvSpPr txBox="1"/>
          <p:nvPr/>
        </p:nvSpPr>
        <p:spPr>
          <a:xfrm>
            <a:off x="2743200" y="5230368"/>
            <a:ext cx="1737360" cy="475488"/>
          </a:xfrm>
          <a:prstGeom prst="rect">
            <a:avLst/>
          </a:prstGeom>
          <a:noFill/>
          <a:ln/>
        </p:spPr>
        <p:txBody>
          <a:bodyPr wrap="square" lIns="0" tIns="0" rIns="0" bIns="0" rtlCol="0" anchor="ctr"/>
          <a:lstStyle/>
          <a:p>
            <a:pPr marL="0" indent="0">
              <a:buNone/>
            </a:pPr>
            <a:r>
              <a:rPr lang="en-US" sz="1300" b="1" dirty="0">
                <a:solidFill>
                  <a:srgbClr val="16161F"/>
                </a:solidFill>
                <a:latin typeface="Calibri" pitchFamily="34" charset="0"/>
                <a:ea typeface="Calibri" pitchFamily="34" charset="-122"/>
                <a:cs typeface="Calibri" pitchFamily="34" charset="-120"/>
              </a:rPr>
              <a:t>Contact</a:t>
            </a:r>
            <a:endParaRPr lang="en-US" sz="1300" dirty="0"/>
          </a:p>
        </p:txBody>
      </p:sp>
      <p:sp>
        <p:nvSpPr>
          <p:cNvPr id="29" name="Text 26">
            <a:extLst>
              <a:ext uri="{FF2B5EF4-FFF2-40B4-BE49-F238E27FC236}">
                <a16:creationId xmlns:a16="http://schemas.microsoft.com/office/drawing/2014/main" id="{1A059CED-FCFE-D414-B3FB-1609553A2516}"/>
              </a:ext>
            </a:extLst>
          </p:cNvPr>
          <p:cNvSpPr txBox="1"/>
          <p:nvPr/>
        </p:nvSpPr>
        <p:spPr>
          <a:xfrm>
            <a:off x="4480560" y="5230368"/>
            <a:ext cx="7040880" cy="475488"/>
          </a:xfrm>
          <a:prstGeom prst="rect">
            <a:avLst/>
          </a:prstGeom>
          <a:noFill/>
          <a:ln/>
        </p:spPr>
        <p:txBody>
          <a:bodyPr wrap="square" lIns="0" tIns="0" rIns="0" bIns="0" rtlCol="0" anchor="ctr"/>
          <a:lstStyle/>
          <a:p>
            <a:pPr marL="0" indent="0">
              <a:buNone/>
            </a:pPr>
            <a:r>
              <a:rPr lang="en-US" sz="1200" dirty="0">
                <a:solidFill>
                  <a:srgbClr val="5F6075"/>
                </a:solidFill>
                <a:latin typeface="Calibri" pitchFamily="34" charset="0"/>
                <a:ea typeface="Calibri" pitchFamily="34" charset="-122"/>
                <a:cs typeface="Calibri" pitchFamily="34" charset="-120"/>
              </a:rPr>
              <a:t>Form card (enquiry-type toggle, 4 fields) + dark info card with phone, email, hours, status</a:t>
            </a:r>
            <a:endParaRPr lang="en-US" sz="1200" dirty="0"/>
          </a:p>
        </p:txBody>
      </p:sp>
      <p:sp>
        <p:nvSpPr>
          <p:cNvPr id="30" name="Shape 27">
            <a:extLst>
              <a:ext uri="{FF2B5EF4-FFF2-40B4-BE49-F238E27FC236}">
                <a16:creationId xmlns:a16="http://schemas.microsoft.com/office/drawing/2014/main" id="{02276D04-9A5D-E7E9-E149-5F8B44247704}"/>
              </a:ext>
            </a:extLst>
          </p:cNvPr>
          <p:cNvSpPr/>
          <p:nvPr/>
        </p:nvSpPr>
        <p:spPr>
          <a:xfrm>
            <a:off x="2560320" y="5788152"/>
            <a:ext cx="9098280" cy="475488"/>
          </a:xfrm>
          <a:prstGeom prst="roundRect">
            <a:avLst>
              <a:gd name="adj" fmla="val 15385"/>
            </a:avLst>
          </a:prstGeom>
          <a:solidFill>
            <a:srgbClr val="F3F2FA"/>
          </a:solidFill>
          <a:ln/>
        </p:spPr>
        <p:txBody>
          <a:bodyPr/>
          <a:lstStyle/>
          <a:p>
            <a:endParaRPr lang="en-IN"/>
          </a:p>
        </p:txBody>
      </p:sp>
      <p:sp>
        <p:nvSpPr>
          <p:cNvPr id="31" name="Text 28">
            <a:extLst>
              <a:ext uri="{FF2B5EF4-FFF2-40B4-BE49-F238E27FC236}">
                <a16:creationId xmlns:a16="http://schemas.microsoft.com/office/drawing/2014/main" id="{68E98374-7B3D-CF07-F6FF-62D5D5C20122}"/>
              </a:ext>
            </a:extLst>
          </p:cNvPr>
          <p:cNvSpPr txBox="1"/>
          <p:nvPr/>
        </p:nvSpPr>
        <p:spPr>
          <a:xfrm>
            <a:off x="2743200" y="5788152"/>
            <a:ext cx="1737360" cy="475488"/>
          </a:xfrm>
          <a:prstGeom prst="rect">
            <a:avLst/>
          </a:prstGeom>
          <a:noFill/>
          <a:ln/>
        </p:spPr>
        <p:txBody>
          <a:bodyPr wrap="square" lIns="0" tIns="0" rIns="0" bIns="0" rtlCol="0" anchor="ctr"/>
          <a:lstStyle/>
          <a:p>
            <a:pPr marL="0" indent="0">
              <a:buNone/>
            </a:pPr>
            <a:r>
              <a:rPr lang="en-US" sz="1300" b="1" dirty="0">
                <a:solidFill>
                  <a:srgbClr val="16161F"/>
                </a:solidFill>
                <a:latin typeface="Calibri" pitchFamily="34" charset="0"/>
                <a:ea typeface="Calibri" pitchFamily="34" charset="-122"/>
                <a:cs typeface="Calibri" pitchFamily="34" charset="-120"/>
              </a:rPr>
              <a:t>Footer</a:t>
            </a:r>
            <a:endParaRPr lang="en-US" sz="1300" dirty="0"/>
          </a:p>
        </p:txBody>
      </p:sp>
      <p:sp>
        <p:nvSpPr>
          <p:cNvPr id="32" name="Text 29">
            <a:extLst>
              <a:ext uri="{FF2B5EF4-FFF2-40B4-BE49-F238E27FC236}">
                <a16:creationId xmlns:a16="http://schemas.microsoft.com/office/drawing/2014/main" id="{C25D46E2-E3CE-FEED-4E09-C7AA583900F2}"/>
              </a:ext>
            </a:extLst>
          </p:cNvPr>
          <p:cNvSpPr txBox="1"/>
          <p:nvPr/>
        </p:nvSpPr>
        <p:spPr>
          <a:xfrm>
            <a:off x="4480560" y="5788152"/>
            <a:ext cx="7040880" cy="475488"/>
          </a:xfrm>
          <a:prstGeom prst="rect">
            <a:avLst/>
          </a:prstGeom>
          <a:noFill/>
          <a:ln/>
        </p:spPr>
        <p:txBody>
          <a:bodyPr wrap="square" lIns="0" tIns="0" rIns="0" bIns="0" rtlCol="0" anchor="ctr"/>
          <a:lstStyle/>
          <a:p>
            <a:pPr marL="0" indent="0">
              <a:buNone/>
            </a:pPr>
            <a:r>
              <a:rPr lang="en-US" sz="1200" dirty="0">
                <a:solidFill>
                  <a:srgbClr val="5F6075"/>
                </a:solidFill>
                <a:latin typeface="Calibri" pitchFamily="34" charset="0"/>
                <a:ea typeface="Calibri" pitchFamily="34" charset="-122"/>
                <a:cs typeface="Calibri" pitchFamily="34" charset="-120"/>
              </a:rPr>
              <a:t>Dark: logo + text, two link columns, newsletter field, copyright and legal links</a:t>
            </a:r>
            <a:endParaRPr lang="en-US" sz="1200" dirty="0"/>
          </a:p>
        </p:txBody>
      </p:sp>
    </p:spTree>
    <p:extLst>
      <p:ext uri="{BB962C8B-B14F-4D97-AF65-F5344CB8AC3E}">
        <p14:creationId xmlns:p14="http://schemas.microsoft.com/office/powerpoint/2010/main" val="551311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7B36E19-F34C-0755-024C-7E3457D233C7}"/>
              </a:ext>
            </a:extLst>
          </p:cNvPr>
          <p:cNvSpPr txBox="1">
            <a:spLocks/>
          </p:cNvSpPr>
          <p:nvPr/>
        </p:nvSpPr>
        <p:spPr>
          <a:xfrm>
            <a:off x="548640" y="457200"/>
            <a:ext cx="11064240" cy="594360"/>
          </a:xfrm>
          <a:prstGeom prst="rect">
            <a:avLst/>
          </a:prstGeom>
          <a:noFill/>
          <a:ln/>
        </p:spPr>
        <p:txBody>
          <a:bodyPr wrap="square" lIns="0" tIns="0" rIns="0" bIns="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a:solidFill>
                  <a:srgbClr val="16161F"/>
                </a:solidFill>
                <a:latin typeface="Calibri" pitchFamily="34" charset="0"/>
                <a:ea typeface="Calibri" pitchFamily="34" charset="-122"/>
                <a:cs typeface="Calibri" pitchFamily="34" charset="-120"/>
              </a:rPr>
              <a:t>Navigation bar</a:t>
            </a:r>
            <a:endParaRPr lang="en-US" sz="2800" dirty="0"/>
          </a:p>
        </p:txBody>
      </p:sp>
      <p:sp>
        <p:nvSpPr>
          <p:cNvPr id="3" name="Shape 2">
            <a:extLst>
              <a:ext uri="{FF2B5EF4-FFF2-40B4-BE49-F238E27FC236}">
                <a16:creationId xmlns:a16="http://schemas.microsoft.com/office/drawing/2014/main" id="{6C1F5778-42E7-C765-FDEC-541B697BDF3E}"/>
              </a:ext>
            </a:extLst>
          </p:cNvPr>
          <p:cNvSpPr/>
          <p:nvPr/>
        </p:nvSpPr>
        <p:spPr>
          <a:xfrm>
            <a:off x="548640" y="1325880"/>
            <a:ext cx="6537960" cy="1828800"/>
          </a:xfrm>
          <a:prstGeom prst="roundRect">
            <a:avLst>
              <a:gd name="adj" fmla="val 6000"/>
            </a:avLst>
          </a:prstGeom>
          <a:solidFill>
            <a:srgbClr val="FBFBFF"/>
          </a:solidFill>
          <a:ln w="9525">
            <a:solidFill>
              <a:srgbClr val="E4E3EF"/>
            </a:solidFill>
            <a:prstDash val="solid"/>
          </a:ln>
          <a:effectLst>
            <a:outerShdw blurRad="101600" dist="25400" dir="5400000" algn="bl" rotWithShape="0">
              <a:srgbClr val="28207A">
                <a:alpha val="12000"/>
              </a:srgbClr>
            </a:outerShdw>
          </a:effectLst>
        </p:spPr>
        <p:txBody>
          <a:bodyPr/>
          <a:lstStyle/>
          <a:p>
            <a:endParaRPr lang="en-IN"/>
          </a:p>
        </p:txBody>
      </p:sp>
      <p:sp>
        <p:nvSpPr>
          <p:cNvPr id="4" name="Shape 3">
            <a:extLst>
              <a:ext uri="{FF2B5EF4-FFF2-40B4-BE49-F238E27FC236}">
                <a16:creationId xmlns:a16="http://schemas.microsoft.com/office/drawing/2014/main" id="{5A5E840E-C43E-B30E-BB0B-5C56E836F242}"/>
              </a:ext>
            </a:extLst>
          </p:cNvPr>
          <p:cNvSpPr/>
          <p:nvPr/>
        </p:nvSpPr>
        <p:spPr>
          <a:xfrm>
            <a:off x="548640" y="1325880"/>
            <a:ext cx="6537960" cy="274320"/>
          </a:xfrm>
          <a:prstGeom prst="roundRect">
            <a:avLst>
              <a:gd name="adj" fmla="val 40000"/>
            </a:avLst>
          </a:prstGeom>
          <a:solidFill>
            <a:srgbClr val="EEEDF6"/>
          </a:solidFill>
          <a:ln/>
        </p:spPr>
        <p:txBody>
          <a:bodyPr/>
          <a:lstStyle/>
          <a:p>
            <a:endParaRPr lang="en-IN"/>
          </a:p>
        </p:txBody>
      </p:sp>
      <p:sp>
        <p:nvSpPr>
          <p:cNvPr id="5" name="Shape 4">
            <a:extLst>
              <a:ext uri="{FF2B5EF4-FFF2-40B4-BE49-F238E27FC236}">
                <a16:creationId xmlns:a16="http://schemas.microsoft.com/office/drawing/2014/main" id="{C4B23C4F-E73E-AE3C-BE14-DCA9959ADDF5}"/>
              </a:ext>
            </a:extLst>
          </p:cNvPr>
          <p:cNvSpPr/>
          <p:nvPr/>
        </p:nvSpPr>
        <p:spPr>
          <a:xfrm>
            <a:off x="548640" y="1490472"/>
            <a:ext cx="6537960" cy="109728"/>
          </a:xfrm>
          <a:prstGeom prst="rect">
            <a:avLst/>
          </a:prstGeom>
          <a:solidFill>
            <a:srgbClr val="EEEDF6"/>
          </a:solidFill>
          <a:ln/>
        </p:spPr>
        <p:txBody>
          <a:bodyPr/>
          <a:lstStyle/>
          <a:p>
            <a:endParaRPr lang="en-IN"/>
          </a:p>
        </p:txBody>
      </p:sp>
      <p:sp>
        <p:nvSpPr>
          <p:cNvPr id="6" name="Shape 5">
            <a:extLst>
              <a:ext uri="{FF2B5EF4-FFF2-40B4-BE49-F238E27FC236}">
                <a16:creationId xmlns:a16="http://schemas.microsoft.com/office/drawing/2014/main" id="{96AC05C9-27B0-01BA-C8BD-5520715A5152}"/>
              </a:ext>
            </a:extLst>
          </p:cNvPr>
          <p:cNvSpPr/>
          <p:nvPr/>
        </p:nvSpPr>
        <p:spPr>
          <a:xfrm>
            <a:off x="676656" y="1417320"/>
            <a:ext cx="91440" cy="91440"/>
          </a:xfrm>
          <a:prstGeom prst="ellipse">
            <a:avLst/>
          </a:prstGeom>
          <a:solidFill>
            <a:srgbClr val="F2B77A"/>
          </a:solidFill>
          <a:ln/>
        </p:spPr>
        <p:txBody>
          <a:bodyPr/>
          <a:lstStyle/>
          <a:p>
            <a:endParaRPr lang="en-IN"/>
          </a:p>
        </p:txBody>
      </p:sp>
      <p:sp>
        <p:nvSpPr>
          <p:cNvPr id="7" name="Shape 6">
            <a:extLst>
              <a:ext uri="{FF2B5EF4-FFF2-40B4-BE49-F238E27FC236}">
                <a16:creationId xmlns:a16="http://schemas.microsoft.com/office/drawing/2014/main" id="{3A3A9AEF-3E3C-2D95-538A-72DBB492EFB6}"/>
              </a:ext>
            </a:extLst>
          </p:cNvPr>
          <p:cNvSpPr/>
          <p:nvPr/>
        </p:nvSpPr>
        <p:spPr>
          <a:xfrm>
            <a:off x="822960" y="1417320"/>
            <a:ext cx="91440" cy="91440"/>
          </a:xfrm>
          <a:prstGeom prst="ellipse">
            <a:avLst/>
          </a:prstGeom>
          <a:solidFill>
            <a:srgbClr val="B3A8FF"/>
          </a:solidFill>
          <a:ln/>
        </p:spPr>
        <p:txBody>
          <a:bodyPr/>
          <a:lstStyle/>
          <a:p>
            <a:endParaRPr lang="en-IN"/>
          </a:p>
        </p:txBody>
      </p:sp>
      <p:sp>
        <p:nvSpPr>
          <p:cNvPr id="8" name="Shape 7">
            <a:extLst>
              <a:ext uri="{FF2B5EF4-FFF2-40B4-BE49-F238E27FC236}">
                <a16:creationId xmlns:a16="http://schemas.microsoft.com/office/drawing/2014/main" id="{46DC7199-473D-2B62-9445-AE221A009F68}"/>
              </a:ext>
            </a:extLst>
          </p:cNvPr>
          <p:cNvSpPr/>
          <p:nvPr/>
        </p:nvSpPr>
        <p:spPr>
          <a:xfrm>
            <a:off x="969264" y="1417320"/>
            <a:ext cx="91440" cy="91440"/>
          </a:xfrm>
          <a:prstGeom prst="ellipse">
            <a:avLst/>
          </a:prstGeom>
          <a:solidFill>
            <a:srgbClr val="9DF0D4"/>
          </a:solidFill>
          <a:ln/>
        </p:spPr>
        <p:txBody>
          <a:bodyPr/>
          <a:lstStyle/>
          <a:p>
            <a:endParaRPr lang="en-IN"/>
          </a:p>
        </p:txBody>
      </p:sp>
      <p:sp>
        <p:nvSpPr>
          <p:cNvPr id="9" name="Shape 8">
            <a:extLst>
              <a:ext uri="{FF2B5EF4-FFF2-40B4-BE49-F238E27FC236}">
                <a16:creationId xmlns:a16="http://schemas.microsoft.com/office/drawing/2014/main" id="{718DA1BF-CBFF-26B5-87C1-2DAC68F0C880}"/>
              </a:ext>
            </a:extLst>
          </p:cNvPr>
          <p:cNvSpPr/>
          <p:nvPr/>
        </p:nvSpPr>
        <p:spPr>
          <a:xfrm>
            <a:off x="2628900" y="1380744"/>
            <a:ext cx="2377440" cy="164592"/>
          </a:xfrm>
          <a:prstGeom prst="roundRect">
            <a:avLst>
              <a:gd name="adj" fmla="val 50000"/>
            </a:avLst>
          </a:prstGeom>
          <a:solidFill>
            <a:srgbClr val="FFFFFF"/>
          </a:solidFill>
          <a:ln/>
        </p:spPr>
        <p:txBody>
          <a:bodyPr/>
          <a:lstStyle/>
          <a:p>
            <a:endParaRPr lang="en-IN"/>
          </a:p>
        </p:txBody>
      </p:sp>
      <p:sp>
        <p:nvSpPr>
          <p:cNvPr id="10" name="Text 9">
            <a:extLst>
              <a:ext uri="{FF2B5EF4-FFF2-40B4-BE49-F238E27FC236}">
                <a16:creationId xmlns:a16="http://schemas.microsoft.com/office/drawing/2014/main" id="{628B8310-B613-0A08-25DC-FD71633A5055}"/>
              </a:ext>
            </a:extLst>
          </p:cNvPr>
          <p:cNvSpPr txBox="1"/>
          <p:nvPr/>
        </p:nvSpPr>
        <p:spPr>
          <a:xfrm>
            <a:off x="2628900" y="1380744"/>
            <a:ext cx="2377440" cy="164592"/>
          </a:xfrm>
          <a:prstGeom prst="rect">
            <a:avLst/>
          </a:prstGeom>
          <a:noFill/>
          <a:ln/>
        </p:spPr>
        <p:txBody>
          <a:bodyPr wrap="square" lIns="0" tIns="0" rIns="0" bIns="0" rtlCol="0" anchor="ctr"/>
          <a:lstStyle/>
          <a:p>
            <a:pPr marL="0" indent="0" algn="ctr">
              <a:buNone/>
            </a:pPr>
            <a:r>
              <a:rPr lang="en-US" sz="700" dirty="0">
                <a:solidFill>
                  <a:srgbClr val="8B8BA3"/>
                </a:solidFill>
                <a:latin typeface="Calibri" pitchFamily="34" charset="0"/>
                <a:ea typeface="Calibri" pitchFamily="34" charset="-122"/>
                <a:cs typeface="Calibri" pitchFamily="34" charset="-120"/>
              </a:rPr>
              <a:t>omaginfo.com</a:t>
            </a:r>
            <a:endParaRPr lang="en-US" sz="700" dirty="0"/>
          </a:p>
        </p:txBody>
      </p:sp>
      <p:sp>
        <p:nvSpPr>
          <p:cNvPr id="11" name="Shape 10">
            <a:extLst>
              <a:ext uri="{FF2B5EF4-FFF2-40B4-BE49-F238E27FC236}">
                <a16:creationId xmlns:a16="http://schemas.microsoft.com/office/drawing/2014/main" id="{7120F6CE-4582-6A3A-B987-6803AFDBAFB6}"/>
              </a:ext>
            </a:extLst>
          </p:cNvPr>
          <p:cNvSpPr/>
          <p:nvPr/>
        </p:nvSpPr>
        <p:spPr>
          <a:xfrm>
            <a:off x="749808" y="1783080"/>
            <a:ext cx="1234440" cy="329184"/>
          </a:xfrm>
          <a:prstGeom prst="roundRect">
            <a:avLst>
              <a:gd name="adj" fmla="val 16667"/>
            </a:avLst>
          </a:prstGeom>
          <a:solidFill>
            <a:srgbClr val="ECEBFF"/>
          </a:solidFill>
          <a:ln w="9525">
            <a:solidFill>
              <a:srgbClr val="B3A8FF"/>
            </a:solidFill>
            <a:prstDash val="dash"/>
          </a:ln>
        </p:spPr>
        <p:txBody>
          <a:bodyPr/>
          <a:lstStyle/>
          <a:p>
            <a:endParaRPr lang="en-IN"/>
          </a:p>
        </p:txBody>
      </p:sp>
      <p:sp>
        <p:nvSpPr>
          <p:cNvPr id="12" name="Text 11">
            <a:extLst>
              <a:ext uri="{FF2B5EF4-FFF2-40B4-BE49-F238E27FC236}">
                <a16:creationId xmlns:a16="http://schemas.microsoft.com/office/drawing/2014/main" id="{61D3D4FC-0842-71CD-1B60-01048441772B}"/>
              </a:ext>
            </a:extLst>
          </p:cNvPr>
          <p:cNvSpPr txBox="1"/>
          <p:nvPr/>
        </p:nvSpPr>
        <p:spPr>
          <a:xfrm>
            <a:off x="749808" y="1783080"/>
            <a:ext cx="1234440" cy="329184"/>
          </a:xfrm>
          <a:prstGeom prst="rect">
            <a:avLst/>
          </a:prstGeom>
          <a:solidFill>
            <a:schemeClr val="bg1">
              <a:lumMod val="85000"/>
            </a:schemeClr>
          </a:solidFill>
          <a:ln/>
        </p:spPr>
        <p:txBody>
          <a:bodyPr wrap="square" lIns="0" tIns="0" rIns="0" bIns="0" rtlCol="0" anchor="ctr"/>
          <a:lstStyle/>
          <a:p>
            <a:pPr marL="0" indent="0" algn="ctr">
              <a:buNone/>
            </a:pPr>
            <a:r>
              <a:rPr lang="en-US" sz="800" i="1" dirty="0">
                <a:latin typeface="Calibri" pitchFamily="34" charset="0"/>
                <a:ea typeface="Calibri" pitchFamily="34" charset="-122"/>
                <a:cs typeface="Calibri" pitchFamily="34" charset="-120"/>
              </a:rPr>
              <a:t>Omaginfo LLC logo</a:t>
            </a:r>
            <a:endParaRPr lang="en-US" sz="800" dirty="0"/>
          </a:p>
        </p:txBody>
      </p:sp>
      <p:sp>
        <p:nvSpPr>
          <p:cNvPr id="13" name="Shape 12">
            <a:extLst>
              <a:ext uri="{FF2B5EF4-FFF2-40B4-BE49-F238E27FC236}">
                <a16:creationId xmlns:a16="http://schemas.microsoft.com/office/drawing/2014/main" id="{9361DFC1-1C10-2401-C4FB-8AF0B098A3E0}"/>
              </a:ext>
            </a:extLst>
          </p:cNvPr>
          <p:cNvSpPr/>
          <p:nvPr/>
        </p:nvSpPr>
        <p:spPr>
          <a:xfrm>
            <a:off x="2048256" y="1856232"/>
            <a:ext cx="345186" cy="182880"/>
          </a:xfrm>
          <a:prstGeom prst="roundRect">
            <a:avLst>
              <a:gd name="adj" fmla="val 50000"/>
            </a:avLst>
          </a:prstGeom>
          <a:solidFill>
            <a:srgbClr val="FDE9D3"/>
          </a:solidFill>
          <a:ln/>
        </p:spPr>
        <p:txBody>
          <a:bodyPr/>
          <a:lstStyle/>
          <a:p>
            <a:endParaRPr lang="en-IN"/>
          </a:p>
        </p:txBody>
      </p:sp>
      <p:sp>
        <p:nvSpPr>
          <p:cNvPr id="14" name="Text 13">
            <a:extLst>
              <a:ext uri="{FF2B5EF4-FFF2-40B4-BE49-F238E27FC236}">
                <a16:creationId xmlns:a16="http://schemas.microsoft.com/office/drawing/2014/main" id="{3437D008-47F8-E091-620F-4491D6186F25}"/>
              </a:ext>
            </a:extLst>
          </p:cNvPr>
          <p:cNvSpPr txBox="1"/>
          <p:nvPr/>
        </p:nvSpPr>
        <p:spPr>
          <a:xfrm>
            <a:off x="2048256" y="1856232"/>
            <a:ext cx="345186" cy="182880"/>
          </a:xfrm>
          <a:prstGeom prst="rect">
            <a:avLst/>
          </a:prstGeom>
          <a:noFill/>
          <a:ln/>
        </p:spPr>
        <p:txBody>
          <a:bodyPr wrap="square" lIns="0" tIns="0" rIns="0" bIns="0" rtlCol="0" anchor="ctr"/>
          <a:lstStyle/>
          <a:p>
            <a:pPr marL="0" indent="0" algn="ctr">
              <a:buNone/>
            </a:pPr>
            <a:r>
              <a:rPr lang="en-US" sz="700" b="1" dirty="0">
                <a:solidFill>
                  <a:srgbClr val="A0561C"/>
                </a:solidFill>
                <a:latin typeface="Calibri" pitchFamily="34" charset="0"/>
                <a:ea typeface="Calibri" pitchFamily="34" charset="-122"/>
                <a:cs typeface="Calibri" pitchFamily="34" charset="-120"/>
              </a:rPr>
              <a:t>TBC</a:t>
            </a:r>
            <a:endParaRPr lang="en-US" sz="700" dirty="0"/>
          </a:p>
        </p:txBody>
      </p:sp>
      <p:sp>
        <p:nvSpPr>
          <p:cNvPr id="15" name="Text 14">
            <a:extLst>
              <a:ext uri="{FF2B5EF4-FFF2-40B4-BE49-F238E27FC236}">
                <a16:creationId xmlns:a16="http://schemas.microsoft.com/office/drawing/2014/main" id="{16F69C17-FF12-A764-0594-F404F49FE026}"/>
              </a:ext>
            </a:extLst>
          </p:cNvPr>
          <p:cNvSpPr txBox="1"/>
          <p:nvPr/>
        </p:nvSpPr>
        <p:spPr>
          <a:xfrm>
            <a:off x="2761488" y="1847088"/>
            <a:ext cx="777240" cy="201168"/>
          </a:xfrm>
          <a:prstGeom prst="rect">
            <a:avLst/>
          </a:prstGeom>
          <a:noFill/>
          <a:ln/>
        </p:spPr>
        <p:txBody>
          <a:bodyPr wrap="square" lIns="0" tIns="0" rIns="0" bIns="0" rtlCol="0" anchor="t"/>
          <a:lstStyle/>
          <a:p>
            <a:pPr marL="0" indent="0">
              <a:buNone/>
            </a:pPr>
            <a:r>
              <a:rPr lang="en-US" sz="900" b="1" dirty="0">
                <a:solidFill>
                  <a:srgbClr val="16161F"/>
                </a:solidFill>
                <a:latin typeface="Calibri" pitchFamily="34" charset="0"/>
                <a:ea typeface="Calibri" pitchFamily="34" charset="-122"/>
                <a:cs typeface="Calibri" pitchFamily="34" charset="-120"/>
              </a:rPr>
              <a:t>Home</a:t>
            </a:r>
            <a:endParaRPr lang="en-US" sz="900" dirty="0"/>
          </a:p>
        </p:txBody>
      </p:sp>
      <p:sp>
        <p:nvSpPr>
          <p:cNvPr id="16" name="Shape 15">
            <a:extLst>
              <a:ext uri="{FF2B5EF4-FFF2-40B4-BE49-F238E27FC236}">
                <a16:creationId xmlns:a16="http://schemas.microsoft.com/office/drawing/2014/main" id="{75E3DAAD-FE74-55D2-853D-3520043E6139}"/>
              </a:ext>
            </a:extLst>
          </p:cNvPr>
          <p:cNvSpPr/>
          <p:nvPr/>
        </p:nvSpPr>
        <p:spPr>
          <a:xfrm>
            <a:off x="2871216" y="2075688"/>
            <a:ext cx="54864" cy="54864"/>
          </a:xfrm>
          <a:prstGeom prst="ellipse">
            <a:avLst/>
          </a:prstGeom>
          <a:solidFill>
            <a:srgbClr val="7B6CF6"/>
          </a:solidFill>
          <a:ln/>
        </p:spPr>
        <p:txBody>
          <a:bodyPr/>
          <a:lstStyle/>
          <a:p>
            <a:endParaRPr lang="en-IN"/>
          </a:p>
        </p:txBody>
      </p:sp>
      <p:sp>
        <p:nvSpPr>
          <p:cNvPr id="17" name="Text 16">
            <a:extLst>
              <a:ext uri="{FF2B5EF4-FFF2-40B4-BE49-F238E27FC236}">
                <a16:creationId xmlns:a16="http://schemas.microsoft.com/office/drawing/2014/main" id="{197A7602-C1DB-E18F-6DE6-2CDAF4DE031D}"/>
              </a:ext>
            </a:extLst>
          </p:cNvPr>
          <p:cNvSpPr txBox="1"/>
          <p:nvPr/>
        </p:nvSpPr>
        <p:spPr>
          <a:xfrm>
            <a:off x="3319272" y="1847088"/>
            <a:ext cx="777240" cy="201168"/>
          </a:xfrm>
          <a:prstGeom prst="rect">
            <a:avLst/>
          </a:prstGeom>
          <a:noFill/>
          <a:ln/>
        </p:spPr>
        <p:txBody>
          <a:bodyPr wrap="square" lIns="0" tIns="0" rIns="0" bIns="0" rtlCol="0" anchor="t"/>
          <a:lstStyle/>
          <a:p>
            <a:pPr marL="0" indent="0">
              <a:buNone/>
            </a:pPr>
            <a:r>
              <a:rPr lang="en-US" sz="900" dirty="0">
                <a:solidFill>
                  <a:srgbClr val="5F6075"/>
                </a:solidFill>
                <a:latin typeface="Calibri" pitchFamily="34" charset="0"/>
                <a:ea typeface="Calibri" pitchFamily="34" charset="-122"/>
                <a:cs typeface="Calibri" pitchFamily="34" charset="-120"/>
              </a:rPr>
              <a:t>About Us</a:t>
            </a:r>
            <a:endParaRPr lang="en-US" sz="900" dirty="0"/>
          </a:p>
        </p:txBody>
      </p:sp>
      <p:sp>
        <p:nvSpPr>
          <p:cNvPr id="18" name="Text 17">
            <a:extLst>
              <a:ext uri="{FF2B5EF4-FFF2-40B4-BE49-F238E27FC236}">
                <a16:creationId xmlns:a16="http://schemas.microsoft.com/office/drawing/2014/main" id="{7F07D7C5-6237-3F07-59CA-0BC022CC1ED0}"/>
              </a:ext>
            </a:extLst>
          </p:cNvPr>
          <p:cNvSpPr txBox="1"/>
          <p:nvPr/>
        </p:nvSpPr>
        <p:spPr>
          <a:xfrm>
            <a:off x="4114800" y="1847088"/>
            <a:ext cx="777240" cy="201168"/>
          </a:xfrm>
          <a:prstGeom prst="rect">
            <a:avLst/>
          </a:prstGeom>
          <a:noFill/>
          <a:ln/>
        </p:spPr>
        <p:txBody>
          <a:bodyPr wrap="square" lIns="0" tIns="0" rIns="0" bIns="0" rtlCol="0" anchor="t"/>
          <a:lstStyle/>
          <a:p>
            <a:pPr marL="0" indent="0">
              <a:buNone/>
            </a:pPr>
            <a:r>
              <a:rPr lang="en-US" sz="900" dirty="0">
                <a:solidFill>
                  <a:srgbClr val="5F6075"/>
                </a:solidFill>
                <a:latin typeface="Calibri" pitchFamily="34" charset="0"/>
                <a:ea typeface="Calibri" pitchFamily="34" charset="-122"/>
                <a:cs typeface="Calibri" pitchFamily="34" charset="-120"/>
              </a:rPr>
              <a:t>Services ▾</a:t>
            </a:r>
            <a:endParaRPr lang="en-US" sz="900" dirty="0"/>
          </a:p>
        </p:txBody>
      </p:sp>
      <p:sp>
        <p:nvSpPr>
          <p:cNvPr id="20" name="Shape 19">
            <a:extLst>
              <a:ext uri="{FF2B5EF4-FFF2-40B4-BE49-F238E27FC236}">
                <a16:creationId xmlns:a16="http://schemas.microsoft.com/office/drawing/2014/main" id="{B45EEB34-7D36-181C-7A82-8F622578E6E7}"/>
              </a:ext>
            </a:extLst>
          </p:cNvPr>
          <p:cNvSpPr/>
          <p:nvPr/>
        </p:nvSpPr>
        <p:spPr>
          <a:xfrm>
            <a:off x="5833872" y="1810512"/>
            <a:ext cx="1132027" cy="256032"/>
          </a:xfrm>
          <a:prstGeom prst="roundRect">
            <a:avLst>
              <a:gd name="adj" fmla="val 50000"/>
            </a:avLst>
          </a:prstGeom>
          <a:solidFill>
            <a:srgbClr val="16161F"/>
          </a:solidFill>
          <a:ln/>
        </p:spPr>
        <p:txBody>
          <a:bodyPr/>
          <a:lstStyle/>
          <a:p>
            <a:endParaRPr lang="en-IN"/>
          </a:p>
        </p:txBody>
      </p:sp>
      <p:sp>
        <p:nvSpPr>
          <p:cNvPr id="21" name="Text 20">
            <a:extLst>
              <a:ext uri="{FF2B5EF4-FFF2-40B4-BE49-F238E27FC236}">
                <a16:creationId xmlns:a16="http://schemas.microsoft.com/office/drawing/2014/main" id="{65800052-F62B-CDAE-FD2D-FD041B649DBB}"/>
              </a:ext>
            </a:extLst>
          </p:cNvPr>
          <p:cNvSpPr txBox="1"/>
          <p:nvPr/>
        </p:nvSpPr>
        <p:spPr>
          <a:xfrm>
            <a:off x="5833872" y="1810512"/>
            <a:ext cx="1132027" cy="256032"/>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Contact Us</a:t>
            </a:r>
            <a:endParaRPr lang="en-US" sz="850" dirty="0"/>
          </a:p>
        </p:txBody>
      </p:sp>
      <p:sp>
        <p:nvSpPr>
          <p:cNvPr id="22" name="Text 21">
            <a:extLst>
              <a:ext uri="{FF2B5EF4-FFF2-40B4-BE49-F238E27FC236}">
                <a16:creationId xmlns:a16="http://schemas.microsoft.com/office/drawing/2014/main" id="{52952107-D98B-DA95-8B6B-4685EE4FA185}"/>
              </a:ext>
            </a:extLst>
          </p:cNvPr>
          <p:cNvSpPr txBox="1"/>
          <p:nvPr/>
        </p:nvSpPr>
        <p:spPr>
          <a:xfrm>
            <a:off x="6947611" y="1764792"/>
            <a:ext cx="137160" cy="137160"/>
          </a:xfrm>
          <a:prstGeom prst="rect">
            <a:avLst/>
          </a:prstGeom>
          <a:noFill/>
          <a:ln/>
        </p:spPr>
        <p:txBody>
          <a:bodyPr wrap="square" lIns="0" tIns="0" rIns="0" bIns="0" rtlCol="0" anchor="t"/>
          <a:lstStyle/>
          <a:p>
            <a:pPr marL="0" indent="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27" name="Shape 26">
            <a:extLst>
              <a:ext uri="{FF2B5EF4-FFF2-40B4-BE49-F238E27FC236}">
                <a16:creationId xmlns:a16="http://schemas.microsoft.com/office/drawing/2014/main" id="{C0CB23A3-8A3B-25D6-3A67-E297329AF99D}"/>
              </a:ext>
            </a:extLst>
          </p:cNvPr>
          <p:cNvSpPr/>
          <p:nvPr/>
        </p:nvSpPr>
        <p:spPr>
          <a:xfrm>
            <a:off x="1005840" y="3337560"/>
            <a:ext cx="1600200" cy="2926080"/>
          </a:xfrm>
          <a:prstGeom prst="roundRect">
            <a:avLst>
              <a:gd name="adj" fmla="val 16000"/>
            </a:avLst>
          </a:prstGeom>
          <a:solidFill>
            <a:srgbClr val="16161F"/>
          </a:solidFill>
          <a:ln/>
          <a:effectLst>
            <a:outerShdw blurRad="101600" dist="25400" dir="5400000" algn="bl" rotWithShape="0">
              <a:srgbClr val="28207A">
                <a:alpha val="12000"/>
              </a:srgbClr>
            </a:outerShdw>
          </a:effectLst>
        </p:spPr>
        <p:txBody>
          <a:bodyPr/>
          <a:lstStyle/>
          <a:p>
            <a:endParaRPr lang="en-IN"/>
          </a:p>
        </p:txBody>
      </p:sp>
      <p:sp>
        <p:nvSpPr>
          <p:cNvPr id="28" name="Shape 27">
            <a:extLst>
              <a:ext uri="{FF2B5EF4-FFF2-40B4-BE49-F238E27FC236}">
                <a16:creationId xmlns:a16="http://schemas.microsoft.com/office/drawing/2014/main" id="{C6F5EDED-F7E1-FEF3-4BCF-FFF4A6D51307}"/>
              </a:ext>
            </a:extLst>
          </p:cNvPr>
          <p:cNvSpPr/>
          <p:nvPr/>
        </p:nvSpPr>
        <p:spPr>
          <a:xfrm>
            <a:off x="1069848" y="3401568"/>
            <a:ext cx="1472184" cy="2798064"/>
          </a:xfrm>
          <a:prstGeom prst="roundRect">
            <a:avLst>
              <a:gd name="adj" fmla="val 13665"/>
            </a:avLst>
          </a:prstGeom>
          <a:solidFill>
            <a:srgbClr val="FBFBFF"/>
          </a:solidFill>
          <a:ln/>
        </p:spPr>
        <p:txBody>
          <a:bodyPr/>
          <a:lstStyle/>
          <a:p>
            <a:endParaRPr lang="en-IN"/>
          </a:p>
        </p:txBody>
      </p:sp>
      <p:sp>
        <p:nvSpPr>
          <p:cNvPr id="29" name="Shape 28">
            <a:extLst>
              <a:ext uri="{FF2B5EF4-FFF2-40B4-BE49-F238E27FC236}">
                <a16:creationId xmlns:a16="http://schemas.microsoft.com/office/drawing/2014/main" id="{1650580E-4753-58E7-618F-EC114E017036}"/>
              </a:ext>
            </a:extLst>
          </p:cNvPr>
          <p:cNvSpPr/>
          <p:nvPr/>
        </p:nvSpPr>
        <p:spPr>
          <a:xfrm>
            <a:off x="1531620" y="3447288"/>
            <a:ext cx="548640" cy="73152"/>
          </a:xfrm>
          <a:prstGeom prst="roundRect">
            <a:avLst>
              <a:gd name="adj" fmla="val 50000"/>
            </a:avLst>
          </a:prstGeom>
          <a:solidFill>
            <a:srgbClr val="16161F"/>
          </a:solidFill>
          <a:ln/>
        </p:spPr>
        <p:txBody>
          <a:bodyPr/>
          <a:lstStyle/>
          <a:p>
            <a:endParaRPr lang="en-IN"/>
          </a:p>
        </p:txBody>
      </p:sp>
      <p:sp>
        <p:nvSpPr>
          <p:cNvPr id="30" name="Shape 29">
            <a:extLst>
              <a:ext uri="{FF2B5EF4-FFF2-40B4-BE49-F238E27FC236}">
                <a16:creationId xmlns:a16="http://schemas.microsoft.com/office/drawing/2014/main" id="{23FC2C80-3B34-CC25-0F82-FB19A6A7DB3D}"/>
              </a:ext>
            </a:extLst>
          </p:cNvPr>
          <p:cNvSpPr/>
          <p:nvPr/>
        </p:nvSpPr>
        <p:spPr>
          <a:xfrm>
            <a:off x="1143000" y="3611880"/>
            <a:ext cx="548640" cy="146304"/>
          </a:xfrm>
          <a:prstGeom prst="roundRect">
            <a:avLst>
              <a:gd name="adj" fmla="val 18750"/>
            </a:avLst>
          </a:prstGeom>
          <a:solidFill>
            <a:srgbClr val="ECEBFF"/>
          </a:solidFill>
          <a:ln w="9525">
            <a:solidFill>
              <a:srgbClr val="B3A8FF"/>
            </a:solidFill>
            <a:prstDash val="dash"/>
          </a:ln>
        </p:spPr>
        <p:txBody>
          <a:bodyPr/>
          <a:lstStyle/>
          <a:p>
            <a:endParaRPr lang="en-IN"/>
          </a:p>
        </p:txBody>
      </p:sp>
      <p:sp>
        <p:nvSpPr>
          <p:cNvPr id="31" name="Shape 30">
            <a:extLst>
              <a:ext uri="{FF2B5EF4-FFF2-40B4-BE49-F238E27FC236}">
                <a16:creationId xmlns:a16="http://schemas.microsoft.com/office/drawing/2014/main" id="{C8D5C315-49A8-6724-A438-E7EB267CF9C0}"/>
              </a:ext>
            </a:extLst>
          </p:cNvPr>
          <p:cNvSpPr/>
          <p:nvPr/>
        </p:nvSpPr>
        <p:spPr>
          <a:xfrm>
            <a:off x="2240280" y="3630168"/>
            <a:ext cx="201168" cy="22860"/>
          </a:xfrm>
          <a:prstGeom prst="rect">
            <a:avLst/>
          </a:prstGeom>
          <a:solidFill>
            <a:srgbClr val="16161F"/>
          </a:solidFill>
          <a:ln/>
        </p:spPr>
        <p:txBody>
          <a:bodyPr/>
          <a:lstStyle/>
          <a:p>
            <a:endParaRPr lang="en-IN"/>
          </a:p>
        </p:txBody>
      </p:sp>
      <p:sp>
        <p:nvSpPr>
          <p:cNvPr id="32" name="Shape 31">
            <a:extLst>
              <a:ext uri="{FF2B5EF4-FFF2-40B4-BE49-F238E27FC236}">
                <a16:creationId xmlns:a16="http://schemas.microsoft.com/office/drawing/2014/main" id="{4A38D05B-61C1-24D9-BDE1-7F9CA77DE5C6}"/>
              </a:ext>
            </a:extLst>
          </p:cNvPr>
          <p:cNvSpPr/>
          <p:nvPr/>
        </p:nvSpPr>
        <p:spPr>
          <a:xfrm>
            <a:off x="2240280" y="3685032"/>
            <a:ext cx="201168" cy="22860"/>
          </a:xfrm>
          <a:prstGeom prst="rect">
            <a:avLst/>
          </a:prstGeom>
          <a:solidFill>
            <a:srgbClr val="16161F"/>
          </a:solidFill>
          <a:ln/>
        </p:spPr>
        <p:txBody>
          <a:bodyPr/>
          <a:lstStyle/>
          <a:p>
            <a:endParaRPr lang="en-IN"/>
          </a:p>
        </p:txBody>
      </p:sp>
      <p:sp>
        <p:nvSpPr>
          <p:cNvPr id="33" name="Shape 32">
            <a:extLst>
              <a:ext uri="{FF2B5EF4-FFF2-40B4-BE49-F238E27FC236}">
                <a16:creationId xmlns:a16="http://schemas.microsoft.com/office/drawing/2014/main" id="{0F9F6622-0D79-C525-2ED1-CDDDAEC03C68}"/>
              </a:ext>
            </a:extLst>
          </p:cNvPr>
          <p:cNvSpPr/>
          <p:nvPr/>
        </p:nvSpPr>
        <p:spPr>
          <a:xfrm>
            <a:off x="2240280" y="3739896"/>
            <a:ext cx="201168" cy="22860"/>
          </a:xfrm>
          <a:prstGeom prst="rect">
            <a:avLst/>
          </a:prstGeom>
          <a:solidFill>
            <a:srgbClr val="16161F"/>
          </a:solidFill>
          <a:ln/>
        </p:spPr>
        <p:txBody>
          <a:bodyPr/>
          <a:lstStyle/>
          <a:p>
            <a:endParaRPr lang="en-IN"/>
          </a:p>
        </p:txBody>
      </p:sp>
      <p:sp>
        <p:nvSpPr>
          <p:cNvPr id="34" name="Shape 33">
            <a:extLst>
              <a:ext uri="{FF2B5EF4-FFF2-40B4-BE49-F238E27FC236}">
                <a16:creationId xmlns:a16="http://schemas.microsoft.com/office/drawing/2014/main" id="{1FF64E1B-BDA0-36BD-D149-6E1F6C89BA51}"/>
              </a:ext>
            </a:extLst>
          </p:cNvPr>
          <p:cNvSpPr/>
          <p:nvPr/>
        </p:nvSpPr>
        <p:spPr>
          <a:xfrm>
            <a:off x="1143000" y="3886200"/>
            <a:ext cx="1325880" cy="822960"/>
          </a:xfrm>
          <a:prstGeom prst="roundRect">
            <a:avLst>
              <a:gd name="adj" fmla="val 6667"/>
            </a:avLst>
          </a:prstGeom>
          <a:solidFill>
            <a:srgbClr val="F3F2FA"/>
          </a:solidFill>
          <a:ln/>
        </p:spPr>
        <p:txBody>
          <a:bodyPr/>
          <a:lstStyle/>
          <a:p>
            <a:endParaRPr lang="en-IN"/>
          </a:p>
        </p:txBody>
      </p:sp>
      <p:sp>
        <p:nvSpPr>
          <p:cNvPr id="35" name="Shape 34">
            <a:extLst>
              <a:ext uri="{FF2B5EF4-FFF2-40B4-BE49-F238E27FC236}">
                <a16:creationId xmlns:a16="http://schemas.microsoft.com/office/drawing/2014/main" id="{AD48D17A-6E29-3308-5DB6-D9174AA065C0}"/>
              </a:ext>
            </a:extLst>
          </p:cNvPr>
          <p:cNvSpPr/>
          <p:nvPr/>
        </p:nvSpPr>
        <p:spPr>
          <a:xfrm>
            <a:off x="1143000" y="4800600"/>
            <a:ext cx="1325880" cy="1097280"/>
          </a:xfrm>
          <a:prstGeom prst="roundRect">
            <a:avLst>
              <a:gd name="adj" fmla="val 5000"/>
            </a:avLst>
          </a:prstGeom>
          <a:solidFill>
            <a:srgbClr val="F3F2FA"/>
          </a:solidFill>
          <a:ln/>
        </p:spPr>
        <p:txBody>
          <a:bodyPr/>
          <a:lstStyle/>
          <a:p>
            <a:endParaRPr lang="en-IN"/>
          </a:p>
        </p:txBody>
      </p:sp>
      <p:sp>
        <p:nvSpPr>
          <p:cNvPr id="36" name="Shape 35">
            <a:extLst>
              <a:ext uri="{FF2B5EF4-FFF2-40B4-BE49-F238E27FC236}">
                <a16:creationId xmlns:a16="http://schemas.microsoft.com/office/drawing/2014/main" id="{03B7BB8E-2D50-8100-B7D0-94FA9BEAD552}"/>
              </a:ext>
            </a:extLst>
          </p:cNvPr>
          <p:cNvSpPr/>
          <p:nvPr/>
        </p:nvSpPr>
        <p:spPr>
          <a:xfrm>
            <a:off x="2926080" y="3337560"/>
            <a:ext cx="1600200" cy="2926080"/>
          </a:xfrm>
          <a:prstGeom prst="roundRect">
            <a:avLst>
              <a:gd name="adj" fmla="val 16000"/>
            </a:avLst>
          </a:prstGeom>
          <a:solidFill>
            <a:srgbClr val="16161F"/>
          </a:solidFill>
          <a:ln/>
          <a:effectLst>
            <a:outerShdw blurRad="101600" dist="25400" dir="5400000" algn="bl" rotWithShape="0">
              <a:srgbClr val="28207A">
                <a:alpha val="12000"/>
              </a:srgbClr>
            </a:outerShdw>
          </a:effectLst>
        </p:spPr>
        <p:txBody>
          <a:bodyPr/>
          <a:lstStyle/>
          <a:p>
            <a:endParaRPr lang="en-IN"/>
          </a:p>
        </p:txBody>
      </p:sp>
      <p:sp>
        <p:nvSpPr>
          <p:cNvPr id="37" name="Shape 36">
            <a:extLst>
              <a:ext uri="{FF2B5EF4-FFF2-40B4-BE49-F238E27FC236}">
                <a16:creationId xmlns:a16="http://schemas.microsoft.com/office/drawing/2014/main" id="{6C7FBA73-C4BF-6E9D-7B1F-F9958D6D7126}"/>
              </a:ext>
            </a:extLst>
          </p:cNvPr>
          <p:cNvSpPr/>
          <p:nvPr/>
        </p:nvSpPr>
        <p:spPr>
          <a:xfrm>
            <a:off x="2990088" y="3401568"/>
            <a:ext cx="1472184" cy="2798064"/>
          </a:xfrm>
          <a:prstGeom prst="roundRect">
            <a:avLst>
              <a:gd name="adj" fmla="val 13665"/>
            </a:avLst>
          </a:prstGeom>
          <a:solidFill>
            <a:srgbClr val="FBFBFF"/>
          </a:solidFill>
          <a:ln/>
        </p:spPr>
        <p:txBody>
          <a:bodyPr/>
          <a:lstStyle/>
          <a:p>
            <a:endParaRPr lang="en-IN"/>
          </a:p>
        </p:txBody>
      </p:sp>
      <p:sp>
        <p:nvSpPr>
          <p:cNvPr id="38" name="Shape 37">
            <a:extLst>
              <a:ext uri="{FF2B5EF4-FFF2-40B4-BE49-F238E27FC236}">
                <a16:creationId xmlns:a16="http://schemas.microsoft.com/office/drawing/2014/main" id="{269E796B-B668-7D1C-0EC4-AA56FB061CCD}"/>
              </a:ext>
            </a:extLst>
          </p:cNvPr>
          <p:cNvSpPr/>
          <p:nvPr/>
        </p:nvSpPr>
        <p:spPr>
          <a:xfrm>
            <a:off x="3451860" y="3447288"/>
            <a:ext cx="548640" cy="73152"/>
          </a:xfrm>
          <a:prstGeom prst="roundRect">
            <a:avLst>
              <a:gd name="adj" fmla="val 50000"/>
            </a:avLst>
          </a:prstGeom>
          <a:solidFill>
            <a:srgbClr val="16161F"/>
          </a:solidFill>
          <a:ln/>
        </p:spPr>
        <p:txBody>
          <a:bodyPr/>
          <a:lstStyle/>
          <a:p>
            <a:endParaRPr lang="en-IN"/>
          </a:p>
        </p:txBody>
      </p:sp>
      <p:sp>
        <p:nvSpPr>
          <p:cNvPr id="39" name="Shape 38">
            <a:extLst>
              <a:ext uri="{FF2B5EF4-FFF2-40B4-BE49-F238E27FC236}">
                <a16:creationId xmlns:a16="http://schemas.microsoft.com/office/drawing/2014/main" id="{4AABAC8B-07C9-43DE-6EB5-28E7EAA30BEA}"/>
              </a:ext>
            </a:extLst>
          </p:cNvPr>
          <p:cNvSpPr/>
          <p:nvPr/>
        </p:nvSpPr>
        <p:spPr>
          <a:xfrm>
            <a:off x="3383280" y="3474720"/>
            <a:ext cx="1078992" cy="2697480"/>
          </a:xfrm>
          <a:prstGeom prst="roundRect">
            <a:avLst>
              <a:gd name="adj" fmla="val 4237"/>
            </a:avLst>
          </a:prstGeom>
          <a:solidFill>
            <a:srgbClr val="FFFFFF"/>
          </a:solidFill>
          <a:ln/>
          <a:effectLst>
            <a:outerShdw blurRad="101600" dist="25400" dir="5400000" algn="bl" rotWithShape="0">
              <a:srgbClr val="28207A">
                <a:alpha val="12000"/>
              </a:srgbClr>
            </a:outerShdw>
          </a:effectLst>
        </p:spPr>
        <p:txBody>
          <a:bodyPr/>
          <a:lstStyle/>
          <a:p>
            <a:endParaRPr lang="en-IN"/>
          </a:p>
        </p:txBody>
      </p:sp>
      <p:sp>
        <p:nvSpPr>
          <p:cNvPr id="40" name="Text 39">
            <a:extLst>
              <a:ext uri="{FF2B5EF4-FFF2-40B4-BE49-F238E27FC236}">
                <a16:creationId xmlns:a16="http://schemas.microsoft.com/office/drawing/2014/main" id="{8CFEA266-B65F-0FDE-3F05-BB7B377F8112}"/>
              </a:ext>
            </a:extLst>
          </p:cNvPr>
          <p:cNvSpPr txBox="1"/>
          <p:nvPr/>
        </p:nvSpPr>
        <p:spPr>
          <a:xfrm>
            <a:off x="4206240" y="3566160"/>
            <a:ext cx="182880" cy="182880"/>
          </a:xfrm>
          <a:prstGeom prst="rect">
            <a:avLst/>
          </a:prstGeom>
          <a:noFill/>
          <a:ln/>
        </p:spPr>
        <p:txBody>
          <a:bodyPr wrap="square" lIns="0" tIns="0" rIns="0" bIns="0" rtlCol="0" anchor="t"/>
          <a:lstStyle/>
          <a:p>
            <a:pPr marL="0" indent="0">
              <a:buNone/>
            </a:pPr>
            <a:r>
              <a:rPr lang="en-US" sz="1000" b="1" dirty="0">
                <a:solidFill>
                  <a:srgbClr val="16161F"/>
                </a:solidFill>
                <a:latin typeface="Calibri" pitchFamily="34" charset="0"/>
                <a:ea typeface="Calibri" pitchFamily="34" charset="-122"/>
                <a:cs typeface="Calibri" pitchFamily="34" charset="-120"/>
              </a:rPr>
              <a:t>✕</a:t>
            </a:r>
            <a:endParaRPr lang="en-US" sz="1000" dirty="0"/>
          </a:p>
        </p:txBody>
      </p:sp>
      <p:sp>
        <p:nvSpPr>
          <p:cNvPr id="41" name="Text 40">
            <a:extLst>
              <a:ext uri="{FF2B5EF4-FFF2-40B4-BE49-F238E27FC236}">
                <a16:creationId xmlns:a16="http://schemas.microsoft.com/office/drawing/2014/main" id="{53AF2512-9E90-93A2-37E1-6386DE66915B}"/>
              </a:ext>
            </a:extLst>
          </p:cNvPr>
          <p:cNvSpPr txBox="1"/>
          <p:nvPr/>
        </p:nvSpPr>
        <p:spPr>
          <a:xfrm>
            <a:off x="3520440" y="4069080"/>
            <a:ext cx="914400" cy="228600"/>
          </a:xfrm>
          <a:prstGeom prst="rect">
            <a:avLst/>
          </a:prstGeom>
          <a:noFill/>
          <a:ln/>
        </p:spPr>
        <p:txBody>
          <a:bodyPr wrap="square" lIns="0" tIns="0" rIns="0" bIns="0" rtlCol="0" anchor="t"/>
          <a:lstStyle/>
          <a:p>
            <a:pPr marL="0" indent="0">
              <a:buNone/>
            </a:pPr>
            <a:r>
              <a:rPr lang="en-US" sz="950" b="1" dirty="0">
                <a:solidFill>
                  <a:srgbClr val="16161F"/>
                </a:solidFill>
                <a:latin typeface="Calibri" pitchFamily="34" charset="0"/>
                <a:ea typeface="Calibri" pitchFamily="34" charset="-122"/>
                <a:cs typeface="Calibri" pitchFamily="34" charset="-120"/>
              </a:rPr>
              <a:t>Home</a:t>
            </a:r>
            <a:endParaRPr lang="en-US" sz="950" dirty="0"/>
          </a:p>
        </p:txBody>
      </p:sp>
      <p:sp>
        <p:nvSpPr>
          <p:cNvPr id="42" name="Text 41">
            <a:extLst>
              <a:ext uri="{FF2B5EF4-FFF2-40B4-BE49-F238E27FC236}">
                <a16:creationId xmlns:a16="http://schemas.microsoft.com/office/drawing/2014/main" id="{1EE3E471-0AF0-0038-4127-08540128C8EE}"/>
              </a:ext>
            </a:extLst>
          </p:cNvPr>
          <p:cNvSpPr txBox="1"/>
          <p:nvPr/>
        </p:nvSpPr>
        <p:spPr>
          <a:xfrm>
            <a:off x="3520440" y="4361688"/>
            <a:ext cx="914400" cy="228600"/>
          </a:xfrm>
          <a:prstGeom prst="rect">
            <a:avLst/>
          </a:prstGeom>
          <a:noFill/>
          <a:ln/>
        </p:spPr>
        <p:txBody>
          <a:bodyPr wrap="square" lIns="0" tIns="0" rIns="0" bIns="0" rtlCol="0" anchor="t"/>
          <a:lstStyle/>
          <a:p>
            <a:pPr marL="0" indent="0">
              <a:buNone/>
            </a:pPr>
            <a:r>
              <a:rPr lang="en-US" sz="950" dirty="0">
                <a:solidFill>
                  <a:srgbClr val="5F6075"/>
                </a:solidFill>
                <a:latin typeface="Calibri" pitchFamily="34" charset="0"/>
                <a:ea typeface="Calibri" pitchFamily="34" charset="-122"/>
                <a:cs typeface="Calibri" pitchFamily="34" charset="-120"/>
              </a:rPr>
              <a:t>About Us</a:t>
            </a:r>
            <a:endParaRPr lang="en-US" sz="950" dirty="0"/>
          </a:p>
        </p:txBody>
      </p:sp>
      <p:sp>
        <p:nvSpPr>
          <p:cNvPr id="43" name="Text 42">
            <a:extLst>
              <a:ext uri="{FF2B5EF4-FFF2-40B4-BE49-F238E27FC236}">
                <a16:creationId xmlns:a16="http://schemas.microsoft.com/office/drawing/2014/main" id="{49CC0A83-8026-2A53-50DA-F7DF7C400E31}"/>
              </a:ext>
            </a:extLst>
          </p:cNvPr>
          <p:cNvSpPr txBox="1"/>
          <p:nvPr/>
        </p:nvSpPr>
        <p:spPr>
          <a:xfrm>
            <a:off x="3520440" y="4654296"/>
            <a:ext cx="914400" cy="228600"/>
          </a:xfrm>
          <a:prstGeom prst="rect">
            <a:avLst/>
          </a:prstGeom>
          <a:noFill/>
          <a:ln/>
        </p:spPr>
        <p:txBody>
          <a:bodyPr wrap="square" lIns="0" tIns="0" rIns="0" bIns="0" rtlCol="0" anchor="t"/>
          <a:lstStyle/>
          <a:p>
            <a:pPr marL="0" indent="0">
              <a:buNone/>
            </a:pPr>
            <a:r>
              <a:rPr lang="en-US" sz="950" dirty="0">
                <a:solidFill>
                  <a:srgbClr val="5F6075"/>
                </a:solidFill>
                <a:latin typeface="Calibri" pitchFamily="34" charset="0"/>
                <a:ea typeface="Calibri" pitchFamily="34" charset="-122"/>
                <a:cs typeface="Calibri" pitchFamily="34" charset="-120"/>
              </a:rPr>
              <a:t>Services +</a:t>
            </a:r>
            <a:endParaRPr lang="en-US" sz="950" dirty="0"/>
          </a:p>
        </p:txBody>
      </p:sp>
      <p:sp>
        <p:nvSpPr>
          <p:cNvPr id="44" name="Text 43">
            <a:extLst>
              <a:ext uri="{FF2B5EF4-FFF2-40B4-BE49-F238E27FC236}">
                <a16:creationId xmlns:a16="http://schemas.microsoft.com/office/drawing/2014/main" id="{555132FB-0B79-33F2-0C04-496A03898D99}"/>
              </a:ext>
            </a:extLst>
          </p:cNvPr>
          <p:cNvSpPr txBox="1"/>
          <p:nvPr/>
        </p:nvSpPr>
        <p:spPr>
          <a:xfrm>
            <a:off x="3520440" y="4946904"/>
            <a:ext cx="914400" cy="228600"/>
          </a:xfrm>
          <a:prstGeom prst="rect">
            <a:avLst/>
          </a:prstGeom>
          <a:noFill/>
          <a:ln/>
        </p:spPr>
        <p:txBody>
          <a:bodyPr wrap="square" lIns="0" tIns="0" rIns="0" bIns="0" rtlCol="0" anchor="t"/>
          <a:lstStyle/>
          <a:p>
            <a:pPr marL="0" indent="0">
              <a:buNone/>
            </a:pPr>
            <a:r>
              <a:rPr lang="en-US" sz="950" dirty="0">
                <a:solidFill>
                  <a:srgbClr val="5F6075"/>
                </a:solidFill>
                <a:latin typeface="Calibri" pitchFamily="34" charset="0"/>
                <a:ea typeface="Calibri" pitchFamily="34" charset="-122"/>
                <a:cs typeface="Calibri" pitchFamily="34" charset="-120"/>
              </a:rPr>
              <a:t>Contact Us</a:t>
            </a:r>
            <a:endParaRPr lang="en-US" sz="950" dirty="0"/>
          </a:p>
        </p:txBody>
      </p:sp>
      <p:sp>
        <p:nvSpPr>
          <p:cNvPr id="45" name="Shape 44">
            <a:extLst>
              <a:ext uri="{FF2B5EF4-FFF2-40B4-BE49-F238E27FC236}">
                <a16:creationId xmlns:a16="http://schemas.microsoft.com/office/drawing/2014/main" id="{743C01A9-1A9E-8F56-2FA7-4FDBA3EC77A6}"/>
              </a:ext>
            </a:extLst>
          </p:cNvPr>
          <p:cNvSpPr/>
          <p:nvPr/>
        </p:nvSpPr>
        <p:spPr>
          <a:xfrm>
            <a:off x="3474720" y="5394960"/>
            <a:ext cx="934517" cy="219456"/>
          </a:xfrm>
          <a:prstGeom prst="roundRect">
            <a:avLst>
              <a:gd name="adj" fmla="val 50000"/>
            </a:avLst>
          </a:prstGeom>
          <a:solidFill>
            <a:srgbClr val="16161F"/>
          </a:solidFill>
          <a:ln/>
        </p:spPr>
        <p:txBody>
          <a:bodyPr/>
          <a:lstStyle/>
          <a:p>
            <a:endParaRPr lang="en-IN"/>
          </a:p>
        </p:txBody>
      </p:sp>
      <p:sp>
        <p:nvSpPr>
          <p:cNvPr id="46" name="Text 45">
            <a:extLst>
              <a:ext uri="{FF2B5EF4-FFF2-40B4-BE49-F238E27FC236}">
                <a16:creationId xmlns:a16="http://schemas.microsoft.com/office/drawing/2014/main" id="{21CC9BC9-7B86-3A6A-2DBD-7F543139A411}"/>
              </a:ext>
            </a:extLst>
          </p:cNvPr>
          <p:cNvSpPr txBox="1"/>
          <p:nvPr/>
        </p:nvSpPr>
        <p:spPr>
          <a:xfrm>
            <a:off x="3474720" y="5394960"/>
            <a:ext cx="934517" cy="219456"/>
          </a:xfrm>
          <a:prstGeom prst="rect">
            <a:avLst/>
          </a:prstGeom>
          <a:noFill/>
          <a:ln/>
        </p:spPr>
        <p:txBody>
          <a:bodyPr wrap="square" lIns="0" tIns="0" rIns="0" bIns="0"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Partner with Us</a:t>
            </a:r>
            <a:endParaRPr lang="en-US" sz="650" dirty="0"/>
          </a:p>
        </p:txBody>
      </p:sp>
      <p:sp>
        <p:nvSpPr>
          <p:cNvPr id="47" name="Text 48">
            <a:extLst>
              <a:ext uri="{FF2B5EF4-FFF2-40B4-BE49-F238E27FC236}">
                <a16:creationId xmlns:a16="http://schemas.microsoft.com/office/drawing/2014/main" id="{ECB7F884-0138-6DFD-7C8D-779BB717A0A5}"/>
              </a:ext>
            </a:extLst>
          </p:cNvPr>
          <p:cNvSpPr txBox="1"/>
          <p:nvPr/>
        </p:nvSpPr>
        <p:spPr>
          <a:xfrm>
            <a:off x="4754880" y="3429000"/>
            <a:ext cx="2286000" cy="274320"/>
          </a:xfrm>
          <a:prstGeom prst="rect">
            <a:avLst/>
          </a:prstGeom>
          <a:noFill/>
          <a:ln/>
        </p:spPr>
        <p:txBody>
          <a:bodyPr wrap="square" lIns="0" tIns="0" rIns="0" bIns="0" rtlCol="0" anchor="t"/>
          <a:lstStyle/>
          <a:p>
            <a:pPr marL="0" indent="0">
              <a:buNone/>
            </a:pPr>
            <a:r>
              <a:rPr lang="en-US" sz="900" i="1" dirty="0">
                <a:solidFill>
                  <a:srgbClr val="8B8BA3"/>
                </a:solidFill>
                <a:latin typeface="Calibri" pitchFamily="34" charset="0"/>
                <a:ea typeface="Calibri" pitchFamily="34" charset="-122"/>
                <a:cs typeface="Calibri" pitchFamily="34" charset="-120"/>
              </a:rPr>
              <a:t>Desktop (≥ 900px) shown above</a:t>
            </a:r>
            <a:endParaRPr lang="en-US" sz="900" dirty="0"/>
          </a:p>
        </p:txBody>
      </p:sp>
      <p:sp>
        <p:nvSpPr>
          <p:cNvPr id="51" name="Shape 51">
            <a:extLst>
              <a:ext uri="{FF2B5EF4-FFF2-40B4-BE49-F238E27FC236}">
                <a16:creationId xmlns:a16="http://schemas.microsoft.com/office/drawing/2014/main" id="{1B1B5F05-998F-44EE-026E-2352E5884C4D}"/>
              </a:ext>
            </a:extLst>
          </p:cNvPr>
          <p:cNvSpPr/>
          <p:nvPr/>
        </p:nvSpPr>
        <p:spPr>
          <a:xfrm>
            <a:off x="7360920" y="1566672"/>
            <a:ext cx="274320" cy="274320"/>
          </a:xfrm>
          <a:prstGeom prst="ellipse">
            <a:avLst/>
          </a:prstGeom>
          <a:solidFill>
            <a:srgbClr val="ECEBFF"/>
          </a:solidFill>
          <a:ln/>
        </p:spPr>
        <p:txBody>
          <a:bodyPr/>
          <a:lstStyle/>
          <a:p>
            <a:endParaRPr lang="en-IN"/>
          </a:p>
        </p:txBody>
      </p:sp>
      <p:pic>
        <p:nvPicPr>
          <p:cNvPr id="52" name="Image 1" descr="preencoded.png">
            <a:extLst>
              <a:ext uri="{FF2B5EF4-FFF2-40B4-BE49-F238E27FC236}">
                <a16:creationId xmlns:a16="http://schemas.microsoft.com/office/drawing/2014/main" id="{D53325EF-6253-E554-2920-16EE6E12086B}"/>
              </a:ext>
            </a:extLst>
          </p:cNvPr>
          <p:cNvPicPr>
            <a:picLocks noChangeAspect="1"/>
          </p:cNvPicPr>
          <p:nvPr/>
        </p:nvPicPr>
        <p:blipFill>
          <a:blip r:embed="rId2"/>
          <a:stretch>
            <a:fillRect/>
          </a:stretch>
        </p:blipFill>
        <p:spPr>
          <a:xfrm>
            <a:off x="7429500" y="1635252"/>
            <a:ext cx="137160" cy="137160"/>
          </a:xfrm>
          <a:prstGeom prst="rect">
            <a:avLst/>
          </a:prstGeom>
        </p:spPr>
      </p:pic>
      <p:sp>
        <p:nvSpPr>
          <p:cNvPr id="53" name="Text 52">
            <a:extLst>
              <a:ext uri="{FF2B5EF4-FFF2-40B4-BE49-F238E27FC236}">
                <a16:creationId xmlns:a16="http://schemas.microsoft.com/office/drawing/2014/main" id="{182394B5-2830-FB60-8333-E8F4B6BA2FE1}"/>
              </a:ext>
            </a:extLst>
          </p:cNvPr>
          <p:cNvSpPr txBox="1"/>
          <p:nvPr/>
        </p:nvSpPr>
        <p:spPr>
          <a:xfrm>
            <a:off x="7726680" y="1584960"/>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54" name="Text 53">
            <a:extLst>
              <a:ext uri="{FF2B5EF4-FFF2-40B4-BE49-F238E27FC236}">
                <a16:creationId xmlns:a16="http://schemas.microsoft.com/office/drawing/2014/main" id="{9494C33B-7F66-E720-4804-6F7B83437262}"/>
              </a:ext>
            </a:extLst>
          </p:cNvPr>
          <p:cNvSpPr txBox="1"/>
          <p:nvPr/>
        </p:nvSpPr>
        <p:spPr>
          <a:xfrm>
            <a:off x="7726680" y="1859280"/>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Logo left, 4 links centred, one CTA pill right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Sticky; frosted white background + shadow</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On Mobile View : hamburger opens a 280px slide-in panel</a:t>
            </a:r>
            <a:endParaRPr lang="en-US" sz="1100" dirty="0"/>
          </a:p>
        </p:txBody>
      </p:sp>
      <p:sp>
        <p:nvSpPr>
          <p:cNvPr id="55" name="Shape 54">
            <a:extLst>
              <a:ext uri="{FF2B5EF4-FFF2-40B4-BE49-F238E27FC236}">
                <a16:creationId xmlns:a16="http://schemas.microsoft.com/office/drawing/2014/main" id="{36B36BA4-8853-0914-5D0A-B9891CD60EBE}"/>
              </a:ext>
            </a:extLst>
          </p:cNvPr>
          <p:cNvSpPr/>
          <p:nvPr/>
        </p:nvSpPr>
        <p:spPr>
          <a:xfrm>
            <a:off x="7360920" y="2513076"/>
            <a:ext cx="274320" cy="274320"/>
          </a:xfrm>
          <a:prstGeom prst="ellipse">
            <a:avLst/>
          </a:prstGeom>
          <a:solidFill>
            <a:srgbClr val="ECEBFF"/>
          </a:solidFill>
          <a:ln/>
        </p:spPr>
        <p:txBody>
          <a:bodyPr/>
          <a:lstStyle/>
          <a:p>
            <a:endParaRPr lang="en-IN"/>
          </a:p>
        </p:txBody>
      </p:sp>
      <p:pic>
        <p:nvPicPr>
          <p:cNvPr id="56" name="Image 2" descr="preencoded.png">
            <a:extLst>
              <a:ext uri="{FF2B5EF4-FFF2-40B4-BE49-F238E27FC236}">
                <a16:creationId xmlns:a16="http://schemas.microsoft.com/office/drawing/2014/main" id="{BA3468CE-3BA8-C653-59DE-91B018F00B74}"/>
              </a:ext>
            </a:extLst>
          </p:cNvPr>
          <p:cNvPicPr>
            <a:picLocks noChangeAspect="1"/>
          </p:cNvPicPr>
          <p:nvPr/>
        </p:nvPicPr>
        <p:blipFill>
          <a:blip r:embed="rId3"/>
          <a:stretch>
            <a:fillRect/>
          </a:stretch>
        </p:blipFill>
        <p:spPr>
          <a:xfrm>
            <a:off x="7429500" y="2581656"/>
            <a:ext cx="137160" cy="137160"/>
          </a:xfrm>
          <a:prstGeom prst="rect">
            <a:avLst/>
          </a:prstGeom>
        </p:spPr>
      </p:pic>
      <p:sp>
        <p:nvSpPr>
          <p:cNvPr id="57" name="Text 55">
            <a:extLst>
              <a:ext uri="{FF2B5EF4-FFF2-40B4-BE49-F238E27FC236}">
                <a16:creationId xmlns:a16="http://schemas.microsoft.com/office/drawing/2014/main" id="{CDFF9A0F-DEF8-5364-2F5B-1BEE495F5F3E}"/>
              </a:ext>
            </a:extLst>
          </p:cNvPr>
          <p:cNvSpPr txBox="1"/>
          <p:nvPr/>
        </p:nvSpPr>
        <p:spPr>
          <a:xfrm>
            <a:off x="7726680" y="2531364"/>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Content</a:t>
            </a:r>
            <a:endParaRPr lang="en-US" sz="1200" dirty="0"/>
          </a:p>
        </p:txBody>
      </p:sp>
      <p:sp>
        <p:nvSpPr>
          <p:cNvPr id="58" name="Text 56">
            <a:extLst>
              <a:ext uri="{FF2B5EF4-FFF2-40B4-BE49-F238E27FC236}">
                <a16:creationId xmlns:a16="http://schemas.microsoft.com/office/drawing/2014/main" id="{F09FFA44-8C2B-E487-CEB0-7A07CC78D142}"/>
              </a:ext>
            </a:extLst>
          </p:cNvPr>
          <p:cNvSpPr txBox="1"/>
          <p:nvPr/>
        </p:nvSpPr>
        <p:spPr>
          <a:xfrm>
            <a:off x="7726680" y="2805684"/>
            <a:ext cx="3931920" cy="470916"/>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Links: Home · About Us · Services  · Contact Us</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Services : VoIP &amp; Voice Termination, SMS Connectivity</a:t>
            </a:r>
          </a:p>
        </p:txBody>
      </p:sp>
      <p:sp>
        <p:nvSpPr>
          <p:cNvPr id="59" name="Shape 57">
            <a:extLst>
              <a:ext uri="{FF2B5EF4-FFF2-40B4-BE49-F238E27FC236}">
                <a16:creationId xmlns:a16="http://schemas.microsoft.com/office/drawing/2014/main" id="{48E0E539-45A7-68C0-CA17-1D32008268A6}"/>
              </a:ext>
            </a:extLst>
          </p:cNvPr>
          <p:cNvSpPr/>
          <p:nvPr/>
        </p:nvSpPr>
        <p:spPr>
          <a:xfrm>
            <a:off x="7360920" y="3459480"/>
            <a:ext cx="274320" cy="274320"/>
          </a:xfrm>
          <a:prstGeom prst="ellipse">
            <a:avLst/>
          </a:prstGeom>
          <a:solidFill>
            <a:srgbClr val="ECEBFF"/>
          </a:solidFill>
          <a:ln/>
        </p:spPr>
        <p:txBody>
          <a:bodyPr/>
          <a:lstStyle/>
          <a:p>
            <a:endParaRPr lang="en-IN"/>
          </a:p>
        </p:txBody>
      </p:sp>
      <p:pic>
        <p:nvPicPr>
          <p:cNvPr id="60" name="Image 3" descr="preencoded.png">
            <a:extLst>
              <a:ext uri="{FF2B5EF4-FFF2-40B4-BE49-F238E27FC236}">
                <a16:creationId xmlns:a16="http://schemas.microsoft.com/office/drawing/2014/main" id="{7B172D21-2B51-DE47-ADC6-A010C74E7D1F}"/>
              </a:ext>
            </a:extLst>
          </p:cNvPr>
          <p:cNvPicPr>
            <a:picLocks noChangeAspect="1"/>
          </p:cNvPicPr>
          <p:nvPr/>
        </p:nvPicPr>
        <p:blipFill>
          <a:blip r:embed="rId4"/>
          <a:stretch>
            <a:fillRect/>
          </a:stretch>
        </p:blipFill>
        <p:spPr>
          <a:xfrm>
            <a:off x="7429500" y="3528060"/>
            <a:ext cx="137160" cy="137160"/>
          </a:xfrm>
          <a:prstGeom prst="rect">
            <a:avLst/>
          </a:prstGeom>
        </p:spPr>
      </p:pic>
      <p:sp>
        <p:nvSpPr>
          <p:cNvPr id="61" name="Text 58">
            <a:extLst>
              <a:ext uri="{FF2B5EF4-FFF2-40B4-BE49-F238E27FC236}">
                <a16:creationId xmlns:a16="http://schemas.microsoft.com/office/drawing/2014/main" id="{00386D1D-7215-BD4C-2084-38E4C27D52BF}"/>
              </a:ext>
            </a:extLst>
          </p:cNvPr>
          <p:cNvSpPr txBox="1"/>
          <p:nvPr/>
        </p:nvSpPr>
        <p:spPr>
          <a:xfrm>
            <a:off x="7726680" y="3477768"/>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62" name="Text 59">
            <a:extLst>
              <a:ext uri="{FF2B5EF4-FFF2-40B4-BE49-F238E27FC236}">
                <a16:creationId xmlns:a16="http://schemas.microsoft.com/office/drawing/2014/main" id="{A7A5D2A0-0F54-CDF0-D247-8FD2297A5215}"/>
              </a:ext>
            </a:extLst>
          </p:cNvPr>
          <p:cNvSpPr txBox="1"/>
          <p:nvPr/>
        </p:nvSpPr>
        <p:spPr>
          <a:xfrm>
            <a:off x="7726680" y="3752088"/>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Omaginfo LLC logo (SVG)</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Purple dot under the active page link</a:t>
            </a:r>
            <a:endParaRPr lang="en-US" sz="1100" dirty="0"/>
          </a:p>
        </p:txBody>
      </p:sp>
      <p:sp>
        <p:nvSpPr>
          <p:cNvPr id="63" name="Shape 60">
            <a:extLst>
              <a:ext uri="{FF2B5EF4-FFF2-40B4-BE49-F238E27FC236}">
                <a16:creationId xmlns:a16="http://schemas.microsoft.com/office/drawing/2014/main" id="{51362D85-18AE-6EB8-FFC5-65CEB506E40F}"/>
              </a:ext>
            </a:extLst>
          </p:cNvPr>
          <p:cNvSpPr/>
          <p:nvPr/>
        </p:nvSpPr>
        <p:spPr>
          <a:xfrm>
            <a:off x="7360920" y="4236720"/>
            <a:ext cx="274320" cy="274320"/>
          </a:xfrm>
          <a:prstGeom prst="ellipse">
            <a:avLst/>
          </a:prstGeom>
          <a:solidFill>
            <a:srgbClr val="ECEBFF"/>
          </a:solidFill>
          <a:ln/>
        </p:spPr>
        <p:txBody>
          <a:bodyPr/>
          <a:lstStyle/>
          <a:p>
            <a:endParaRPr lang="en-IN"/>
          </a:p>
        </p:txBody>
      </p:sp>
      <p:pic>
        <p:nvPicPr>
          <p:cNvPr id="64" name="Image 4" descr="preencoded.png">
            <a:extLst>
              <a:ext uri="{FF2B5EF4-FFF2-40B4-BE49-F238E27FC236}">
                <a16:creationId xmlns:a16="http://schemas.microsoft.com/office/drawing/2014/main" id="{D1249258-03BA-F5D7-27D1-E1D35747053D}"/>
              </a:ext>
            </a:extLst>
          </p:cNvPr>
          <p:cNvPicPr>
            <a:picLocks noChangeAspect="1"/>
          </p:cNvPicPr>
          <p:nvPr/>
        </p:nvPicPr>
        <p:blipFill>
          <a:blip r:embed="rId5"/>
          <a:stretch>
            <a:fillRect/>
          </a:stretch>
        </p:blipFill>
        <p:spPr>
          <a:xfrm>
            <a:off x="7429500" y="4305300"/>
            <a:ext cx="137160" cy="137160"/>
          </a:xfrm>
          <a:prstGeom prst="rect">
            <a:avLst/>
          </a:prstGeom>
        </p:spPr>
      </p:pic>
      <p:sp>
        <p:nvSpPr>
          <p:cNvPr id="65" name="Text 61">
            <a:extLst>
              <a:ext uri="{FF2B5EF4-FFF2-40B4-BE49-F238E27FC236}">
                <a16:creationId xmlns:a16="http://schemas.microsoft.com/office/drawing/2014/main" id="{F95CF78D-F4B0-AA71-B853-7CE3D7D37CB2}"/>
              </a:ext>
            </a:extLst>
          </p:cNvPr>
          <p:cNvSpPr txBox="1"/>
          <p:nvPr/>
        </p:nvSpPr>
        <p:spPr>
          <a:xfrm>
            <a:off x="7726680" y="4255008"/>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66" name="Text 62">
            <a:extLst>
              <a:ext uri="{FF2B5EF4-FFF2-40B4-BE49-F238E27FC236}">
                <a16:creationId xmlns:a16="http://schemas.microsoft.com/office/drawing/2014/main" id="{7D6352AC-A808-B593-ADC8-678A8DA827A4}"/>
              </a:ext>
            </a:extLst>
          </p:cNvPr>
          <p:cNvSpPr txBox="1"/>
          <p:nvPr/>
        </p:nvSpPr>
        <p:spPr>
          <a:xfrm>
            <a:off x="7726680" y="4529328"/>
            <a:ext cx="3931920" cy="71323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Links go to their pages; CTA → Contact Us</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Dropdown opens on hover/focus (desktop), expands inline on mobile</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Keyboard accessible; menu closes after a tap</a:t>
            </a:r>
            <a:endParaRPr lang="en-US" sz="1100" dirty="0"/>
          </a:p>
        </p:txBody>
      </p:sp>
      <p:sp>
        <p:nvSpPr>
          <p:cNvPr id="68" name="Text 1">
            <a:extLst>
              <a:ext uri="{FF2B5EF4-FFF2-40B4-BE49-F238E27FC236}">
                <a16:creationId xmlns:a16="http://schemas.microsoft.com/office/drawing/2014/main" id="{D692561A-BD97-7EBD-09E5-1771951045DB}"/>
              </a:ext>
            </a:extLst>
          </p:cNvPr>
          <p:cNvSpPr txBox="1"/>
          <p:nvPr/>
        </p:nvSpPr>
        <p:spPr>
          <a:xfrm>
            <a:off x="548640" y="246888"/>
            <a:ext cx="9144000" cy="228600"/>
          </a:xfrm>
          <a:prstGeom prst="rect">
            <a:avLst/>
          </a:prstGeom>
          <a:noFill/>
          <a:ln/>
        </p:spPr>
        <p:txBody>
          <a:bodyPr wrap="square" lIns="0" tIns="0" rIns="0" bIns="0" rtlCol="0" anchor="t"/>
          <a:lstStyle/>
          <a:p>
            <a:pPr marL="0" indent="0">
              <a:buNone/>
            </a:pPr>
            <a:r>
              <a:rPr lang="en-US" sz="1050" b="1" kern="0" spc="200" dirty="0">
                <a:solidFill>
                  <a:srgbClr val="7B6CF6"/>
                </a:solidFill>
                <a:latin typeface="Calibri" pitchFamily="34" charset="0"/>
                <a:ea typeface="Calibri" pitchFamily="34" charset="-122"/>
                <a:cs typeface="Calibri" pitchFamily="34" charset="-120"/>
              </a:rPr>
              <a:t>GLOBAL · NAVIGATION BAR</a:t>
            </a:r>
            <a:endParaRPr lang="en-US" sz="1050" dirty="0"/>
          </a:p>
        </p:txBody>
      </p:sp>
    </p:spTree>
    <p:extLst>
      <p:ext uri="{BB962C8B-B14F-4D97-AF65-F5344CB8AC3E}">
        <p14:creationId xmlns:p14="http://schemas.microsoft.com/office/powerpoint/2010/main" val="2826217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2BD15BE-25BC-B7F4-AAC6-EEE54AFF13C4}"/>
              </a:ext>
            </a:extLst>
          </p:cNvPr>
          <p:cNvSpPr txBox="1">
            <a:spLocks/>
          </p:cNvSpPr>
          <p:nvPr/>
        </p:nvSpPr>
        <p:spPr>
          <a:xfrm>
            <a:off x="548640" y="457200"/>
            <a:ext cx="11064240" cy="594360"/>
          </a:xfrm>
          <a:prstGeom prst="rect">
            <a:avLst/>
          </a:prstGeom>
          <a:noFill/>
          <a:ln/>
        </p:spPr>
        <p:txBody>
          <a:bodyPr wrap="square" lIns="0" tIns="0" rIns="0" bIns="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a:solidFill>
                  <a:srgbClr val="16161F"/>
                </a:solidFill>
                <a:latin typeface="Calibri" pitchFamily="34" charset="0"/>
                <a:ea typeface="Calibri" pitchFamily="34" charset="-122"/>
                <a:cs typeface="Calibri" pitchFamily="34" charset="-120"/>
              </a:rPr>
              <a:t>Hero section</a:t>
            </a:r>
            <a:endParaRPr lang="en-US" sz="2800" dirty="0"/>
          </a:p>
        </p:txBody>
      </p:sp>
      <p:sp>
        <p:nvSpPr>
          <p:cNvPr id="3" name="Text 1">
            <a:extLst>
              <a:ext uri="{FF2B5EF4-FFF2-40B4-BE49-F238E27FC236}">
                <a16:creationId xmlns:a16="http://schemas.microsoft.com/office/drawing/2014/main" id="{9922B954-A2AA-1F20-2FBA-6FFAA1B7F2E5}"/>
              </a:ext>
            </a:extLst>
          </p:cNvPr>
          <p:cNvSpPr txBox="1"/>
          <p:nvPr/>
        </p:nvSpPr>
        <p:spPr>
          <a:xfrm>
            <a:off x="548640" y="246888"/>
            <a:ext cx="9144000" cy="228600"/>
          </a:xfrm>
          <a:prstGeom prst="rect">
            <a:avLst/>
          </a:prstGeom>
          <a:noFill/>
          <a:ln/>
        </p:spPr>
        <p:txBody>
          <a:bodyPr wrap="square" lIns="0" tIns="0" rIns="0" bIns="0" rtlCol="0" anchor="t"/>
          <a:lstStyle/>
          <a:p>
            <a:pPr marL="0" indent="0">
              <a:buNone/>
            </a:pPr>
            <a:r>
              <a:rPr lang="en-US" sz="1050" b="1" kern="0" spc="200" dirty="0">
                <a:solidFill>
                  <a:srgbClr val="7B6CF6"/>
                </a:solidFill>
                <a:latin typeface="Calibri" pitchFamily="34" charset="0"/>
                <a:ea typeface="Calibri" pitchFamily="34" charset="-122"/>
                <a:cs typeface="Calibri" pitchFamily="34" charset="-120"/>
              </a:rPr>
              <a:t>HOME · SECTION 1 OF 4</a:t>
            </a:r>
            <a:endParaRPr lang="en-US" sz="1050" dirty="0"/>
          </a:p>
        </p:txBody>
      </p:sp>
      <p:sp>
        <p:nvSpPr>
          <p:cNvPr id="4" name="Shape 2">
            <a:extLst>
              <a:ext uri="{FF2B5EF4-FFF2-40B4-BE49-F238E27FC236}">
                <a16:creationId xmlns:a16="http://schemas.microsoft.com/office/drawing/2014/main" id="{EEA7063C-AC8A-7A55-6190-AEC1923FF993}"/>
              </a:ext>
            </a:extLst>
          </p:cNvPr>
          <p:cNvSpPr/>
          <p:nvPr/>
        </p:nvSpPr>
        <p:spPr>
          <a:xfrm>
            <a:off x="548640" y="1325880"/>
            <a:ext cx="6537960" cy="4937760"/>
          </a:xfrm>
          <a:prstGeom prst="roundRect">
            <a:avLst>
              <a:gd name="adj" fmla="val 2222"/>
            </a:avLst>
          </a:prstGeom>
          <a:solidFill>
            <a:srgbClr val="FBFBFF"/>
          </a:solidFill>
          <a:ln w="9525">
            <a:solidFill>
              <a:srgbClr val="E4E3EF"/>
            </a:solidFill>
            <a:prstDash val="solid"/>
          </a:ln>
          <a:effectLst>
            <a:outerShdw blurRad="101600" dist="25400" dir="5400000" algn="bl" rotWithShape="0">
              <a:srgbClr val="28207A">
                <a:alpha val="12000"/>
              </a:srgbClr>
            </a:outerShdw>
          </a:effectLst>
        </p:spPr>
        <p:txBody>
          <a:bodyPr/>
          <a:lstStyle/>
          <a:p>
            <a:endParaRPr lang="en-IN"/>
          </a:p>
        </p:txBody>
      </p:sp>
      <p:sp>
        <p:nvSpPr>
          <p:cNvPr id="5" name="Shape 3">
            <a:extLst>
              <a:ext uri="{FF2B5EF4-FFF2-40B4-BE49-F238E27FC236}">
                <a16:creationId xmlns:a16="http://schemas.microsoft.com/office/drawing/2014/main" id="{F4494903-6800-F017-8876-308E7B439833}"/>
              </a:ext>
            </a:extLst>
          </p:cNvPr>
          <p:cNvSpPr/>
          <p:nvPr/>
        </p:nvSpPr>
        <p:spPr>
          <a:xfrm>
            <a:off x="548640" y="1325880"/>
            <a:ext cx="6537960" cy="274320"/>
          </a:xfrm>
          <a:prstGeom prst="roundRect">
            <a:avLst>
              <a:gd name="adj" fmla="val 40000"/>
            </a:avLst>
          </a:prstGeom>
          <a:solidFill>
            <a:srgbClr val="EEEDF6"/>
          </a:solidFill>
          <a:ln/>
        </p:spPr>
        <p:txBody>
          <a:bodyPr/>
          <a:lstStyle/>
          <a:p>
            <a:endParaRPr lang="en-IN"/>
          </a:p>
        </p:txBody>
      </p:sp>
      <p:sp>
        <p:nvSpPr>
          <p:cNvPr id="6" name="Shape 4">
            <a:extLst>
              <a:ext uri="{FF2B5EF4-FFF2-40B4-BE49-F238E27FC236}">
                <a16:creationId xmlns:a16="http://schemas.microsoft.com/office/drawing/2014/main" id="{D64DC122-9A4D-C5AD-DFE3-9D78563B2540}"/>
              </a:ext>
            </a:extLst>
          </p:cNvPr>
          <p:cNvSpPr/>
          <p:nvPr/>
        </p:nvSpPr>
        <p:spPr>
          <a:xfrm>
            <a:off x="548640" y="1490472"/>
            <a:ext cx="6537960" cy="109728"/>
          </a:xfrm>
          <a:prstGeom prst="rect">
            <a:avLst/>
          </a:prstGeom>
          <a:solidFill>
            <a:srgbClr val="EEEDF6"/>
          </a:solidFill>
          <a:ln/>
        </p:spPr>
        <p:txBody>
          <a:bodyPr/>
          <a:lstStyle/>
          <a:p>
            <a:endParaRPr lang="en-IN"/>
          </a:p>
        </p:txBody>
      </p:sp>
      <p:sp>
        <p:nvSpPr>
          <p:cNvPr id="7" name="Shape 5">
            <a:extLst>
              <a:ext uri="{FF2B5EF4-FFF2-40B4-BE49-F238E27FC236}">
                <a16:creationId xmlns:a16="http://schemas.microsoft.com/office/drawing/2014/main" id="{32B80A07-9B22-6925-7EFB-0FFF8FEF24A6}"/>
              </a:ext>
            </a:extLst>
          </p:cNvPr>
          <p:cNvSpPr/>
          <p:nvPr/>
        </p:nvSpPr>
        <p:spPr>
          <a:xfrm>
            <a:off x="676656" y="1417320"/>
            <a:ext cx="91440" cy="91440"/>
          </a:xfrm>
          <a:prstGeom prst="ellipse">
            <a:avLst/>
          </a:prstGeom>
          <a:solidFill>
            <a:srgbClr val="F2B77A"/>
          </a:solidFill>
          <a:ln/>
        </p:spPr>
        <p:txBody>
          <a:bodyPr/>
          <a:lstStyle/>
          <a:p>
            <a:endParaRPr lang="en-IN"/>
          </a:p>
        </p:txBody>
      </p:sp>
      <p:sp>
        <p:nvSpPr>
          <p:cNvPr id="8" name="Shape 6">
            <a:extLst>
              <a:ext uri="{FF2B5EF4-FFF2-40B4-BE49-F238E27FC236}">
                <a16:creationId xmlns:a16="http://schemas.microsoft.com/office/drawing/2014/main" id="{C4977CCB-7660-78ED-83D1-5316B11A5300}"/>
              </a:ext>
            </a:extLst>
          </p:cNvPr>
          <p:cNvSpPr/>
          <p:nvPr/>
        </p:nvSpPr>
        <p:spPr>
          <a:xfrm>
            <a:off x="822960" y="1417320"/>
            <a:ext cx="91440" cy="91440"/>
          </a:xfrm>
          <a:prstGeom prst="ellipse">
            <a:avLst/>
          </a:prstGeom>
          <a:solidFill>
            <a:srgbClr val="B3A8FF"/>
          </a:solidFill>
          <a:ln/>
        </p:spPr>
        <p:txBody>
          <a:bodyPr/>
          <a:lstStyle/>
          <a:p>
            <a:endParaRPr lang="en-IN"/>
          </a:p>
        </p:txBody>
      </p:sp>
      <p:sp>
        <p:nvSpPr>
          <p:cNvPr id="9" name="Shape 7">
            <a:extLst>
              <a:ext uri="{FF2B5EF4-FFF2-40B4-BE49-F238E27FC236}">
                <a16:creationId xmlns:a16="http://schemas.microsoft.com/office/drawing/2014/main" id="{CF4D987F-FCA5-5446-5518-397D90AE200A}"/>
              </a:ext>
            </a:extLst>
          </p:cNvPr>
          <p:cNvSpPr/>
          <p:nvPr/>
        </p:nvSpPr>
        <p:spPr>
          <a:xfrm>
            <a:off x="969264" y="1417320"/>
            <a:ext cx="91440" cy="91440"/>
          </a:xfrm>
          <a:prstGeom prst="ellipse">
            <a:avLst/>
          </a:prstGeom>
          <a:solidFill>
            <a:srgbClr val="9DF0D4"/>
          </a:solidFill>
          <a:ln/>
        </p:spPr>
        <p:txBody>
          <a:bodyPr/>
          <a:lstStyle/>
          <a:p>
            <a:endParaRPr lang="en-IN"/>
          </a:p>
        </p:txBody>
      </p:sp>
      <p:sp>
        <p:nvSpPr>
          <p:cNvPr id="10" name="Shape 8">
            <a:extLst>
              <a:ext uri="{FF2B5EF4-FFF2-40B4-BE49-F238E27FC236}">
                <a16:creationId xmlns:a16="http://schemas.microsoft.com/office/drawing/2014/main" id="{503E2148-345F-F19F-7C23-58D1F7A5A583}"/>
              </a:ext>
            </a:extLst>
          </p:cNvPr>
          <p:cNvSpPr/>
          <p:nvPr/>
        </p:nvSpPr>
        <p:spPr>
          <a:xfrm>
            <a:off x="2628900" y="1380744"/>
            <a:ext cx="2377440" cy="164592"/>
          </a:xfrm>
          <a:prstGeom prst="roundRect">
            <a:avLst>
              <a:gd name="adj" fmla="val 50000"/>
            </a:avLst>
          </a:prstGeom>
          <a:solidFill>
            <a:srgbClr val="FFFFFF"/>
          </a:solidFill>
          <a:ln/>
        </p:spPr>
        <p:txBody>
          <a:bodyPr/>
          <a:lstStyle/>
          <a:p>
            <a:endParaRPr lang="en-IN"/>
          </a:p>
        </p:txBody>
      </p:sp>
      <p:sp>
        <p:nvSpPr>
          <p:cNvPr id="11" name="Text 9">
            <a:extLst>
              <a:ext uri="{FF2B5EF4-FFF2-40B4-BE49-F238E27FC236}">
                <a16:creationId xmlns:a16="http://schemas.microsoft.com/office/drawing/2014/main" id="{FA227EDE-6461-D5FB-8E86-FC1CE1E7E772}"/>
              </a:ext>
            </a:extLst>
          </p:cNvPr>
          <p:cNvSpPr txBox="1"/>
          <p:nvPr/>
        </p:nvSpPr>
        <p:spPr>
          <a:xfrm>
            <a:off x="2628900" y="1380744"/>
            <a:ext cx="2377440" cy="164592"/>
          </a:xfrm>
          <a:prstGeom prst="rect">
            <a:avLst/>
          </a:prstGeom>
          <a:noFill/>
          <a:ln/>
        </p:spPr>
        <p:txBody>
          <a:bodyPr wrap="square" lIns="0" tIns="0" rIns="0" bIns="0" rtlCol="0" anchor="ctr"/>
          <a:lstStyle/>
          <a:p>
            <a:pPr marL="0" indent="0" algn="ctr">
              <a:buNone/>
            </a:pPr>
            <a:r>
              <a:rPr lang="en-US" sz="700" dirty="0">
                <a:solidFill>
                  <a:srgbClr val="8B8BA3"/>
                </a:solidFill>
                <a:latin typeface="Calibri" pitchFamily="34" charset="0"/>
                <a:ea typeface="Calibri" pitchFamily="34" charset="-122"/>
                <a:cs typeface="Calibri" pitchFamily="34" charset="-120"/>
              </a:rPr>
              <a:t>omaginfo.com</a:t>
            </a:r>
            <a:endParaRPr lang="en-US" sz="700" dirty="0"/>
          </a:p>
        </p:txBody>
      </p:sp>
      <p:sp>
        <p:nvSpPr>
          <p:cNvPr id="12" name="Shape 10">
            <a:extLst>
              <a:ext uri="{FF2B5EF4-FFF2-40B4-BE49-F238E27FC236}">
                <a16:creationId xmlns:a16="http://schemas.microsoft.com/office/drawing/2014/main" id="{1E6501F2-B2BB-8B66-320F-63D99DD654AF}"/>
              </a:ext>
            </a:extLst>
          </p:cNvPr>
          <p:cNvSpPr/>
          <p:nvPr/>
        </p:nvSpPr>
        <p:spPr>
          <a:xfrm>
            <a:off x="749808" y="1737360"/>
            <a:ext cx="1005840" cy="256032"/>
          </a:xfrm>
          <a:prstGeom prst="roundRect">
            <a:avLst>
              <a:gd name="adj" fmla="val 17857"/>
            </a:avLst>
          </a:prstGeom>
          <a:solidFill>
            <a:srgbClr val="ECEBFF"/>
          </a:solidFill>
          <a:ln w="9525">
            <a:solidFill>
              <a:srgbClr val="B3A8FF"/>
            </a:solidFill>
            <a:prstDash val="dash"/>
          </a:ln>
        </p:spPr>
        <p:txBody>
          <a:bodyPr/>
          <a:lstStyle/>
          <a:p>
            <a:endParaRPr lang="en-IN"/>
          </a:p>
        </p:txBody>
      </p:sp>
      <p:sp>
        <p:nvSpPr>
          <p:cNvPr id="13" name="Text 11">
            <a:extLst>
              <a:ext uri="{FF2B5EF4-FFF2-40B4-BE49-F238E27FC236}">
                <a16:creationId xmlns:a16="http://schemas.microsoft.com/office/drawing/2014/main" id="{DACF92CA-E122-5985-2499-B2A1B1F7FFB6}"/>
              </a:ext>
            </a:extLst>
          </p:cNvPr>
          <p:cNvSpPr txBox="1"/>
          <p:nvPr/>
        </p:nvSpPr>
        <p:spPr>
          <a:xfrm>
            <a:off x="749808" y="1737360"/>
            <a:ext cx="1005840" cy="256032"/>
          </a:xfrm>
          <a:prstGeom prst="rect">
            <a:avLst/>
          </a:prstGeom>
          <a:solidFill>
            <a:schemeClr val="bg1">
              <a:lumMod val="85000"/>
            </a:schemeClr>
          </a:solidFill>
          <a:ln/>
        </p:spPr>
        <p:txBody>
          <a:bodyPr wrap="square" lIns="0" tIns="0" rIns="0" bIns="0" rtlCol="0" anchor="ctr"/>
          <a:lstStyle/>
          <a:p>
            <a:pPr marL="0" indent="0" algn="ctr">
              <a:buNone/>
            </a:pPr>
            <a:r>
              <a:rPr lang="en-US" sz="750" i="1" dirty="0">
                <a:solidFill>
                  <a:srgbClr val="7B6CF6"/>
                </a:solidFill>
                <a:latin typeface="Calibri" pitchFamily="34" charset="0"/>
                <a:ea typeface="Calibri" pitchFamily="34" charset="-122"/>
                <a:cs typeface="Calibri" pitchFamily="34" charset="-120"/>
              </a:rPr>
              <a:t>Logo</a:t>
            </a:r>
            <a:endParaRPr lang="en-US" sz="750" dirty="0"/>
          </a:p>
        </p:txBody>
      </p:sp>
      <p:sp>
        <p:nvSpPr>
          <p:cNvPr id="14" name="Text 12">
            <a:extLst>
              <a:ext uri="{FF2B5EF4-FFF2-40B4-BE49-F238E27FC236}">
                <a16:creationId xmlns:a16="http://schemas.microsoft.com/office/drawing/2014/main" id="{20431057-A942-AE9E-ABE5-FECAA98E3417}"/>
              </a:ext>
            </a:extLst>
          </p:cNvPr>
          <p:cNvSpPr txBox="1"/>
          <p:nvPr/>
        </p:nvSpPr>
        <p:spPr>
          <a:xfrm>
            <a:off x="2578608" y="1783080"/>
            <a:ext cx="731520" cy="182880"/>
          </a:xfrm>
          <a:prstGeom prst="rect">
            <a:avLst/>
          </a:prstGeom>
          <a:noFill/>
          <a:ln/>
        </p:spPr>
        <p:txBody>
          <a:bodyPr wrap="square" lIns="0" tIns="0" rIns="0" bIns="0" rtlCol="0" anchor="t"/>
          <a:lstStyle/>
          <a:p>
            <a:pPr marL="0" indent="0">
              <a:buNone/>
            </a:pPr>
            <a:r>
              <a:rPr lang="en-US" sz="800" b="1" dirty="0">
                <a:solidFill>
                  <a:srgbClr val="16161F"/>
                </a:solidFill>
                <a:latin typeface="Calibri" pitchFamily="34" charset="0"/>
                <a:ea typeface="Calibri" pitchFamily="34" charset="-122"/>
                <a:cs typeface="Calibri" pitchFamily="34" charset="-120"/>
              </a:rPr>
              <a:t>Home</a:t>
            </a:r>
            <a:endParaRPr lang="en-US" sz="800" dirty="0"/>
          </a:p>
        </p:txBody>
      </p:sp>
      <p:sp>
        <p:nvSpPr>
          <p:cNvPr id="15" name="Text 13">
            <a:extLst>
              <a:ext uri="{FF2B5EF4-FFF2-40B4-BE49-F238E27FC236}">
                <a16:creationId xmlns:a16="http://schemas.microsoft.com/office/drawing/2014/main" id="{83B05DD8-1B76-E0E1-5199-D77EF04B05B4}"/>
              </a:ext>
            </a:extLst>
          </p:cNvPr>
          <p:cNvSpPr txBox="1"/>
          <p:nvPr/>
        </p:nvSpPr>
        <p:spPr>
          <a:xfrm>
            <a:off x="3065069" y="1783080"/>
            <a:ext cx="731520" cy="182880"/>
          </a:xfrm>
          <a:prstGeom prst="rect">
            <a:avLst/>
          </a:prstGeom>
          <a:noFill/>
          <a:ln/>
        </p:spPr>
        <p:txBody>
          <a:bodyPr wrap="square" lIns="0" tIns="0" rIns="0" bIns="0" rtlCol="0" anchor="t"/>
          <a:lstStyle/>
          <a:p>
            <a:pPr marL="0" indent="0">
              <a:buNone/>
            </a:pPr>
            <a:r>
              <a:rPr lang="en-US" sz="800" dirty="0">
                <a:solidFill>
                  <a:srgbClr val="5F6075"/>
                </a:solidFill>
                <a:latin typeface="Calibri" pitchFamily="34" charset="0"/>
                <a:ea typeface="Calibri" pitchFamily="34" charset="-122"/>
                <a:cs typeface="Calibri" pitchFamily="34" charset="-120"/>
              </a:rPr>
              <a:t>About Us</a:t>
            </a:r>
            <a:endParaRPr lang="en-US" sz="800" dirty="0"/>
          </a:p>
        </p:txBody>
      </p:sp>
      <p:sp>
        <p:nvSpPr>
          <p:cNvPr id="16" name="Text 14">
            <a:extLst>
              <a:ext uri="{FF2B5EF4-FFF2-40B4-BE49-F238E27FC236}">
                <a16:creationId xmlns:a16="http://schemas.microsoft.com/office/drawing/2014/main" id="{B7EA15F2-74B4-6981-F12F-2865013320D0}"/>
              </a:ext>
            </a:extLst>
          </p:cNvPr>
          <p:cNvSpPr txBox="1"/>
          <p:nvPr/>
        </p:nvSpPr>
        <p:spPr>
          <a:xfrm>
            <a:off x="3763670" y="1783080"/>
            <a:ext cx="731520" cy="182880"/>
          </a:xfrm>
          <a:prstGeom prst="rect">
            <a:avLst/>
          </a:prstGeom>
          <a:noFill/>
          <a:ln/>
        </p:spPr>
        <p:txBody>
          <a:bodyPr wrap="square" lIns="0" tIns="0" rIns="0" bIns="0" rtlCol="0" anchor="t"/>
          <a:lstStyle/>
          <a:p>
            <a:pPr marL="0" indent="0">
              <a:buNone/>
            </a:pPr>
            <a:r>
              <a:rPr lang="en-US" sz="800" dirty="0">
                <a:solidFill>
                  <a:srgbClr val="5F6075"/>
                </a:solidFill>
                <a:latin typeface="Calibri" pitchFamily="34" charset="0"/>
                <a:ea typeface="Calibri" pitchFamily="34" charset="-122"/>
                <a:cs typeface="Calibri" pitchFamily="34" charset="-120"/>
              </a:rPr>
              <a:t>Services ▾</a:t>
            </a:r>
            <a:endParaRPr lang="en-US" sz="800" dirty="0"/>
          </a:p>
        </p:txBody>
      </p:sp>
      <p:sp>
        <p:nvSpPr>
          <p:cNvPr id="17" name="Text 15">
            <a:extLst>
              <a:ext uri="{FF2B5EF4-FFF2-40B4-BE49-F238E27FC236}">
                <a16:creationId xmlns:a16="http://schemas.microsoft.com/office/drawing/2014/main" id="{D72C8C0C-320A-6FED-8346-DA1BA98B0597}"/>
              </a:ext>
            </a:extLst>
          </p:cNvPr>
          <p:cNvSpPr txBox="1"/>
          <p:nvPr/>
        </p:nvSpPr>
        <p:spPr>
          <a:xfrm>
            <a:off x="4568342" y="1783080"/>
            <a:ext cx="731520" cy="182880"/>
          </a:xfrm>
          <a:prstGeom prst="rect">
            <a:avLst/>
          </a:prstGeom>
          <a:noFill/>
          <a:ln/>
        </p:spPr>
        <p:txBody>
          <a:bodyPr wrap="square" lIns="0" tIns="0" rIns="0" bIns="0" rtlCol="0" anchor="t"/>
          <a:lstStyle/>
          <a:p>
            <a:pPr marL="0" indent="0">
              <a:buNone/>
            </a:pPr>
            <a:r>
              <a:rPr lang="en-US" sz="800" dirty="0">
                <a:solidFill>
                  <a:srgbClr val="5F6075"/>
                </a:solidFill>
                <a:latin typeface="Calibri" pitchFamily="34" charset="0"/>
                <a:ea typeface="Calibri" pitchFamily="34" charset="-122"/>
                <a:cs typeface="Calibri" pitchFamily="34" charset="-120"/>
              </a:rPr>
              <a:t>Contact Us</a:t>
            </a:r>
            <a:endParaRPr lang="en-US" sz="800" dirty="0"/>
          </a:p>
        </p:txBody>
      </p:sp>
      <p:sp>
        <p:nvSpPr>
          <p:cNvPr id="18" name="Shape 16">
            <a:extLst>
              <a:ext uri="{FF2B5EF4-FFF2-40B4-BE49-F238E27FC236}">
                <a16:creationId xmlns:a16="http://schemas.microsoft.com/office/drawing/2014/main" id="{5253E325-74B0-568B-46A9-826984E68481}"/>
              </a:ext>
            </a:extLst>
          </p:cNvPr>
          <p:cNvSpPr/>
          <p:nvPr/>
        </p:nvSpPr>
        <p:spPr>
          <a:xfrm>
            <a:off x="5879592" y="1737360"/>
            <a:ext cx="1033272" cy="256032"/>
          </a:xfrm>
          <a:prstGeom prst="roundRect">
            <a:avLst>
              <a:gd name="adj" fmla="val 50000"/>
            </a:avLst>
          </a:prstGeom>
          <a:solidFill>
            <a:srgbClr val="16161F"/>
          </a:solidFill>
          <a:ln/>
        </p:spPr>
        <p:txBody>
          <a:bodyPr/>
          <a:lstStyle/>
          <a:p>
            <a:endParaRPr lang="en-IN"/>
          </a:p>
        </p:txBody>
      </p:sp>
      <p:sp>
        <p:nvSpPr>
          <p:cNvPr id="19" name="Text 17">
            <a:extLst>
              <a:ext uri="{FF2B5EF4-FFF2-40B4-BE49-F238E27FC236}">
                <a16:creationId xmlns:a16="http://schemas.microsoft.com/office/drawing/2014/main" id="{3A1DAF70-E339-2D5E-A7DE-C82DA0D13130}"/>
              </a:ext>
            </a:extLst>
          </p:cNvPr>
          <p:cNvSpPr txBox="1"/>
          <p:nvPr/>
        </p:nvSpPr>
        <p:spPr>
          <a:xfrm>
            <a:off x="5879592" y="1737360"/>
            <a:ext cx="1033272" cy="256032"/>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Partner with Us</a:t>
            </a:r>
            <a:endParaRPr lang="en-US" sz="750" dirty="0"/>
          </a:p>
        </p:txBody>
      </p:sp>
      <p:sp>
        <p:nvSpPr>
          <p:cNvPr id="20" name="Text 18">
            <a:extLst>
              <a:ext uri="{FF2B5EF4-FFF2-40B4-BE49-F238E27FC236}">
                <a16:creationId xmlns:a16="http://schemas.microsoft.com/office/drawing/2014/main" id="{769F35D8-E4D2-FE7B-248B-39F0AE5C1BD2}"/>
              </a:ext>
            </a:extLst>
          </p:cNvPr>
          <p:cNvSpPr txBox="1"/>
          <p:nvPr/>
        </p:nvSpPr>
        <p:spPr>
          <a:xfrm>
            <a:off x="6894576" y="1691640"/>
            <a:ext cx="137160" cy="137160"/>
          </a:xfrm>
          <a:prstGeom prst="rect">
            <a:avLst/>
          </a:prstGeom>
          <a:noFill/>
          <a:ln/>
        </p:spPr>
        <p:txBody>
          <a:bodyPr wrap="square" lIns="0" tIns="0" rIns="0" bIns="0" rtlCol="0" anchor="t"/>
          <a:lstStyle/>
          <a:p>
            <a:pPr marL="0" indent="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21" name="Shape 19">
            <a:extLst>
              <a:ext uri="{FF2B5EF4-FFF2-40B4-BE49-F238E27FC236}">
                <a16:creationId xmlns:a16="http://schemas.microsoft.com/office/drawing/2014/main" id="{D550064B-8318-F7FD-9E4D-B29498C11EBB}"/>
              </a:ext>
            </a:extLst>
          </p:cNvPr>
          <p:cNvSpPr/>
          <p:nvPr/>
        </p:nvSpPr>
        <p:spPr>
          <a:xfrm>
            <a:off x="749808" y="2286000"/>
            <a:ext cx="2331720" cy="237744"/>
          </a:xfrm>
          <a:prstGeom prst="roundRect">
            <a:avLst>
              <a:gd name="adj" fmla="val 50000"/>
            </a:avLst>
          </a:prstGeom>
          <a:solidFill>
            <a:srgbClr val="FFFFFF"/>
          </a:solidFill>
          <a:ln w="9525">
            <a:solidFill>
              <a:srgbClr val="E4E3EF"/>
            </a:solidFill>
            <a:prstDash val="solid"/>
          </a:ln>
        </p:spPr>
        <p:txBody>
          <a:bodyPr/>
          <a:lstStyle/>
          <a:p>
            <a:endParaRPr lang="en-IN"/>
          </a:p>
        </p:txBody>
      </p:sp>
      <p:sp>
        <p:nvSpPr>
          <p:cNvPr id="22" name="Shape 20">
            <a:extLst>
              <a:ext uri="{FF2B5EF4-FFF2-40B4-BE49-F238E27FC236}">
                <a16:creationId xmlns:a16="http://schemas.microsoft.com/office/drawing/2014/main" id="{D67DF393-5574-BA56-52BB-C420E808D645}"/>
              </a:ext>
            </a:extLst>
          </p:cNvPr>
          <p:cNvSpPr/>
          <p:nvPr/>
        </p:nvSpPr>
        <p:spPr>
          <a:xfrm>
            <a:off x="841248" y="2368296"/>
            <a:ext cx="73152" cy="73152"/>
          </a:xfrm>
          <a:prstGeom prst="ellipse">
            <a:avLst/>
          </a:prstGeom>
          <a:solidFill>
            <a:srgbClr val="2ECC8F"/>
          </a:solidFill>
          <a:ln/>
        </p:spPr>
        <p:txBody>
          <a:bodyPr/>
          <a:lstStyle/>
          <a:p>
            <a:endParaRPr lang="en-IN"/>
          </a:p>
        </p:txBody>
      </p:sp>
      <p:sp>
        <p:nvSpPr>
          <p:cNvPr id="23" name="Text 21">
            <a:extLst>
              <a:ext uri="{FF2B5EF4-FFF2-40B4-BE49-F238E27FC236}">
                <a16:creationId xmlns:a16="http://schemas.microsoft.com/office/drawing/2014/main" id="{734C3E5E-24A3-122E-A211-7DD19050BBF0}"/>
              </a:ext>
            </a:extLst>
          </p:cNvPr>
          <p:cNvSpPr txBox="1"/>
          <p:nvPr/>
        </p:nvSpPr>
        <p:spPr>
          <a:xfrm>
            <a:off x="969264" y="2286000"/>
            <a:ext cx="2103120" cy="237744"/>
          </a:xfrm>
          <a:prstGeom prst="rect">
            <a:avLst/>
          </a:prstGeom>
          <a:noFill/>
          <a:ln/>
        </p:spPr>
        <p:txBody>
          <a:bodyPr wrap="square" lIns="0" tIns="0" rIns="0" bIns="0" rtlCol="0" anchor="ctr"/>
          <a:lstStyle/>
          <a:p>
            <a:pPr marL="0" indent="0">
              <a:buNone/>
            </a:pPr>
            <a:r>
              <a:rPr lang="en-US" sz="750" b="1" dirty="0">
                <a:solidFill>
                  <a:srgbClr val="16161F"/>
                </a:solidFill>
                <a:latin typeface="Calibri" pitchFamily="34" charset="0"/>
                <a:ea typeface="Calibri" pitchFamily="34" charset="-122"/>
                <a:cs typeface="Calibri" pitchFamily="34" charset="-120"/>
              </a:rPr>
              <a:t>Global Connectivity. Trusted Partnerships.</a:t>
            </a:r>
            <a:endParaRPr lang="en-US" sz="750" dirty="0"/>
          </a:p>
        </p:txBody>
      </p:sp>
      <p:sp>
        <p:nvSpPr>
          <p:cNvPr id="24" name="Text 22">
            <a:extLst>
              <a:ext uri="{FF2B5EF4-FFF2-40B4-BE49-F238E27FC236}">
                <a16:creationId xmlns:a16="http://schemas.microsoft.com/office/drawing/2014/main" id="{1287A55A-BF82-A8DF-482E-43BBA8DF4B8C}"/>
              </a:ext>
            </a:extLst>
          </p:cNvPr>
          <p:cNvSpPr txBox="1"/>
          <p:nvPr/>
        </p:nvSpPr>
        <p:spPr>
          <a:xfrm>
            <a:off x="749808" y="2651760"/>
            <a:ext cx="3108960" cy="1143000"/>
          </a:xfrm>
          <a:prstGeom prst="rect">
            <a:avLst/>
          </a:prstGeom>
          <a:noFill/>
          <a:ln/>
        </p:spPr>
        <p:txBody>
          <a:bodyPr wrap="square" lIns="0" tIns="0" rIns="0" bIns="0" rtlCol="0" anchor="t"/>
          <a:lstStyle/>
          <a:p>
            <a:pPr marL="0" indent="0">
              <a:buNone/>
            </a:pPr>
            <a:r>
              <a:rPr lang="en-US" sz="2100" b="1" dirty="0">
                <a:solidFill>
                  <a:srgbClr val="16161F"/>
                </a:solidFill>
                <a:latin typeface="Calibri" pitchFamily="34" charset="0"/>
                <a:ea typeface="Calibri" pitchFamily="34" charset="-122"/>
                <a:cs typeface="Calibri" pitchFamily="34" charset="-120"/>
              </a:rPr>
              <a:t>Connecting Businesses Through Global Voice &amp; Messaging</a:t>
            </a:r>
            <a:endParaRPr lang="en-US" sz="2100" dirty="0"/>
          </a:p>
        </p:txBody>
      </p:sp>
      <p:sp>
        <p:nvSpPr>
          <p:cNvPr id="25" name="Text 23">
            <a:extLst>
              <a:ext uri="{FF2B5EF4-FFF2-40B4-BE49-F238E27FC236}">
                <a16:creationId xmlns:a16="http://schemas.microsoft.com/office/drawing/2014/main" id="{9EBB7D59-7131-E8FD-91E2-A3FF213DC9A3}"/>
              </a:ext>
            </a:extLst>
          </p:cNvPr>
          <p:cNvSpPr txBox="1"/>
          <p:nvPr/>
        </p:nvSpPr>
        <p:spPr>
          <a:xfrm>
            <a:off x="749808" y="3886200"/>
            <a:ext cx="2971800" cy="868680"/>
          </a:xfrm>
          <a:prstGeom prst="rect">
            <a:avLst/>
          </a:prstGeom>
          <a:noFill/>
          <a:ln/>
        </p:spPr>
        <p:txBody>
          <a:bodyPr wrap="square" lIns="0" tIns="0" rIns="0" bIns="0" rtlCol="0" anchor="t"/>
          <a:lstStyle/>
          <a:p>
            <a:pPr marL="0" indent="0">
              <a:buNone/>
            </a:pPr>
            <a:r>
              <a:rPr lang="en-US" sz="850" dirty="0">
                <a:solidFill>
                  <a:srgbClr val="5F6075"/>
                </a:solidFill>
                <a:latin typeface="Calibri" pitchFamily="34" charset="0"/>
                <a:ea typeface="Calibri" pitchFamily="34" charset="-122"/>
                <a:cs typeface="Calibri" pitchFamily="34" charset="-120"/>
              </a:rPr>
              <a:t>Omaginfo LLC delivers international voice termination, VoIP, and SMS connectivity solutions designed to help telecom operators and business partners expand their reach through reliable connections and competitive commercial offerings.</a:t>
            </a:r>
            <a:endParaRPr lang="en-US" sz="850" dirty="0"/>
          </a:p>
        </p:txBody>
      </p:sp>
      <p:sp>
        <p:nvSpPr>
          <p:cNvPr id="26" name="Text 24">
            <a:extLst>
              <a:ext uri="{FF2B5EF4-FFF2-40B4-BE49-F238E27FC236}">
                <a16:creationId xmlns:a16="http://schemas.microsoft.com/office/drawing/2014/main" id="{B3EA6333-D509-5160-1CC1-B482C8ADEE00}"/>
              </a:ext>
            </a:extLst>
          </p:cNvPr>
          <p:cNvSpPr txBox="1"/>
          <p:nvPr/>
        </p:nvSpPr>
        <p:spPr>
          <a:xfrm>
            <a:off x="749808" y="4773168"/>
            <a:ext cx="3017520" cy="201168"/>
          </a:xfrm>
          <a:prstGeom prst="rect">
            <a:avLst/>
          </a:prstGeom>
          <a:noFill/>
          <a:ln/>
        </p:spPr>
        <p:txBody>
          <a:bodyPr wrap="square" lIns="0" tIns="0" rIns="0" bIns="0" rtlCol="0" anchor="t"/>
          <a:lstStyle/>
          <a:p>
            <a:pPr marL="0" indent="0" algn="ctr">
              <a:buNone/>
            </a:pPr>
            <a:r>
              <a:rPr lang="en-US" sz="900" b="1" i="1" dirty="0">
                <a:solidFill>
                  <a:srgbClr val="7B6CF6"/>
                </a:solidFill>
                <a:latin typeface="Calibri" pitchFamily="34" charset="0"/>
                <a:ea typeface="Calibri" pitchFamily="34" charset="-122"/>
                <a:cs typeface="Calibri" pitchFamily="34" charset="-120"/>
              </a:rPr>
              <a:t>Slogan Goes Here</a:t>
            </a:r>
            <a:endParaRPr lang="en-US" sz="900" dirty="0"/>
          </a:p>
        </p:txBody>
      </p:sp>
      <p:sp>
        <p:nvSpPr>
          <p:cNvPr id="27" name="Shape 25">
            <a:extLst>
              <a:ext uri="{FF2B5EF4-FFF2-40B4-BE49-F238E27FC236}">
                <a16:creationId xmlns:a16="http://schemas.microsoft.com/office/drawing/2014/main" id="{4CB99756-891C-5061-37E0-D96F942D95BB}"/>
              </a:ext>
            </a:extLst>
          </p:cNvPr>
          <p:cNvSpPr/>
          <p:nvPr/>
        </p:nvSpPr>
        <p:spPr>
          <a:xfrm>
            <a:off x="749808" y="5120640"/>
            <a:ext cx="1411834" cy="256032"/>
          </a:xfrm>
          <a:prstGeom prst="roundRect">
            <a:avLst>
              <a:gd name="adj" fmla="val 50000"/>
            </a:avLst>
          </a:prstGeom>
          <a:solidFill>
            <a:schemeClr val="bg1">
              <a:lumMod val="75000"/>
            </a:schemeClr>
          </a:solidFill>
          <a:ln/>
        </p:spPr>
        <p:txBody>
          <a:bodyPr/>
          <a:lstStyle/>
          <a:p>
            <a:endParaRPr lang="en-IN"/>
          </a:p>
        </p:txBody>
      </p:sp>
      <p:sp>
        <p:nvSpPr>
          <p:cNvPr id="29" name="Text 27">
            <a:extLst>
              <a:ext uri="{FF2B5EF4-FFF2-40B4-BE49-F238E27FC236}">
                <a16:creationId xmlns:a16="http://schemas.microsoft.com/office/drawing/2014/main" id="{92022D94-6CF8-5DD1-F722-1944F9042091}"/>
              </a:ext>
            </a:extLst>
          </p:cNvPr>
          <p:cNvSpPr txBox="1"/>
          <p:nvPr/>
        </p:nvSpPr>
        <p:spPr>
          <a:xfrm>
            <a:off x="2143354" y="5074920"/>
            <a:ext cx="137160" cy="137160"/>
          </a:xfrm>
          <a:prstGeom prst="rect">
            <a:avLst/>
          </a:prstGeom>
          <a:noFill/>
          <a:ln/>
        </p:spPr>
        <p:txBody>
          <a:bodyPr wrap="square" lIns="0" tIns="0" rIns="0" bIns="0" rtlCol="0" anchor="t"/>
          <a:lstStyle/>
          <a:p>
            <a:pPr marL="0" indent="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30" name="Shape 28">
            <a:extLst>
              <a:ext uri="{FF2B5EF4-FFF2-40B4-BE49-F238E27FC236}">
                <a16:creationId xmlns:a16="http://schemas.microsoft.com/office/drawing/2014/main" id="{53FF91A3-A723-59DA-3F9B-67F160833E20}"/>
              </a:ext>
            </a:extLst>
          </p:cNvPr>
          <p:cNvSpPr/>
          <p:nvPr/>
        </p:nvSpPr>
        <p:spPr>
          <a:xfrm>
            <a:off x="2298802" y="5120640"/>
            <a:ext cx="1132027" cy="256032"/>
          </a:xfrm>
          <a:prstGeom prst="roundRect">
            <a:avLst>
              <a:gd name="adj" fmla="val 50000"/>
            </a:avLst>
          </a:prstGeom>
          <a:solidFill>
            <a:srgbClr val="F3F2FA"/>
          </a:solidFill>
          <a:ln w="9525">
            <a:solidFill>
              <a:srgbClr val="E4E3EF"/>
            </a:solidFill>
            <a:prstDash val="solid"/>
          </a:ln>
        </p:spPr>
        <p:txBody>
          <a:bodyPr/>
          <a:lstStyle/>
          <a:p>
            <a:endParaRPr lang="en-IN"/>
          </a:p>
        </p:txBody>
      </p:sp>
      <p:sp>
        <p:nvSpPr>
          <p:cNvPr id="32" name="Text 30">
            <a:extLst>
              <a:ext uri="{FF2B5EF4-FFF2-40B4-BE49-F238E27FC236}">
                <a16:creationId xmlns:a16="http://schemas.microsoft.com/office/drawing/2014/main" id="{D4453CCF-DAB2-5002-7886-8C487EB9A291}"/>
              </a:ext>
            </a:extLst>
          </p:cNvPr>
          <p:cNvSpPr txBox="1"/>
          <p:nvPr/>
        </p:nvSpPr>
        <p:spPr>
          <a:xfrm>
            <a:off x="3412541" y="5074920"/>
            <a:ext cx="137160" cy="137160"/>
          </a:xfrm>
          <a:prstGeom prst="rect">
            <a:avLst/>
          </a:prstGeom>
          <a:noFill/>
          <a:ln/>
        </p:spPr>
        <p:txBody>
          <a:bodyPr wrap="square" lIns="0" tIns="0" rIns="0" bIns="0" rtlCol="0" anchor="t"/>
          <a:lstStyle/>
          <a:p>
            <a:pPr marL="0" indent="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33" name="Shape 31">
            <a:extLst>
              <a:ext uri="{FF2B5EF4-FFF2-40B4-BE49-F238E27FC236}">
                <a16:creationId xmlns:a16="http://schemas.microsoft.com/office/drawing/2014/main" id="{8129E6F6-7B79-19F8-4828-D38E39550B55}"/>
              </a:ext>
            </a:extLst>
          </p:cNvPr>
          <p:cNvSpPr/>
          <p:nvPr/>
        </p:nvSpPr>
        <p:spPr>
          <a:xfrm>
            <a:off x="749808" y="5577840"/>
            <a:ext cx="3017520" cy="457200"/>
          </a:xfrm>
          <a:prstGeom prst="roundRect">
            <a:avLst>
              <a:gd name="adj" fmla="val 16000"/>
            </a:avLst>
          </a:prstGeom>
          <a:solidFill>
            <a:srgbClr val="FFFFFF"/>
          </a:solidFill>
          <a:ln w="9525">
            <a:solidFill>
              <a:srgbClr val="E8C49B"/>
            </a:solidFill>
            <a:prstDash val="dash"/>
          </a:ln>
        </p:spPr>
        <p:txBody>
          <a:bodyPr/>
          <a:lstStyle/>
          <a:p>
            <a:endParaRPr lang="en-IN"/>
          </a:p>
        </p:txBody>
      </p:sp>
      <p:sp>
        <p:nvSpPr>
          <p:cNvPr id="34" name="Text 32">
            <a:extLst>
              <a:ext uri="{FF2B5EF4-FFF2-40B4-BE49-F238E27FC236}">
                <a16:creationId xmlns:a16="http://schemas.microsoft.com/office/drawing/2014/main" id="{D9F37900-E7D4-60E1-C5BE-8F24ABA8BE86}"/>
              </a:ext>
            </a:extLst>
          </p:cNvPr>
          <p:cNvSpPr txBox="1"/>
          <p:nvPr/>
        </p:nvSpPr>
        <p:spPr>
          <a:xfrm>
            <a:off x="841248" y="5577840"/>
            <a:ext cx="2331720" cy="457200"/>
          </a:xfrm>
          <a:prstGeom prst="rect">
            <a:avLst/>
          </a:prstGeom>
          <a:noFill/>
          <a:ln/>
        </p:spPr>
        <p:txBody>
          <a:bodyPr wrap="square" lIns="0" tIns="0" rIns="0" bIns="0" rtlCol="0" anchor="ctr"/>
          <a:lstStyle/>
          <a:p>
            <a:pPr marL="0" indent="0">
              <a:buNone/>
            </a:pPr>
            <a:r>
              <a:rPr lang="en-US" sz="750" i="1" dirty="0">
                <a:solidFill>
                  <a:srgbClr val="5F6075"/>
                </a:solidFill>
                <a:latin typeface="Calibri" pitchFamily="34" charset="0"/>
                <a:ea typeface="Calibri" pitchFamily="34" charset="-122"/>
                <a:cs typeface="Calibri" pitchFamily="34" charset="-120"/>
              </a:rPr>
              <a:t>Optional stats row (e.g. destinations, partners) — only with client-verified figures</a:t>
            </a:r>
            <a:endParaRPr lang="en-US" sz="750" dirty="0"/>
          </a:p>
        </p:txBody>
      </p:sp>
      <p:sp>
        <p:nvSpPr>
          <p:cNvPr id="35" name="Shape 33">
            <a:extLst>
              <a:ext uri="{FF2B5EF4-FFF2-40B4-BE49-F238E27FC236}">
                <a16:creationId xmlns:a16="http://schemas.microsoft.com/office/drawing/2014/main" id="{8591FBD8-6D4D-A079-629B-67BE6036E8AB}"/>
              </a:ext>
            </a:extLst>
          </p:cNvPr>
          <p:cNvSpPr/>
          <p:nvPr/>
        </p:nvSpPr>
        <p:spPr>
          <a:xfrm>
            <a:off x="3264408" y="5715000"/>
            <a:ext cx="345186" cy="182880"/>
          </a:xfrm>
          <a:prstGeom prst="roundRect">
            <a:avLst>
              <a:gd name="adj" fmla="val 50000"/>
            </a:avLst>
          </a:prstGeom>
          <a:solidFill>
            <a:srgbClr val="FDE9D3"/>
          </a:solidFill>
          <a:ln/>
        </p:spPr>
        <p:txBody>
          <a:bodyPr/>
          <a:lstStyle/>
          <a:p>
            <a:endParaRPr lang="en-IN"/>
          </a:p>
        </p:txBody>
      </p:sp>
      <p:sp>
        <p:nvSpPr>
          <p:cNvPr id="36" name="Text 34">
            <a:extLst>
              <a:ext uri="{FF2B5EF4-FFF2-40B4-BE49-F238E27FC236}">
                <a16:creationId xmlns:a16="http://schemas.microsoft.com/office/drawing/2014/main" id="{01A387E7-57D4-0EEA-9B2C-8DFA3014741C}"/>
              </a:ext>
            </a:extLst>
          </p:cNvPr>
          <p:cNvSpPr txBox="1"/>
          <p:nvPr/>
        </p:nvSpPr>
        <p:spPr>
          <a:xfrm>
            <a:off x="3264408" y="5715000"/>
            <a:ext cx="345186" cy="182880"/>
          </a:xfrm>
          <a:prstGeom prst="rect">
            <a:avLst/>
          </a:prstGeom>
          <a:noFill/>
          <a:ln/>
        </p:spPr>
        <p:txBody>
          <a:bodyPr wrap="square" lIns="0" tIns="0" rIns="0" bIns="0" rtlCol="0" anchor="ctr"/>
          <a:lstStyle/>
          <a:p>
            <a:pPr marL="0" indent="0" algn="ctr">
              <a:buNone/>
            </a:pPr>
            <a:r>
              <a:rPr lang="en-US" sz="700" b="1" dirty="0">
                <a:solidFill>
                  <a:srgbClr val="A0561C"/>
                </a:solidFill>
                <a:latin typeface="Calibri" pitchFamily="34" charset="0"/>
                <a:ea typeface="Calibri" pitchFamily="34" charset="-122"/>
                <a:cs typeface="Calibri" pitchFamily="34" charset="-120"/>
              </a:rPr>
              <a:t>TBC</a:t>
            </a:r>
            <a:endParaRPr lang="en-US" sz="700" dirty="0"/>
          </a:p>
        </p:txBody>
      </p:sp>
      <p:sp>
        <p:nvSpPr>
          <p:cNvPr id="37" name="Shape 35">
            <a:extLst>
              <a:ext uri="{FF2B5EF4-FFF2-40B4-BE49-F238E27FC236}">
                <a16:creationId xmlns:a16="http://schemas.microsoft.com/office/drawing/2014/main" id="{9ADB6454-4112-F3B7-AE63-13DAEF08660B}"/>
              </a:ext>
            </a:extLst>
          </p:cNvPr>
          <p:cNvSpPr/>
          <p:nvPr/>
        </p:nvSpPr>
        <p:spPr>
          <a:xfrm>
            <a:off x="3995928" y="2286000"/>
            <a:ext cx="2880360" cy="3749040"/>
          </a:xfrm>
          <a:prstGeom prst="roundRect">
            <a:avLst>
              <a:gd name="adj" fmla="val 3175"/>
            </a:avLst>
          </a:prstGeom>
          <a:solidFill>
            <a:schemeClr val="bg2">
              <a:lumMod val="90000"/>
            </a:schemeClr>
          </a:solidFill>
          <a:ln w="9525">
            <a:solidFill>
              <a:srgbClr val="B3A8FF"/>
            </a:solidFill>
            <a:prstDash val="dash"/>
          </a:ln>
        </p:spPr>
        <p:txBody>
          <a:bodyPr/>
          <a:lstStyle/>
          <a:p>
            <a:endParaRPr lang="en-IN"/>
          </a:p>
        </p:txBody>
      </p:sp>
      <p:pic>
        <p:nvPicPr>
          <p:cNvPr id="38" name="Image 0" descr="preencoded.png">
            <a:extLst>
              <a:ext uri="{FF2B5EF4-FFF2-40B4-BE49-F238E27FC236}">
                <a16:creationId xmlns:a16="http://schemas.microsoft.com/office/drawing/2014/main" id="{2F1426D7-B019-D85B-F2B6-1F3FC7F6E0BE}"/>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5244084" y="3849624"/>
            <a:ext cx="384048" cy="384048"/>
          </a:xfrm>
          <a:prstGeom prst="rect">
            <a:avLst/>
          </a:prstGeom>
        </p:spPr>
      </p:pic>
      <p:sp>
        <p:nvSpPr>
          <p:cNvPr id="39" name="Text 36">
            <a:extLst>
              <a:ext uri="{FF2B5EF4-FFF2-40B4-BE49-F238E27FC236}">
                <a16:creationId xmlns:a16="http://schemas.microsoft.com/office/drawing/2014/main" id="{E3533CBF-8959-D62F-F879-82C45C49ED03}"/>
              </a:ext>
            </a:extLst>
          </p:cNvPr>
          <p:cNvSpPr txBox="1"/>
          <p:nvPr/>
        </p:nvSpPr>
        <p:spPr>
          <a:xfrm>
            <a:off x="4069080" y="4297680"/>
            <a:ext cx="2734056" cy="384048"/>
          </a:xfrm>
          <a:prstGeom prst="rect">
            <a:avLst/>
          </a:prstGeom>
          <a:noFill/>
          <a:ln/>
        </p:spPr>
        <p:txBody>
          <a:bodyPr wrap="square" lIns="0" tIns="0" rIns="0" bIns="0" rtlCol="0" anchor="t"/>
          <a:lstStyle/>
          <a:p>
            <a:pPr marL="0" indent="0" algn="ctr">
              <a:buNone/>
            </a:pPr>
            <a:r>
              <a:rPr lang="en-US" sz="750" i="1" dirty="0">
                <a:solidFill>
                  <a:srgbClr val="5F6075"/>
                </a:solidFill>
                <a:latin typeface="Calibri" pitchFamily="34" charset="0"/>
                <a:ea typeface="Calibri" pitchFamily="34" charset="-122"/>
                <a:cs typeface="Calibri" pitchFamily="34" charset="-120"/>
              </a:rPr>
              <a:t>Custom isometric illustration: globe on platform with voice &amp; SMS route arcs, floating message and call cards</a:t>
            </a:r>
            <a:endParaRPr lang="en-US" sz="750" dirty="0"/>
          </a:p>
        </p:txBody>
      </p:sp>
      <p:sp>
        <p:nvSpPr>
          <p:cNvPr id="43" name="Shape 39">
            <a:extLst>
              <a:ext uri="{FF2B5EF4-FFF2-40B4-BE49-F238E27FC236}">
                <a16:creationId xmlns:a16="http://schemas.microsoft.com/office/drawing/2014/main" id="{E2B1247A-7734-10F6-0A45-E9B00E65FC2D}"/>
              </a:ext>
            </a:extLst>
          </p:cNvPr>
          <p:cNvSpPr/>
          <p:nvPr/>
        </p:nvSpPr>
        <p:spPr>
          <a:xfrm>
            <a:off x="7360920" y="1691107"/>
            <a:ext cx="274320" cy="274320"/>
          </a:xfrm>
          <a:prstGeom prst="ellipse">
            <a:avLst/>
          </a:prstGeom>
          <a:solidFill>
            <a:srgbClr val="ECEBFF"/>
          </a:solidFill>
          <a:ln/>
        </p:spPr>
        <p:txBody>
          <a:bodyPr/>
          <a:lstStyle/>
          <a:p>
            <a:endParaRPr lang="en-IN"/>
          </a:p>
        </p:txBody>
      </p:sp>
      <p:pic>
        <p:nvPicPr>
          <p:cNvPr id="44" name="Image 2" descr="preencoded.png">
            <a:extLst>
              <a:ext uri="{FF2B5EF4-FFF2-40B4-BE49-F238E27FC236}">
                <a16:creationId xmlns:a16="http://schemas.microsoft.com/office/drawing/2014/main" id="{6A9622EF-9D2D-0896-519E-AA1CBCFC906A}"/>
              </a:ext>
            </a:extLst>
          </p:cNvPr>
          <p:cNvPicPr>
            <a:picLocks noChangeAspect="1"/>
          </p:cNvPicPr>
          <p:nvPr/>
        </p:nvPicPr>
        <p:blipFill>
          <a:blip r:embed="rId4"/>
          <a:stretch>
            <a:fillRect/>
          </a:stretch>
        </p:blipFill>
        <p:spPr>
          <a:xfrm>
            <a:off x="7429500" y="1759687"/>
            <a:ext cx="137160" cy="137160"/>
          </a:xfrm>
          <a:prstGeom prst="rect">
            <a:avLst/>
          </a:prstGeom>
        </p:spPr>
      </p:pic>
      <p:sp>
        <p:nvSpPr>
          <p:cNvPr id="45" name="Text 40">
            <a:extLst>
              <a:ext uri="{FF2B5EF4-FFF2-40B4-BE49-F238E27FC236}">
                <a16:creationId xmlns:a16="http://schemas.microsoft.com/office/drawing/2014/main" id="{24064205-D432-B06B-CD0C-520DF426836D}"/>
              </a:ext>
            </a:extLst>
          </p:cNvPr>
          <p:cNvSpPr txBox="1"/>
          <p:nvPr/>
        </p:nvSpPr>
        <p:spPr>
          <a:xfrm>
            <a:off x="7726680" y="1709395"/>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46" name="Text 41">
            <a:extLst>
              <a:ext uri="{FF2B5EF4-FFF2-40B4-BE49-F238E27FC236}">
                <a16:creationId xmlns:a16="http://schemas.microsoft.com/office/drawing/2014/main" id="{216A5E92-059D-E457-F529-0673541F63E8}"/>
              </a:ext>
            </a:extLst>
          </p:cNvPr>
          <p:cNvSpPr txBox="1"/>
          <p:nvPr/>
        </p:nvSpPr>
        <p:spPr>
          <a:xfrm>
            <a:off x="7726680" y="1983715"/>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2-column grid, vertically centred</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Text left; illustration right with soft purple glow</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Mobile: single column, centred text, art below</a:t>
            </a:r>
            <a:endParaRPr lang="en-US" sz="1100" dirty="0"/>
          </a:p>
        </p:txBody>
      </p:sp>
      <p:sp>
        <p:nvSpPr>
          <p:cNvPr id="47" name="Shape 42">
            <a:extLst>
              <a:ext uri="{FF2B5EF4-FFF2-40B4-BE49-F238E27FC236}">
                <a16:creationId xmlns:a16="http://schemas.microsoft.com/office/drawing/2014/main" id="{B56FED9E-0119-8966-7379-E7AABA058298}"/>
              </a:ext>
            </a:extLst>
          </p:cNvPr>
          <p:cNvSpPr/>
          <p:nvPr/>
        </p:nvSpPr>
        <p:spPr>
          <a:xfrm>
            <a:off x="7360920" y="2637511"/>
            <a:ext cx="274320" cy="274320"/>
          </a:xfrm>
          <a:prstGeom prst="ellipse">
            <a:avLst/>
          </a:prstGeom>
          <a:solidFill>
            <a:srgbClr val="ECEBFF"/>
          </a:solidFill>
          <a:ln/>
        </p:spPr>
        <p:txBody>
          <a:bodyPr/>
          <a:lstStyle/>
          <a:p>
            <a:endParaRPr lang="en-IN"/>
          </a:p>
        </p:txBody>
      </p:sp>
      <p:pic>
        <p:nvPicPr>
          <p:cNvPr id="48" name="Image 3" descr="preencoded.png">
            <a:extLst>
              <a:ext uri="{FF2B5EF4-FFF2-40B4-BE49-F238E27FC236}">
                <a16:creationId xmlns:a16="http://schemas.microsoft.com/office/drawing/2014/main" id="{4FFB5DBF-966D-A672-9333-E0307036182F}"/>
              </a:ext>
            </a:extLst>
          </p:cNvPr>
          <p:cNvPicPr>
            <a:picLocks noChangeAspect="1"/>
          </p:cNvPicPr>
          <p:nvPr/>
        </p:nvPicPr>
        <p:blipFill>
          <a:blip r:embed="rId5"/>
          <a:stretch>
            <a:fillRect/>
          </a:stretch>
        </p:blipFill>
        <p:spPr>
          <a:xfrm>
            <a:off x="7429500" y="2706091"/>
            <a:ext cx="137160" cy="137160"/>
          </a:xfrm>
          <a:prstGeom prst="rect">
            <a:avLst/>
          </a:prstGeom>
        </p:spPr>
      </p:pic>
      <p:sp>
        <p:nvSpPr>
          <p:cNvPr id="49" name="Text 43">
            <a:extLst>
              <a:ext uri="{FF2B5EF4-FFF2-40B4-BE49-F238E27FC236}">
                <a16:creationId xmlns:a16="http://schemas.microsoft.com/office/drawing/2014/main" id="{65C878D6-F8E9-4BE9-1C30-CBE4DFD6D9DF}"/>
              </a:ext>
            </a:extLst>
          </p:cNvPr>
          <p:cNvSpPr txBox="1"/>
          <p:nvPr/>
        </p:nvSpPr>
        <p:spPr>
          <a:xfrm>
            <a:off x="7726680" y="2655799"/>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Content</a:t>
            </a:r>
            <a:endParaRPr lang="en-US" sz="1200" dirty="0"/>
          </a:p>
        </p:txBody>
      </p:sp>
      <p:sp>
        <p:nvSpPr>
          <p:cNvPr id="50" name="Text 44">
            <a:extLst>
              <a:ext uri="{FF2B5EF4-FFF2-40B4-BE49-F238E27FC236}">
                <a16:creationId xmlns:a16="http://schemas.microsoft.com/office/drawing/2014/main" id="{AAD78EBC-74C1-9113-2502-9F41F7C3B6A2}"/>
              </a:ext>
            </a:extLst>
          </p:cNvPr>
          <p:cNvSpPr txBox="1"/>
          <p:nvPr/>
        </p:nvSpPr>
        <p:spPr>
          <a:xfrm>
            <a:off x="7726680" y="2930119"/>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Tag: Global Connectivity. Trusted Partnerships.</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H1, paragraph and closing line verbatim from document item 3</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Buttons </a:t>
            </a:r>
            <a:endParaRPr lang="en-US" sz="1100" dirty="0"/>
          </a:p>
        </p:txBody>
      </p:sp>
      <p:sp>
        <p:nvSpPr>
          <p:cNvPr id="51" name="Shape 45">
            <a:extLst>
              <a:ext uri="{FF2B5EF4-FFF2-40B4-BE49-F238E27FC236}">
                <a16:creationId xmlns:a16="http://schemas.microsoft.com/office/drawing/2014/main" id="{5331090C-7F12-B22E-16A0-C1D14C402F0D}"/>
              </a:ext>
            </a:extLst>
          </p:cNvPr>
          <p:cNvSpPr/>
          <p:nvPr/>
        </p:nvSpPr>
        <p:spPr>
          <a:xfrm>
            <a:off x="7360920" y="3583915"/>
            <a:ext cx="274320" cy="274320"/>
          </a:xfrm>
          <a:prstGeom prst="ellipse">
            <a:avLst/>
          </a:prstGeom>
          <a:solidFill>
            <a:srgbClr val="ECEBFF"/>
          </a:solidFill>
          <a:ln/>
        </p:spPr>
        <p:txBody>
          <a:bodyPr/>
          <a:lstStyle/>
          <a:p>
            <a:endParaRPr lang="en-IN"/>
          </a:p>
        </p:txBody>
      </p:sp>
      <p:pic>
        <p:nvPicPr>
          <p:cNvPr id="52" name="Image 4" descr="preencoded.png">
            <a:extLst>
              <a:ext uri="{FF2B5EF4-FFF2-40B4-BE49-F238E27FC236}">
                <a16:creationId xmlns:a16="http://schemas.microsoft.com/office/drawing/2014/main" id="{2A835A28-1480-1302-9713-71D2B52FD90C}"/>
              </a:ext>
            </a:extLst>
          </p:cNvPr>
          <p:cNvPicPr>
            <a:picLocks noChangeAspect="1"/>
          </p:cNvPicPr>
          <p:nvPr/>
        </p:nvPicPr>
        <p:blipFill>
          <a:blip r:embed="rId6"/>
          <a:stretch>
            <a:fillRect/>
          </a:stretch>
        </p:blipFill>
        <p:spPr>
          <a:xfrm>
            <a:off x="7429500" y="3652495"/>
            <a:ext cx="137160" cy="137160"/>
          </a:xfrm>
          <a:prstGeom prst="rect">
            <a:avLst/>
          </a:prstGeom>
        </p:spPr>
      </p:pic>
      <p:sp>
        <p:nvSpPr>
          <p:cNvPr id="53" name="Text 46">
            <a:extLst>
              <a:ext uri="{FF2B5EF4-FFF2-40B4-BE49-F238E27FC236}">
                <a16:creationId xmlns:a16="http://schemas.microsoft.com/office/drawing/2014/main" id="{30155098-4E6A-0232-5EDD-C985D3FDE104}"/>
              </a:ext>
            </a:extLst>
          </p:cNvPr>
          <p:cNvSpPr txBox="1"/>
          <p:nvPr/>
        </p:nvSpPr>
        <p:spPr>
          <a:xfrm>
            <a:off x="7726680" y="3602203"/>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54" name="Text 47">
            <a:extLst>
              <a:ext uri="{FF2B5EF4-FFF2-40B4-BE49-F238E27FC236}">
                <a16:creationId xmlns:a16="http://schemas.microsoft.com/office/drawing/2014/main" id="{2CF64795-C991-E2C4-4917-C01F038FA6D4}"/>
              </a:ext>
            </a:extLst>
          </p:cNvPr>
          <p:cNvSpPr txBox="1"/>
          <p:nvPr/>
        </p:nvSpPr>
        <p:spPr>
          <a:xfrm>
            <a:off x="7726680" y="3876523"/>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New isometric SVG in sample style (globe instead of 5G tower</a:t>
            </a:r>
            <a:endParaRPr lang="en-US" sz="1100" dirty="0"/>
          </a:p>
        </p:txBody>
      </p:sp>
      <p:sp>
        <p:nvSpPr>
          <p:cNvPr id="55" name="Shape 48">
            <a:extLst>
              <a:ext uri="{FF2B5EF4-FFF2-40B4-BE49-F238E27FC236}">
                <a16:creationId xmlns:a16="http://schemas.microsoft.com/office/drawing/2014/main" id="{52F2C193-1F95-6851-CE74-C195DA0C1DDA}"/>
              </a:ext>
            </a:extLst>
          </p:cNvPr>
          <p:cNvSpPr/>
          <p:nvPr/>
        </p:nvSpPr>
        <p:spPr>
          <a:xfrm>
            <a:off x="7360920" y="4361155"/>
            <a:ext cx="274320" cy="274320"/>
          </a:xfrm>
          <a:prstGeom prst="ellipse">
            <a:avLst/>
          </a:prstGeom>
          <a:solidFill>
            <a:srgbClr val="ECEBFF"/>
          </a:solidFill>
          <a:ln/>
        </p:spPr>
        <p:txBody>
          <a:bodyPr/>
          <a:lstStyle/>
          <a:p>
            <a:endParaRPr lang="en-IN"/>
          </a:p>
        </p:txBody>
      </p:sp>
      <p:pic>
        <p:nvPicPr>
          <p:cNvPr id="56" name="Image 5" descr="preencoded.png">
            <a:extLst>
              <a:ext uri="{FF2B5EF4-FFF2-40B4-BE49-F238E27FC236}">
                <a16:creationId xmlns:a16="http://schemas.microsoft.com/office/drawing/2014/main" id="{16A220FD-621D-EDAC-4E13-79A0215EB5E6}"/>
              </a:ext>
            </a:extLst>
          </p:cNvPr>
          <p:cNvPicPr>
            <a:picLocks noChangeAspect="1"/>
          </p:cNvPicPr>
          <p:nvPr/>
        </p:nvPicPr>
        <p:blipFill>
          <a:blip r:embed="rId7"/>
          <a:stretch>
            <a:fillRect/>
          </a:stretch>
        </p:blipFill>
        <p:spPr>
          <a:xfrm>
            <a:off x="7429500" y="4429735"/>
            <a:ext cx="137160" cy="137160"/>
          </a:xfrm>
          <a:prstGeom prst="rect">
            <a:avLst/>
          </a:prstGeom>
        </p:spPr>
      </p:pic>
      <p:sp>
        <p:nvSpPr>
          <p:cNvPr id="57" name="Text 49">
            <a:extLst>
              <a:ext uri="{FF2B5EF4-FFF2-40B4-BE49-F238E27FC236}">
                <a16:creationId xmlns:a16="http://schemas.microsoft.com/office/drawing/2014/main" id="{81A8FF35-D817-4C3A-F1F6-658B4D0C13F3}"/>
              </a:ext>
            </a:extLst>
          </p:cNvPr>
          <p:cNvSpPr txBox="1"/>
          <p:nvPr/>
        </p:nvSpPr>
        <p:spPr>
          <a:xfrm>
            <a:off x="7726680" y="4379443"/>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58" name="Text 50">
            <a:extLst>
              <a:ext uri="{FF2B5EF4-FFF2-40B4-BE49-F238E27FC236}">
                <a16:creationId xmlns:a16="http://schemas.microsoft.com/office/drawing/2014/main" id="{4DB59F43-C3A2-1703-4D88-C19FEFF3C11E}"/>
              </a:ext>
            </a:extLst>
          </p:cNvPr>
          <p:cNvSpPr txBox="1"/>
          <p:nvPr/>
        </p:nvSpPr>
        <p:spPr>
          <a:xfrm>
            <a:off x="7726680" y="4653763"/>
            <a:ext cx="3931920" cy="71323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Explore Our Services → Services page; Partner with Us → Contact Us</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Mouse parallax on illustration layers (desktop only)</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Sample counters hidden unless real figures are supplied</a:t>
            </a:r>
            <a:endParaRPr lang="en-US" sz="1100" dirty="0"/>
          </a:p>
        </p:txBody>
      </p:sp>
    </p:spTree>
    <p:extLst>
      <p:ext uri="{BB962C8B-B14F-4D97-AF65-F5344CB8AC3E}">
        <p14:creationId xmlns:p14="http://schemas.microsoft.com/office/powerpoint/2010/main" val="34654984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9EA8B31-C1F4-2053-E6A4-4DCFB3D4EB8F}"/>
              </a:ext>
            </a:extLst>
          </p:cNvPr>
          <p:cNvSpPr txBox="1">
            <a:spLocks/>
          </p:cNvSpPr>
          <p:nvPr/>
        </p:nvSpPr>
        <p:spPr>
          <a:xfrm>
            <a:off x="548640" y="457200"/>
            <a:ext cx="11064240" cy="594360"/>
          </a:xfrm>
          <a:prstGeom prst="rect">
            <a:avLst/>
          </a:prstGeom>
          <a:noFill/>
          <a:ln/>
        </p:spPr>
        <p:txBody>
          <a:bodyPr wrap="square" lIns="0" tIns="0" rIns="0" bIns="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a:solidFill>
                  <a:srgbClr val="16161F"/>
                </a:solidFill>
                <a:latin typeface="Calibri" pitchFamily="34" charset="0"/>
                <a:ea typeface="Calibri" pitchFamily="34" charset="-122"/>
                <a:cs typeface="Calibri" pitchFamily="34" charset="-120"/>
              </a:rPr>
              <a:t>About preview</a:t>
            </a:r>
            <a:endParaRPr lang="en-US" sz="2800" dirty="0"/>
          </a:p>
        </p:txBody>
      </p:sp>
      <p:sp>
        <p:nvSpPr>
          <p:cNvPr id="3" name="Text 1">
            <a:extLst>
              <a:ext uri="{FF2B5EF4-FFF2-40B4-BE49-F238E27FC236}">
                <a16:creationId xmlns:a16="http://schemas.microsoft.com/office/drawing/2014/main" id="{698DC9C9-E9F3-B01D-4AC3-CC81E1AD2931}"/>
              </a:ext>
            </a:extLst>
          </p:cNvPr>
          <p:cNvSpPr txBox="1"/>
          <p:nvPr/>
        </p:nvSpPr>
        <p:spPr>
          <a:xfrm>
            <a:off x="548640" y="246888"/>
            <a:ext cx="9144000" cy="228600"/>
          </a:xfrm>
          <a:prstGeom prst="rect">
            <a:avLst/>
          </a:prstGeom>
          <a:noFill/>
          <a:ln/>
        </p:spPr>
        <p:txBody>
          <a:bodyPr wrap="square" lIns="0" tIns="0" rIns="0" bIns="0" rtlCol="0" anchor="t"/>
          <a:lstStyle/>
          <a:p>
            <a:pPr marL="0" indent="0">
              <a:buNone/>
            </a:pPr>
            <a:r>
              <a:rPr lang="en-US" sz="1050" b="1" kern="0" spc="200" dirty="0">
                <a:solidFill>
                  <a:srgbClr val="7B6CF6"/>
                </a:solidFill>
                <a:latin typeface="Calibri" pitchFamily="34" charset="0"/>
                <a:ea typeface="Calibri" pitchFamily="34" charset="-122"/>
                <a:cs typeface="Calibri" pitchFamily="34" charset="-120"/>
              </a:rPr>
              <a:t>HOME · SECTION 3 OF 4</a:t>
            </a:r>
            <a:endParaRPr lang="en-US" sz="1050" dirty="0"/>
          </a:p>
        </p:txBody>
      </p:sp>
      <p:sp>
        <p:nvSpPr>
          <p:cNvPr id="4" name="Shape 3">
            <a:extLst>
              <a:ext uri="{FF2B5EF4-FFF2-40B4-BE49-F238E27FC236}">
                <a16:creationId xmlns:a16="http://schemas.microsoft.com/office/drawing/2014/main" id="{F840A7D3-ACE9-5046-F146-4AA73A964FA4}"/>
              </a:ext>
            </a:extLst>
          </p:cNvPr>
          <p:cNvSpPr/>
          <p:nvPr/>
        </p:nvSpPr>
        <p:spPr>
          <a:xfrm>
            <a:off x="548640" y="1325880"/>
            <a:ext cx="6537960" cy="274320"/>
          </a:xfrm>
          <a:prstGeom prst="roundRect">
            <a:avLst>
              <a:gd name="adj" fmla="val 40000"/>
            </a:avLst>
          </a:prstGeom>
          <a:solidFill>
            <a:srgbClr val="EEEDF6"/>
          </a:solidFill>
          <a:ln/>
        </p:spPr>
        <p:txBody>
          <a:bodyPr/>
          <a:lstStyle/>
          <a:p>
            <a:endParaRPr lang="en-IN"/>
          </a:p>
        </p:txBody>
      </p:sp>
      <p:sp>
        <p:nvSpPr>
          <p:cNvPr id="5" name="Shape 4">
            <a:extLst>
              <a:ext uri="{FF2B5EF4-FFF2-40B4-BE49-F238E27FC236}">
                <a16:creationId xmlns:a16="http://schemas.microsoft.com/office/drawing/2014/main" id="{0EB0BF8C-AE8F-C177-70AC-C99CD901561F}"/>
              </a:ext>
            </a:extLst>
          </p:cNvPr>
          <p:cNvSpPr/>
          <p:nvPr/>
        </p:nvSpPr>
        <p:spPr>
          <a:xfrm>
            <a:off x="548640" y="1490472"/>
            <a:ext cx="6537960" cy="109728"/>
          </a:xfrm>
          <a:prstGeom prst="rect">
            <a:avLst/>
          </a:prstGeom>
          <a:solidFill>
            <a:srgbClr val="EEEDF6"/>
          </a:solidFill>
          <a:ln/>
        </p:spPr>
        <p:txBody>
          <a:bodyPr/>
          <a:lstStyle/>
          <a:p>
            <a:endParaRPr lang="en-IN"/>
          </a:p>
        </p:txBody>
      </p:sp>
      <p:sp>
        <p:nvSpPr>
          <p:cNvPr id="6" name="Shape 5">
            <a:extLst>
              <a:ext uri="{FF2B5EF4-FFF2-40B4-BE49-F238E27FC236}">
                <a16:creationId xmlns:a16="http://schemas.microsoft.com/office/drawing/2014/main" id="{B9D15D78-F936-8062-6A2D-28C87EBC2B5F}"/>
              </a:ext>
            </a:extLst>
          </p:cNvPr>
          <p:cNvSpPr/>
          <p:nvPr/>
        </p:nvSpPr>
        <p:spPr>
          <a:xfrm>
            <a:off x="676656" y="1417320"/>
            <a:ext cx="91440" cy="91440"/>
          </a:xfrm>
          <a:prstGeom prst="ellipse">
            <a:avLst/>
          </a:prstGeom>
          <a:solidFill>
            <a:srgbClr val="F2B77A"/>
          </a:solidFill>
          <a:ln/>
        </p:spPr>
        <p:txBody>
          <a:bodyPr/>
          <a:lstStyle/>
          <a:p>
            <a:endParaRPr lang="en-IN"/>
          </a:p>
        </p:txBody>
      </p:sp>
      <p:sp>
        <p:nvSpPr>
          <p:cNvPr id="7" name="Shape 6">
            <a:extLst>
              <a:ext uri="{FF2B5EF4-FFF2-40B4-BE49-F238E27FC236}">
                <a16:creationId xmlns:a16="http://schemas.microsoft.com/office/drawing/2014/main" id="{D9FDEC91-C20B-0FE7-7CE4-E809D01900DE}"/>
              </a:ext>
            </a:extLst>
          </p:cNvPr>
          <p:cNvSpPr/>
          <p:nvPr/>
        </p:nvSpPr>
        <p:spPr>
          <a:xfrm>
            <a:off x="822960" y="1417320"/>
            <a:ext cx="91440" cy="91440"/>
          </a:xfrm>
          <a:prstGeom prst="ellipse">
            <a:avLst/>
          </a:prstGeom>
          <a:solidFill>
            <a:srgbClr val="B3A8FF"/>
          </a:solidFill>
          <a:ln/>
        </p:spPr>
        <p:txBody>
          <a:bodyPr/>
          <a:lstStyle/>
          <a:p>
            <a:endParaRPr lang="en-IN"/>
          </a:p>
        </p:txBody>
      </p:sp>
      <p:sp>
        <p:nvSpPr>
          <p:cNvPr id="8" name="Shape 7">
            <a:extLst>
              <a:ext uri="{FF2B5EF4-FFF2-40B4-BE49-F238E27FC236}">
                <a16:creationId xmlns:a16="http://schemas.microsoft.com/office/drawing/2014/main" id="{5231A4D5-C6D0-5464-2F38-511877C23F45}"/>
              </a:ext>
            </a:extLst>
          </p:cNvPr>
          <p:cNvSpPr/>
          <p:nvPr/>
        </p:nvSpPr>
        <p:spPr>
          <a:xfrm>
            <a:off x="969264" y="1417320"/>
            <a:ext cx="91440" cy="91440"/>
          </a:xfrm>
          <a:prstGeom prst="ellipse">
            <a:avLst/>
          </a:prstGeom>
          <a:solidFill>
            <a:srgbClr val="9DF0D4"/>
          </a:solidFill>
          <a:ln/>
        </p:spPr>
        <p:txBody>
          <a:bodyPr/>
          <a:lstStyle/>
          <a:p>
            <a:endParaRPr lang="en-IN"/>
          </a:p>
        </p:txBody>
      </p:sp>
      <p:sp>
        <p:nvSpPr>
          <p:cNvPr id="9" name="Shape 8">
            <a:extLst>
              <a:ext uri="{FF2B5EF4-FFF2-40B4-BE49-F238E27FC236}">
                <a16:creationId xmlns:a16="http://schemas.microsoft.com/office/drawing/2014/main" id="{0DCE5845-86B1-C4CB-AB9D-9CD76D0E966A}"/>
              </a:ext>
            </a:extLst>
          </p:cNvPr>
          <p:cNvSpPr/>
          <p:nvPr/>
        </p:nvSpPr>
        <p:spPr>
          <a:xfrm>
            <a:off x="2628900" y="1380744"/>
            <a:ext cx="2377440" cy="164592"/>
          </a:xfrm>
          <a:prstGeom prst="roundRect">
            <a:avLst>
              <a:gd name="adj" fmla="val 50000"/>
            </a:avLst>
          </a:prstGeom>
          <a:solidFill>
            <a:srgbClr val="FFFFFF"/>
          </a:solidFill>
          <a:ln/>
        </p:spPr>
        <p:txBody>
          <a:bodyPr/>
          <a:lstStyle/>
          <a:p>
            <a:endParaRPr lang="en-IN"/>
          </a:p>
        </p:txBody>
      </p:sp>
      <p:sp>
        <p:nvSpPr>
          <p:cNvPr id="10" name="Text 9">
            <a:extLst>
              <a:ext uri="{FF2B5EF4-FFF2-40B4-BE49-F238E27FC236}">
                <a16:creationId xmlns:a16="http://schemas.microsoft.com/office/drawing/2014/main" id="{781A271E-F8E5-EF2A-6792-CB503BF2E803}"/>
              </a:ext>
            </a:extLst>
          </p:cNvPr>
          <p:cNvSpPr txBox="1"/>
          <p:nvPr/>
        </p:nvSpPr>
        <p:spPr>
          <a:xfrm>
            <a:off x="2628900" y="1380744"/>
            <a:ext cx="2377440" cy="164592"/>
          </a:xfrm>
          <a:prstGeom prst="rect">
            <a:avLst/>
          </a:prstGeom>
          <a:noFill/>
          <a:ln/>
        </p:spPr>
        <p:txBody>
          <a:bodyPr wrap="square" lIns="0" tIns="0" rIns="0" bIns="0" rtlCol="0" anchor="ctr"/>
          <a:lstStyle/>
          <a:p>
            <a:pPr marL="0" indent="0" algn="ctr">
              <a:buNone/>
            </a:pPr>
            <a:r>
              <a:rPr lang="en-US" sz="700" dirty="0">
                <a:solidFill>
                  <a:srgbClr val="8B8BA3"/>
                </a:solidFill>
                <a:latin typeface="Calibri" pitchFamily="34" charset="0"/>
                <a:ea typeface="Calibri" pitchFamily="34" charset="-122"/>
                <a:cs typeface="Calibri" pitchFamily="34" charset="-120"/>
              </a:rPr>
              <a:t>omaginfo.com</a:t>
            </a:r>
            <a:endParaRPr lang="en-US" sz="700" dirty="0"/>
          </a:p>
        </p:txBody>
      </p:sp>
      <p:sp>
        <p:nvSpPr>
          <p:cNvPr id="11" name="Shape 10">
            <a:extLst>
              <a:ext uri="{FF2B5EF4-FFF2-40B4-BE49-F238E27FC236}">
                <a16:creationId xmlns:a16="http://schemas.microsoft.com/office/drawing/2014/main" id="{A851F7C8-29D2-0DFD-D6CE-DCCCCD208D34}"/>
              </a:ext>
            </a:extLst>
          </p:cNvPr>
          <p:cNvSpPr/>
          <p:nvPr/>
        </p:nvSpPr>
        <p:spPr>
          <a:xfrm>
            <a:off x="749808" y="1828800"/>
            <a:ext cx="709574" cy="201168"/>
          </a:xfrm>
          <a:prstGeom prst="roundRect">
            <a:avLst>
              <a:gd name="adj" fmla="val 50000"/>
            </a:avLst>
          </a:prstGeom>
          <a:solidFill>
            <a:srgbClr val="ECEBFF"/>
          </a:solidFill>
          <a:ln/>
        </p:spPr>
        <p:txBody>
          <a:bodyPr/>
          <a:lstStyle/>
          <a:p>
            <a:endParaRPr lang="en-IN"/>
          </a:p>
        </p:txBody>
      </p:sp>
      <p:sp>
        <p:nvSpPr>
          <p:cNvPr id="12" name="Text 11">
            <a:extLst>
              <a:ext uri="{FF2B5EF4-FFF2-40B4-BE49-F238E27FC236}">
                <a16:creationId xmlns:a16="http://schemas.microsoft.com/office/drawing/2014/main" id="{26E89019-3DC1-D046-77A5-8CC6E12E1694}"/>
              </a:ext>
            </a:extLst>
          </p:cNvPr>
          <p:cNvSpPr txBox="1"/>
          <p:nvPr/>
        </p:nvSpPr>
        <p:spPr>
          <a:xfrm>
            <a:off x="749808" y="1828800"/>
            <a:ext cx="709574" cy="201168"/>
          </a:xfrm>
          <a:prstGeom prst="rect">
            <a:avLst/>
          </a:prstGeom>
          <a:solidFill>
            <a:schemeClr val="bg1">
              <a:lumMod val="95000"/>
            </a:schemeClr>
          </a:solidFill>
          <a:ln/>
        </p:spPr>
        <p:txBody>
          <a:bodyPr wrap="square" lIns="0" tIns="0" rIns="0" bIns="0" rtlCol="0" anchor="ctr"/>
          <a:lstStyle/>
          <a:p>
            <a:pPr marL="0" indent="0" algn="ctr">
              <a:buNone/>
            </a:pPr>
            <a:r>
              <a:rPr lang="en-US" sz="700" b="1" kern="0" spc="100" dirty="0">
                <a:solidFill>
                  <a:srgbClr val="7B6CF6"/>
                </a:solidFill>
                <a:latin typeface="Calibri" pitchFamily="34" charset="0"/>
                <a:ea typeface="Calibri" pitchFamily="34" charset="-122"/>
                <a:cs typeface="Calibri" pitchFamily="34" charset="-120"/>
              </a:rPr>
              <a:t>ABOUT US</a:t>
            </a:r>
            <a:endParaRPr lang="en-US" sz="700" dirty="0"/>
          </a:p>
        </p:txBody>
      </p:sp>
      <p:sp>
        <p:nvSpPr>
          <p:cNvPr id="13" name="Text 12">
            <a:extLst>
              <a:ext uri="{FF2B5EF4-FFF2-40B4-BE49-F238E27FC236}">
                <a16:creationId xmlns:a16="http://schemas.microsoft.com/office/drawing/2014/main" id="{81341016-841E-4D92-D40E-C50A29CFA2FE}"/>
              </a:ext>
            </a:extLst>
          </p:cNvPr>
          <p:cNvSpPr txBox="1"/>
          <p:nvPr/>
        </p:nvSpPr>
        <p:spPr>
          <a:xfrm>
            <a:off x="749808" y="2148840"/>
            <a:ext cx="3108960" cy="411480"/>
          </a:xfrm>
          <a:prstGeom prst="rect">
            <a:avLst/>
          </a:prstGeom>
          <a:noFill/>
          <a:ln/>
        </p:spPr>
        <p:txBody>
          <a:bodyPr wrap="square" lIns="0" tIns="0" rIns="0" bIns="0" rtlCol="0" anchor="t"/>
          <a:lstStyle/>
          <a:p>
            <a:pPr marL="0" indent="0">
              <a:buNone/>
            </a:pPr>
            <a:r>
              <a:rPr lang="en-US" sz="1800" b="1" dirty="0">
                <a:solidFill>
                  <a:srgbClr val="16161F"/>
                </a:solidFill>
                <a:latin typeface="Calibri" pitchFamily="34" charset="0"/>
                <a:ea typeface="Calibri" pitchFamily="34" charset="-122"/>
                <a:cs typeface="Calibri" pitchFamily="34" charset="-120"/>
              </a:rPr>
              <a:t>About Omaginfo LLC</a:t>
            </a:r>
            <a:endParaRPr lang="en-US" sz="1800" dirty="0"/>
          </a:p>
        </p:txBody>
      </p:sp>
      <p:sp>
        <p:nvSpPr>
          <p:cNvPr id="14" name="Text 13">
            <a:extLst>
              <a:ext uri="{FF2B5EF4-FFF2-40B4-BE49-F238E27FC236}">
                <a16:creationId xmlns:a16="http://schemas.microsoft.com/office/drawing/2014/main" id="{83F302C3-15D8-16C1-569F-DB52EFE8D498}"/>
              </a:ext>
            </a:extLst>
          </p:cNvPr>
          <p:cNvSpPr txBox="1"/>
          <p:nvPr/>
        </p:nvSpPr>
        <p:spPr>
          <a:xfrm>
            <a:off x="749808" y="2651760"/>
            <a:ext cx="3063240" cy="1417320"/>
          </a:xfrm>
          <a:prstGeom prst="rect">
            <a:avLst/>
          </a:prstGeom>
          <a:noFill/>
          <a:ln/>
        </p:spPr>
        <p:txBody>
          <a:bodyPr wrap="square" lIns="0" tIns="0" rIns="0" bIns="0" rtlCol="0" anchor="t"/>
          <a:lstStyle/>
          <a:p>
            <a:pPr marL="0" indent="0">
              <a:buNone/>
            </a:pPr>
            <a:r>
              <a:rPr lang="en-US" sz="850" dirty="0">
                <a:solidFill>
                  <a:srgbClr val="5F6075"/>
                </a:solidFill>
                <a:latin typeface="Calibri" pitchFamily="34" charset="0"/>
                <a:ea typeface="Calibri" pitchFamily="34" charset="-122"/>
                <a:cs typeface="Calibri" pitchFamily="34" charset="-120"/>
              </a:rPr>
              <a:t>Omaginfo LLC is a telecommunications company focused on providing voice and messaging connectivity solutions to operators, carriers, and business partners across international markets. We specialize in VoIP services, A–Z voice termination, SMS routing, and global connectivity solutions tailored to meet the evolving needs of the telecom industry.</a:t>
            </a:r>
            <a:endParaRPr lang="en-US" sz="850" dirty="0"/>
          </a:p>
        </p:txBody>
      </p:sp>
      <p:sp>
        <p:nvSpPr>
          <p:cNvPr id="15" name="Shape 14">
            <a:extLst>
              <a:ext uri="{FF2B5EF4-FFF2-40B4-BE49-F238E27FC236}">
                <a16:creationId xmlns:a16="http://schemas.microsoft.com/office/drawing/2014/main" id="{CC296873-AFD3-D7B9-4653-DA4FD770DF2E}"/>
              </a:ext>
            </a:extLst>
          </p:cNvPr>
          <p:cNvSpPr/>
          <p:nvPr/>
        </p:nvSpPr>
        <p:spPr>
          <a:xfrm>
            <a:off x="749808" y="4215384"/>
            <a:ext cx="155448" cy="155448"/>
          </a:xfrm>
          <a:prstGeom prst="ellipse">
            <a:avLst/>
          </a:prstGeom>
          <a:solidFill>
            <a:srgbClr val="ECEBFF"/>
          </a:solidFill>
          <a:ln/>
        </p:spPr>
        <p:txBody>
          <a:bodyPr/>
          <a:lstStyle/>
          <a:p>
            <a:endParaRPr lang="en-IN"/>
          </a:p>
        </p:txBody>
      </p:sp>
      <p:pic>
        <p:nvPicPr>
          <p:cNvPr id="16" name="Image 0" descr="preencoded.png">
            <a:extLst>
              <a:ext uri="{FF2B5EF4-FFF2-40B4-BE49-F238E27FC236}">
                <a16:creationId xmlns:a16="http://schemas.microsoft.com/office/drawing/2014/main" id="{3C65BABF-B805-92B3-ACC4-C8778091FF4D}"/>
              </a:ext>
            </a:extLst>
          </p:cNvPr>
          <p:cNvPicPr>
            <a:picLocks noChangeAspect="1"/>
          </p:cNvPicPr>
          <p:nvPr/>
        </p:nvPicPr>
        <p:blipFill>
          <a:blip r:embed="rId2"/>
          <a:stretch>
            <a:fillRect/>
          </a:stretch>
        </p:blipFill>
        <p:spPr>
          <a:xfrm>
            <a:off x="790956" y="4256532"/>
            <a:ext cx="73152" cy="73152"/>
          </a:xfrm>
          <a:prstGeom prst="rect">
            <a:avLst/>
          </a:prstGeom>
        </p:spPr>
      </p:pic>
      <p:sp>
        <p:nvSpPr>
          <p:cNvPr id="17" name="Text 15">
            <a:extLst>
              <a:ext uri="{FF2B5EF4-FFF2-40B4-BE49-F238E27FC236}">
                <a16:creationId xmlns:a16="http://schemas.microsoft.com/office/drawing/2014/main" id="{7D6C71AD-2D17-E372-9AB1-8F8F3228A51F}"/>
              </a:ext>
            </a:extLst>
          </p:cNvPr>
          <p:cNvSpPr txBox="1"/>
          <p:nvPr/>
        </p:nvSpPr>
        <p:spPr>
          <a:xfrm>
            <a:off x="969264" y="4206240"/>
            <a:ext cx="1325880" cy="182880"/>
          </a:xfrm>
          <a:prstGeom prst="rect">
            <a:avLst/>
          </a:prstGeom>
          <a:noFill/>
          <a:ln/>
        </p:spPr>
        <p:txBody>
          <a:bodyPr wrap="square" lIns="0" tIns="0" rIns="0" bIns="0" rtlCol="0" anchor="ctr"/>
          <a:lstStyle/>
          <a:p>
            <a:pPr marL="0" indent="0">
              <a:buNone/>
            </a:pPr>
            <a:r>
              <a:rPr lang="en-US" sz="800" b="1" dirty="0">
                <a:solidFill>
                  <a:srgbClr val="16161F"/>
                </a:solidFill>
                <a:latin typeface="Calibri" pitchFamily="34" charset="0"/>
                <a:ea typeface="Calibri" pitchFamily="34" charset="-122"/>
                <a:cs typeface="Calibri" pitchFamily="34" charset="-120"/>
              </a:rPr>
              <a:t>VoIP services</a:t>
            </a:r>
            <a:endParaRPr lang="en-US" sz="800" dirty="0"/>
          </a:p>
        </p:txBody>
      </p:sp>
      <p:sp>
        <p:nvSpPr>
          <p:cNvPr id="18" name="Shape 16">
            <a:extLst>
              <a:ext uri="{FF2B5EF4-FFF2-40B4-BE49-F238E27FC236}">
                <a16:creationId xmlns:a16="http://schemas.microsoft.com/office/drawing/2014/main" id="{9476B3D8-2AD1-1137-681E-C4352DC9FA07}"/>
              </a:ext>
            </a:extLst>
          </p:cNvPr>
          <p:cNvSpPr/>
          <p:nvPr/>
        </p:nvSpPr>
        <p:spPr>
          <a:xfrm>
            <a:off x="2304288" y="4215384"/>
            <a:ext cx="155448" cy="155448"/>
          </a:xfrm>
          <a:prstGeom prst="ellipse">
            <a:avLst/>
          </a:prstGeom>
          <a:solidFill>
            <a:srgbClr val="ECEBFF"/>
          </a:solidFill>
          <a:ln/>
        </p:spPr>
        <p:txBody>
          <a:bodyPr/>
          <a:lstStyle/>
          <a:p>
            <a:endParaRPr lang="en-IN"/>
          </a:p>
        </p:txBody>
      </p:sp>
      <p:pic>
        <p:nvPicPr>
          <p:cNvPr id="19" name="Image 1" descr="preencoded.png">
            <a:extLst>
              <a:ext uri="{FF2B5EF4-FFF2-40B4-BE49-F238E27FC236}">
                <a16:creationId xmlns:a16="http://schemas.microsoft.com/office/drawing/2014/main" id="{FF8260D8-23D7-ED3A-9394-26BC007EC513}"/>
              </a:ext>
            </a:extLst>
          </p:cNvPr>
          <p:cNvPicPr>
            <a:picLocks noChangeAspect="1"/>
          </p:cNvPicPr>
          <p:nvPr/>
        </p:nvPicPr>
        <p:blipFill>
          <a:blip r:embed="rId2"/>
          <a:stretch>
            <a:fillRect/>
          </a:stretch>
        </p:blipFill>
        <p:spPr>
          <a:xfrm>
            <a:off x="2345436" y="4256532"/>
            <a:ext cx="73152" cy="73152"/>
          </a:xfrm>
          <a:prstGeom prst="rect">
            <a:avLst/>
          </a:prstGeom>
        </p:spPr>
      </p:pic>
      <p:sp>
        <p:nvSpPr>
          <p:cNvPr id="20" name="Text 17">
            <a:extLst>
              <a:ext uri="{FF2B5EF4-FFF2-40B4-BE49-F238E27FC236}">
                <a16:creationId xmlns:a16="http://schemas.microsoft.com/office/drawing/2014/main" id="{4A2C1995-EA88-2A52-E4E6-06E0D92D1A47}"/>
              </a:ext>
            </a:extLst>
          </p:cNvPr>
          <p:cNvSpPr txBox="1"/>
          <p:nvPr/>
        </p:nvSpPr>
        <p:spPr>
          <a:xfrm>
            <a:off x="2523744" y="4206240"/>
            <a:ext cx="1325880" cy="182880"/>
          </a:xfrm>
          <a:prstGeom prst="rect">
            <a:avLst/>
          </a:prstGeom>
          <a:noFill/>
          <a:ln/>
        </p:spPr>
        <p:txBody>
          <a:bodyPr wrap="square" lIns="0" tIns="0" rIns="0" bIns="0" rtlCol="0" anchor="ctr"/>
          <a:lstStyle/>
          <a:p>
            <a:pPr marL="0" indent="0">
              <a:buNone/>
            </a:pPr>
            <a:r>
              <a:rPr lang="en-US" sz="800" b="1" dirty="0">
                <a:solidFill>
                  <a:srgbClr val="16161F"/>
                </a:solidFill>
                <a:latin typeface="Calibri" pitchFamily="34" charset="0"/>
                <a:ea typeface="Calibri" pitchFamily="34" charset="-122"/>
                <a:cs typeface="Calibri" pitchFamily="34" charset="-120"/>
              </a:rPr>
              <a:t>A–Z voice termination</a:t>
            </a:r>
            <a:endParaRPr lang="en-US" sz="800" dirty="0"/>
          </a:p>
        </p:txBody>
      </p:sp>
      <p:sp>
        <p:nvSpPr>
          <p:cNvPr id="21" name="Shape 18">
            <a:extLst>
              <a:ext uri="{FF2B5EF4-FFF2-40B4-BE49-F238E27FC236}">
                <a16:creationId xmlns:a16="http://schemas.microsoft.com/office/drawing/2014/main" id="{306C5AE7-0DC1-7AAF-9AE5-4E833DE9E5BB}"/>
              </a:ext>
            </a:extLst>
          </p:cNvPr>
          <p:cNvSpPr/>
          <p:nvPr/>
        </p:nvSpPr>
        <p:spPr>
          <a:xfrm>
            <a:off x="749808" y="4507992"/>
            <a:ext cx="155448" cy="155448"/>
          </a:xfrm>
          <a:prstGeom prst="ellipse">
            <a:avLst/>
          </a:prstGeom>
          <a:solidFill>
            <a:srgbClr val="ECEBFF"/>
          </a:solidFill>
          <a:ln/>
        </p:spPr>
        <p:txBody>
          <a:bodyPr/>
          <a:lstStyle/>
          <a:p>
            <a:endParaRPr lang="en-IN"/>
          </a:p>
        </p:txBody>
      </p:sp>
      <p:pic>
        <p:nvPicPr>
          <p:cNvPr id="22" name="Image 2" descr="preencoded.png">
            <a:extLst>
              <a:ext uri="{FF2B5EF4-FFF2-40B4-BE49-F238E27FC236}">
                <a16:creationId xmlns:a16="http://schemas.microsoft.com/office/drawing/2014/main" id="{F682354D-DF0E-03DA-422B-174027216A0B}"/>
              </a:ext>
            </a:extLst>
          </p:cNvPr>
          <p:cNvPicPr>
            <a:picLocks noChangeAspect="1"/>
          </p:cNvPicPr>
          <p:nvPr/>
        </p:nvPicPr>
        <p:blipFill>
          <a:blip r:embed="rId2"/>
          <a:stretch>
            <a:fillRect/>
          </a:stretch>
        </p:blipFill>
        <p:spPr>
          <a:xfrm>
            <a:off x="790956" y="4549140"/>
            <a:ext cx="73152" cy="73152"/>
          </a:xfrm>
          <a:prstGeom prst="rect">
            <a:avLst/>
          </a:prstGeom>
        </p:spPr>
      </p:pic>
      <p:sp>
        <p:nvSpPr>
          <p:cNvPr id="23" name="Text 19">
            <a:extLst>
              <a:ext uri="{FF2B5EF4-FFF2-40B4-BE49-F238E27FC236}">
                <a16:creationId xmlns:a16="http://schemas.microsoft.com/office/drawing/2014/main" id="{07415E3D-13A0-0193-7AE8-BF3C9AD2D96D}"/>
              </a:ext>
            </a:extLst>
          </p:cNvPr>
          <p:cNvSpPr txBox="1"/>
          <p:nvPr/>
        </p:nvSpPr>
        <p:spPr>
          <a:xfrm>
            <a:off x="969264" y="4498848"/>
            <a:ext cx="1325880" cy="182880"/>
          </a:xfrm>
          <a:prstGeom prst="rect">
            <a:avLst/>
          </a:prstGeom>
          <a:noFill/>
          <a:ln/>
        </p:spPr>
        <p:txBody>
          <a:bodyPr wrap="square" lIns="0" tIns="0" rIns="0" bIns="0" rtlCol="0" anchor="ctr"/>
          <a:lstStyle/>
          <a:p>
            <a:pPr marL="0" indent="0">
              <a:buNone/>
            </a:pPr>
            <a:r>
              <a:rPr lang="en-US" sz="800" b="1" dirty="0">
                <a:solidFill>
                  <a:srgbClr val="16161F"/>
                </a:solidFill>
                <a:latin typeface="Calibri" pitchFamily="34" charset="0"/>
                <a:ea typeface="Calibri" pitchFamily="34" charset="-122"/>
                <a:cs typeface="Calibri" pitchFamily="34" charset="-120"/>
              </a:rPr>
              <a:t>SMS routing</a:t>
            </a:r>
            <a:endParaRPr lang="en-US" sz="800" dirty="0"/>
          </a:p>
        </p:txBody>
      </p:sp>
      <p:sp>
        <p:nvSpPr>
          <p:cNvPr id="24" name="Shape 20">
            <a:extLst>
              <a:ext uri="{FF2B5EF4-FFF2-40B4-BE49-F238E27FC236}">
                <a16:creationId xmlns:a16="http://schemas.microsoft.com/office/drawing/2014/main" id="{6EE83A15-00B8-0764-47E7-16211DC530E9}"/>
              </a:ext>
            </a:extLst>
          </p:cNvPr>
          <p:cNvSpPr/>
          <p:nvPr/>
        </p:nvSpPr>
        <p:spPr>
          <a:xfrm>
            <a:off x="2304288" y="4507992"/>
            <a:ext cx="155448" cy="155448"/>
          </a:xfrm>
          <a:prstGeom prst="ellipse">
            <a:avLst/>
          </a:prstGeom>
          <a:solidFill>
            <a:srgbClr val="ECEBFF"/>
          </a:solidFill>
          <a:ln/>
        </p:spPr>
        <p:txBody>
          <a:bodyPr/>
          <a:lstStyle/>
          <a:p>
            <a:endParaRPr lang="en-IN"/>
          </a:p>
        </p:txBody>
      </p:sp>
      <p:pic>
        <p:nvPicPr>
          <p:cNvPr id="25" name="Image 3" descr="preencoded.png">
            <a:extLst>
              <a:ext uri="{FF2B5EF4-FFF2-40B4-BE49-F238E27FC236}">
                <a16:creationId xmlns:a16="http://schemas.microsoft.com/office/drawing/2014/main" id="{0D41992D-56E5-CE39-A5C9-B54AF0A12FA8}"/>
              </a:ext>
            </a:extLst>
          </p:cNvPr>
          <p:cNvPicPr>
            <a:picLocks noChangeAspect="1"/>
          </p:cNvPicPr>
          <p:nvPr/>
        </p:nvPicPr>
        <p:blipFill>
          <a:blip r:embed="rId2"/>
          <a:stretch>
            <a:fillRect/>
          </a:stretch>
        </p:blipFill>
        <p:spPr>
          <a:xfrm>
            <a:off x="2345436" y="4549140"/>
            <a:ext cx="73152" cy="73152"/>
          </a:xfrm>
          <a:prstGeom prst="rect">
            <a:avLst/>
          </a:prstGeom>
        </p:spPr>
      </p:pic>
      <p:sp>
        <p:nvSpPr>
          <p:cNvPr id="26" name="Text 21">
            <a:extLst>
              <a:ext uri="{FF2B5EF4-FFF2-40B4-BE49-F238E27FC236}">
                <a16:creationId xmlns:a16="http://schemas.microsoft.com/office/drawing/2014/main" id="{E3CFF2C3-7987-3A99-A7A1-C36629839080}"/>
              </a:ext>
            </a:extLst>
          </p:cNvPr>
          <p:cNvSpPr txBox="1"/>
          <p:nvPr/>
        </p:nvSpPr>
        <p:spPr>
          <a:xfrm>
            <a:off x="2523744" y="4498848"/>
            <a:ext cx="1325880" cy="182880"/>
          </a:xfrm>
          <a:prstGeom prst="rect">
            <a:avLst/>
          </a:prstGeom>
          <a:noFill/>
          <a:ln/>
        </p:spPr>
        <p:txBody>
          <a:bodyPr wrap="square" lIns="0" tIns="0" rIns="0" bIns="0" rtlCol="0" anchor="ctr"/>
          <a:lstStyle/>
          <a:p>
            <a:pPr marL="0" indent="0">
              <a:buNone/>
            </a:pPr>
            <a:r>
              <a:rPr lang="en-US" sz="800" b="1" dirty="0">
                <a:solidFill>
                  <a:srgbClr val="16161F"/>
                </a:solidFill>
                <a:latin typeface="Calibri" pitchFamily="34" charset="0"/>
                <a:ea typeface="Calibri" pitchFamily="34" charset="-122"/>
                <a:cs typeface="Calibri" pitchFamily="34" charset="-120"/>
              </a:rPr>
              <a:t>Global connectivity solutions</a:t>
            </a:r>
            <a:endParaRPr lang="en-US" sz="800" dirty="0"/>
          </a:p>
        </p:txBody>
      </p:sp>
      <p:sp>
        <p:nvSpPr>
          <p:cNvPr id="27" name="Shape 22">
            <a:extLst>
              <a:ext uri="{FF2B5EF4-FFF2-40B4-BE49-F238E27FC236}">
                <a16:creationId xmlns:a16="http://schemas.microsoft.com/office/drawing/2014/main" id="{0738C31D-81E2-E2F6-817F-F726C71610E5}"/>
              </a:ext>
            </a:extLst>
          </p:cNvPr>
          <p:cNvSpPr/>
          <p:nvPr/>
        </p:nvSpPr>
        <p:spPr>
          <a:xfrm>
            <a:off x="749808" y="4937760"/>
            <a:ext cx="1355872" cy="256032"/>
          </a:xfrm>
          <a:prstGeom prst="roundRect">
            <a:avLst>
              <a:gd name="adj" fmla="val 50000"/>
            </a:avLst>
          </a:prstGeom>
          <a:solidFill>
            <a:schemeClr val="tx1">
              <a:lumMod val="50000"/>
              <a:lumOff val="50000"/>
            </a:schemeClr>
          </a:solidFill>
          <a:ln/>
        </p:spPr>
        <p:txBody>
          <a:bodyPr/>
          <a:lstStyle/>
          <a:p>
            <a:endParaRPr lang="en-IN"/>
          </a:p>
        </p:txBody>
      </p:sp>
      <p:sp>
        <p:nvSpPr>
          <p:cNvPr id="29" name="Text 24">
            <a:extLst>
              <a:ext uri="{FF2B5EF4-FFF2-40B4-BE49-F238E27FC236}">
                <a16:creationId xmlns:a16="http://schemas.microsoft.com/office/drawing/2014/main" id="{2596B41C-2277-C78C-8C4D-47F5C2669029}"/>
              </a:ext>
            </a:extLst>
          </p:cNvPr>
          <p:cNvSpPr txBox="1"/>
          <p:nvPr/>
        </p:nvSpPr>
        <p:spPr>
          <a:xfrm>
            <a:off x="2087392" y="4892040"/>
            <a:ext cx="137160" cy="137160"/>
          </a:xfrm>
          <a:prstGeom prst="rect">
            <a:avLst/>
          </a:prstGeom>
          <a:noFill/>
          <a:ln/>
        </p:spPr>
        <p:txBody>
          <a:bodyPr wrap="square" lIns="0" tIns="0" rIns="0" bIns="0" rtlCol="0" anchor="t"/>
          <a:lstStyle/>
          <a:p>
            <a:pPr marL="0" indent="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30" name="Shape 25">
            <a:extLst>
              <a:ext uri="{FF2B5EF4-FFF2-40B4-BE49-F238E27FC236}">
                <a16:creationId xmlns:a16="http://schemas.microsoft.com/office/drawing/2014/main" id="{01C3509B-C429-8CB0-F17C-FDE12E7844C7}"/>
              </a:ext>
            </a:extLst>
          </p:cNvPr>
          <p:cNvSpPr/>
          <p:nvPr/>
        </p:nvSpPr>
        <p:spPr>
          <a:xfrm>
            <a:off x="2215408" y="4937760"/>
            <a:ext cx="964143" cy="256032"/>
          </a:xfrm>
          <a:prstGeom prst="roundRect">
            <a:avLst>
              <a:gd name="adj" fmla="val 50000"/>
            </a:avLst>
          </a:prstGeom>
          <a:solidFill>
            <a:srgbClr val="ECEBFF"/>
          </a:solidFill>
          <a:ln/>
        </p:spPr>
        <p:txBody>
          <a:bodyPr/>
          <a:lstStyle/>
          <a:p>
            <a:endParaRPr lang="en-IN"/>
          </a:p>
        </p:txBody>
      </p:sp>
      <p:sp>
        <p:nvSpPr>
          <p:cNvPr id="32" name="Shape 27">
            <a:extLst>
              <a:ext uri="{FF2B5EF4-FFF2-40B4-BE49-F238E27FC236}">
                <a16:creationId xmlns:a16="http://schemas.microsoft.com/office/drawing/2014/main" id="{2179DDD6-72F4-0AB5-5506-9BC303337EFD}"/>
              </a:ext>
            </a:extLst>
          </p:cNvPr>
          <p:cNvSpPr/>
          <p:nvPr/>
        </p:nvSpPr>
        <p:spPr>
          <a:xfrm>
            <a:off x="4087368" y="1828800"/>
            <a:ext cx="2788920" cy="4023360"/>
          </a:xfrm>
          <a:prstGeom prst="roundRect">
            <a:avLst>
              <a:gd name="adj" fmla="val 7213"/>
            </a:avLst>
          </a:prstGeom>
          <a:solidFill>
            <a:schemeClr val="tx1">
              <a:lumMod val="65000"/>
              <a:lumOff val="35000"/>
            </a:schemeClr>
          </a:solidFill>
          <a:ln/>
        </p:spPr>
        <p:txBody>
          <a:bodyPr/>
          <a:lstStyle/>
          <a:p>
            <a:endParaRPr lang="en-IN"/>
          </a:p>
        </p:txBody>
      </p:sp>
      <p:sp>
        <p:nvSpPr>
          <p:cNvPr id="33" name="Shape 28">
            <a:extLst>
              <a:ext uri="{FF2B5EF4-FFF2-40B4-BE49-F238E27FC236}">
                <a16:creationId xmlns:a16="http://schemas.microsoft.com/office/drawing/2014/main" id="{7BCA6D9A-FB3A-229D-E745-235B9EF7A082}"/>
              </a:ext>
            </a:extLst>
          </p:cNvPr>
          <p:cNvSpPr/>
          <p:nvPr/>
        </p:nvSpPr>
        <p:spPr>
          <a:xfrm>
            <a:off x="4407408" y="2514600"/>
            <a:ext cx="2194560" cy="1783080"/>
          </a:xfrm>
          <a:prstGeom prst="roundRect">
            <a:avLst>
              <a:gd name="adj" fmla="val 5128"/>
            </a:avLst>
          </a:prstGeom>
          <a:solidFill>
            <a:schemeClr val="tx1">
              <a:lumMod val="75000"/>
              <a:lumOff val="25000"/>
            </a:schemeClr>
          </a:solidFill>
          <a:ln w="9525">
            <a:solidFill>
              <a:srgbClr val="5A4FD0"/>
            </a:solidFill>
            <a:prstDash val="dash"/>
          </a:ln>
        </p:spPr>
        <p:txBody>
          <a:bodyPr/>
          <a:lstStyle/>
          <a:p>
            <a:endParaRPr lang="en-IN"/>
          </a:p>
        </p:txBody>
      </p:sp>
      <p:pic>
        <p:nvPicPr>
          <p:cNvPr id="34" name="Image 4" descr="preencoded.png">
            <a:extLst>
              <a:ext uri="{FF2B5EF4-FFF2-40B4-BE49-F238E27FC236}">
                <a16:creationId xmlns:a16="http://schemas.microsoft.com/office/drawing/2014/main" id="{9C273007-DBFB-A67F-E843-1658B483EA80}"/>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5312664" y="3095244"/>
            <a:ext cx="384048" cy="384048"/>
          </a:xfrm>
          <a:prstGeom prst="rect">
            <a:avLst/>
          </a:prstGeom>
        </p:spPr>
      </p:pic>
      <p:sp>
        <p:nvSpPr>
          <p:cNvPr id="35" name="Text 29">
            <a:extLst>
              <a:ext uri="{FF2B5EF4-FFF2-40B4-BE49-F238E27FC236}">
                <a16:creationId xmlns:a16="http://schemas.microsoft.com/office/drawing/2014/main" id="{D9666E91-48F0-C175-A80B-D836DC027E45}"/>
              </a:ext>
            </a:extLst>
          </p:cNvPr>
          <p:cNvSpPr txBox="1"/>
          <p:nvPr/>
        </p:nvSpPr>
        <p:spPr>
          <a:xfrm>
            <a:off x="4480560" y="3543300"/>
            <a:ext cx="2048256" cy="384048"/>
          </a:xfrm>
          <a:prstGeom prst="rect">
            <a:avLst/>
          </a:prstGeom>
          <a:noFill/>
          <a:ln/>
        </p:spPr>
        <p:txBody>
          <a:bodyPr wrap="square" lIns="0" tIns="0" rIns="0" bIns="0" rtlCol="0" anchor="t"/>
          <a:lstStyle/>
          <a:p>
            <a:pPr marL="0" indent="0" algn="ctr">
              <a:buNone/>
            </a:pPr>
            <a:r>
              <a:rPr lang="en-US" sz="750" i="1" dirty="0">
                <a:solidFill>
                  <a:srgbClr val="C9C1FF"/>
                </a:solidFill>
                <a:latin typeface="Calibri" pitchFamily="34" charset="0"/>
                <a:ea typeface="Calibri" pitchFamily="34" charset="-122"/>
                <a:cs typeface="Calibri" pitchFamily="34" charset="-120"/>
              </a:rPr>
              <a:t>Globe with connection arcs and orbiting satellite (sample visual, recoloured)</a:t>
            </a:r>
            <a:endParaRPr lang="en-US" sz="750" dirty="0"/>
          </a:p>
        </p:txBody>
      </p:sp>
      <p:sp>
        <p:nvSpPr>
          <p:cNvPr id="36" name="Shape 30">
            <a:extLst>
              <a:ext uri="{FF2B5EF4-FFF2-40B4-BE49-F238E27FC236}">
                <a16:creationId xmlns:a16="http://schemas.microsoft.com/office/drawing/2014/main" id="{24332A7E-2DE5-A878-DC71-849001C75F25}"/>
              </a:ext>
            </a:extLst>
          </p:cNvPr>
          <p:cNvSpPr/>
          <p:nvPr/>
        </p:nvSpPr>
        <p:spPr>
          <a:xfrm>
            <a:off x="4315968" y="2011680"/>
            <a:ext cx="943661" cy="365760"/>
          </a:xfrm>
          <a:prstGeom prst="roundRect">
            <a:avLst>
              <a:gd name="adj" fmla="val 30000"/>
            </a:avLst>
          </a:prstGeom>
          <a:solidFill>
            <a:srgbClr val="FFFFFF"/>
          </a:solidFill>
          <a:ln/>
          <a:effectLst>
            <a:outerShdw blurRad="101600" dist="25400" dir="5400000" algn="bl" rotWithShape="0">
              <a:srgbClr val="28207A">
                <a:alpha val="12000"/>
              </a:srgbClr>
            </a:outerShdw>
          </a:effectLst>
        </p:spPr>
        <p:txBody>
          <a:bodyPr/>
          <a:lstStyle/>
          <a:p>
            <a:endParaRPr lang="en-IN"/>
          </a:p>
        </p:txBody>
      </p:sp>
      <p:sp>
        <p:nvSpPr>
          <p:cNvPr id="37" name="Text 31">
            <a:extLst>
              <a:ext uri="{FF2B5EF4-FFF2-40B4-BE49-F238E27FC236}">
                <a16:creationId xmlns:a16="http://schemas.microsoft.com/office/drawing/2014/main" id="{24085176-D7C1-6BB4-9FB8-0241C701E775}"/>
              </a:ext>
            </a:extLst>
          </p:cNvPr>
          <p:cNvSpPr txBox="1"/>
          <p:nvPr/>
        </p:nvSpPr>
        <p:spPr>
          <a:xfrm>
            <a:off x="4315968" y="2011680"/>
            <a:ext cx="943661" cy="365760"/>
          </a:xfrm>
          <a:prstGeom prst="rect">
            <a:avLst/>
          </a:prstGeom>
          <a:noFill/>
          <a:ln/>
        </p:spPr>
        <p:txBody>
          <a:bodyPr wrap="square" lIns="0" tIns="0" rIns="0" bIns="0" rtlCol="0" anchor="ctr"/>
          <a:lstStyle/>
          <a:p>
            <a:pPr marL="0" indent="0" algn="ctr">
              <a:buNone/>
            </a:pPr>
            <a:r>
              <a:rPr lang="en-US" sz="850" b="1" dirty="0">
                <a:solidFill>
                  <a:srgbClr val="16161F"/>
                </a:solidFill>
                <a:latin typeface="Calibri" pitchFamily="34" charset="0"/>
                <a:ea typeface="Calibri" pitchFamily="34" charset="-122"/>
                <a:cs typeface="Calibri" pitchFamily="34" charset="-120"/>
              </a:rPr>
              <a:t>Reliability</a:t>
            </a:r>
            <a:endParaRPr lang="en-US" sz="850" dirty="0"/>
          </a:p>
        </p:txBody>
      </p:sp>
      <p:sp>
        <p:nvSpPr>
          <p:cNvPr id="38" name="Shape 32">
            <a:extLst>
              <a:ext uri="{FF2B5EF4-FFF2-40B4-BE49-F238E27FC236}">
                <a16:creationId xmlns:a16="http://schemas.microsoft.com/office/drawing/2014/main" id="{B62C1DF9-130E-6BD7-6D9D-66B207539724}"/>
              </a:ext>
            </a:extLst>
          </p:cNvPr>
          <p:cNvSpPr/>
          <p:nvPr/>
        </p:nvSpPr>
        <p:spPr>
          <a:xfrm>
            <a:off x="4751222" y="4480560"/>
            <a:ext cx="2134210" cy="365760"/>
          </a:xfrm>
          <a:prstGeom prst="roundRect">
            <a:avLst>
              <a:gd name="adj" fmla="val 30000"/>
            </a:avLst>
          </a:prstGeom>
          <a:solidFill>
            <a:srgbClr val="7B6CF6"/>
          </a:solidFill>
          <a:ln/>
          <a:effectLst>
            <a:outerShdw blurRad="101600" dist="25400" dir="5400000" algn="bl" rotWithShape="0">
              <a:srgbClr val="28207A">
                <a:alpha val="12000"/>
              </a:srgbClr>
            </a:outerShdw>
          </a:effectLst>
        </p:spPr>
        <p:txBody>
          <a:bodyPr/>
          <a:lstStyle/>
          <a:p>
            <a:endParaRPr lang="en-IN"/>
          </a:p>
        </p:txBody>
      </p:sp>
      <p:sp>
        <p:nvSpPr>
          <p:cNvPr id="39" name="Text 33">
            <a:extLst>
              <a:ext uri="{FF2B5EF4-FFF2-40B4-BE49-F238E27FC236}">
                <a16:creationId xmlns:a16="http://schemas.microsoft.com/office/drawing/2014/main" id="{A7BAE86D-9BED-3E2A-2559-1A297E7D8FEA}"/>
              </a:ext>
            </a:extLst>
          </p:cNvPr>
          <p:cNvSpPr txBox="1"/>
          <p:nvPr/>
        </p:nvSpPr>
        <p:spPr>
          <a:xfrm>
            <a:off x="4751222" y="4480560"/>
            <a:ext cx="2134210" cy="365760"/>
          </a:xfrm>
          <a:prstGeom prst="rect">
            <a:avLst/>
          </a:prstGeom>
          <a:solidFill>
            <a:schemeClr val="bg2">
              <a:lumMod val="75000"/>
            </a:schemeClr>
          </a:solid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Competitive commercial offerings</a:t>
            </a:r>
            <a:endParaRPr lang="en-US" sz="850" dirty="0"/>
          </a:p>
        </p:txBody>
      </p:sp>
      <p:sp>
        <p:nvSpPr>
          <p:cNvPr id="40" name="Shape 34">
            <a:extLst>
              <a:ext uri="{FF2B5EF4-FFF2-40B4-BE49-F238E27FC236}">
                <a16:creationId xmlns:a16="http://schemas.microsoft.com/office/drawing/2014/main" id="{D1909847-55E8-1505-FA1A-B2997C900E81}"/>
              </a:ext>
            </a:extLst>
          </p:cNvPr>
          <p:cNvSpPr/>
          <p:nvPr/>
        </p:nvSpPr>
        <p:spPr>
          <a:xfrm>
            <a:off x="4453128" y="5166360"/>
            <a:ext cx="1000354" cy="365760"/>
          </a:xfrm>
          <a:prstGeom prst="roundRect">
            <a:avLst>
              <a:gd name="adj" fmla="val 30000"/>
            </a:avLst>
          </a:prstGeom>
          <a:solidFill>
            <a:srgbClr val="FFFFFF"/>
          </a:solidFill>
          <a:ln/>
          <a:effectLst>
            <a:outerShdw blurRad="101600" dist="25400" dir="5400000" algn="bl" rotWithShape="0">
              <a:srgbClr val="28207A">
                <a:alpha val="12000"/>
              </a:srgbClr>
            </a:outerShdw>
          </a:effectLst>
        </p:spPr>
        <p:txBody>
          <a:bodyPr/>
          <a:lstStyle/>
          <a:p>
            <a:endParaRPr lang="en-IN"/>
          </a:p>
        </p:txBody>
      </p:sp>
      <p:sp>
        <p:nvSpPr>
          <p:cNvPr id="41" name="Text 35">
            <a:extLst>
              <a:ext uri="{FF2B5EF4-FFF2-40B4-BE49-F238E27FC236}">
                <a16:creationId xmlns:a16="http://schemas.microsoft.com/office/drawing/2014/main" id="{0BFFD974-1641-4114-D3C5-8978D053E8C5}"/>
              </a:ext>
            </a:extLst>
          </p:cNvPr>
          <p:cNvSpPr txBox="1"/>
          <p:nvPr/>
        </p:nvSpPr>
        <p:spPr>
          <a:xfrm>
            <a:off x="4453128" y="5166360"/>
            <a:ext cx="1000354" cy="365760"/>
          </a:xfrm>
          <a:prstGeom prst="rect">
            <a:avLst/>
          </a:prstGeom>
          <a:noFill/>
          <a:ln/>
        </p:spPr>
        <p:txBody>
          <a:bodyPr wrap="square" lIns="0" tIns="0" rIns="0" bIns="0" rtlCol="0" anchor="ctr"/>
          <a:lstStyle/>
          <a:p>
            <a:pPr marL="0" indent="0" algn="ctr">
              <a:buNone/>
            </a:pPr>
            <a:r>
              <a:rPr lang="en-US" sz="850" b="1" dirty="0">
                <a:solidFill>
                  <a:srgbClr val="16161F"/>
                </a:solidFill>
                <a:latin typeface="Calibri" pitchFamily="34" charset="0"/>
                <a:ea typeface="Calibri" pitchFamily="34" charset="-122"/>
                <a:cs typeface="Calibri" pitchFamily="34" charset="-120"/>
              </a:rPr>
              <a:t>Mutual trust</a:t>
            </a:r>
            <a:endParaRPr lang="en-US" sz="850" dirty="0"/>
          </a:p>
        </p:txBody>
      </p:sp>
      <p:sp>
        <p:nvSpPr>
          <p:cNvPr id="45" name="Shape 38">
            <a:extLst>
              <a:ext uri="{FF2B5EF4-FFF2-40B4-BE49-F238E27FC236}">
                <a16:creationId xmlns:a16="http://schemas.microsoft.com/office/drawing/2014/main" id="{9C135530-EA0D-DAF6-6A22-A7AEAEE67C86}"/>
              </a:ext>
            </a:extLst>
          </p:cNvPr>
          <p:cNvSpPr/>
          <p:nvPr/>
        </p:nvSpPr>
        <p:spPr>
          <a:xfrm>
            <a:off x="7360920" y="1620089"/>
            <a:ext cx="274320" cy="274320"/>
          </a:xfrm>
          <a:prstGeom prst="ellipse">
            <a:avLst/>
          </a:prstGeom>
          <a:solidFill>
            <a:srgbClr val="ECEBFF"/>
          </a:solidFill>
          <a:ln/>
        </p:spPr>
        <p:txBody>
          <a:bodyPr/>
          <a:lstStyle/>
          <a:p>
            <a:endParaRPr lang="en-IN"/>
          </a:p>
        </p:txBody>
      </p:sp>
      <p:pic>
        <p:nvPicPr>
          <p:cNvPr id="46" name="Image 6" descr="preencoded.png">
            <a:extLst>
              <a:ext uri="{FF2B5EF4-FFF2-40B4-BE49-F238E27FC236}">
                <a16:creationId xmlns:a16="http://schemas.microsoft.com/office/drawing/2014/main" id="{3134A56F-DEE3-F2E4-5123-5DF82760F94C}"/>
              </a:ext>
            </a:extLst>
          </p:cNvPr>
          <p:cNvPicPr>
            <a:picLocks noChangeAspect="1"/>
          </p:cNvPicPr>
          <p:nvPr/>
        </p:nvPicPr>
        <p:blipFill>
          <a:blip r:embed="rId5"/>
          <a:stretch>
            <a:fillRect/>
          </a:stretch>
        </p:blipFill>
        <p:spPr>
          <a:xfrm>
            <a:off x="7429500" y="1688669"/>
            <a:ext cx="137160" cy="137160"/>
          </a:xfrm>
          <a:prstGeom prst="rect">
            <a:avLst/>
          </a:prstGeom>
        </p:spPr>
      </p:pic>
      <p:sp>
        <p:nvSpPr>
          <p:cNvPr id="47" name="Text 39">
            <a:extLst>
              <a:ext uri="{FF2B5EF4-FFF2-40B4-BE49-F238E27FC236}">
                <a16:creationId xmlns:a16="http://schemas.microsoft.com/office/drawing/2014/main" id="{8B8798AC-4D11-16CC-BCA3-1E07A312B5DA}"/>
              </a:ext>
            </a:extLst>
          </p:cNvPr>
          <p:cNvSpPr txBox="1"/>
          <p:nvPr/>
        </p:nvSpPr>
        <p:spPr>
          <a:xfrm>
            <a:off x="7726680" y="1638377"/>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48" name="Text 40">
            <a:extLst>
              <a:ext uri="{FF2B5EF4-FFF2-40B4-BE49-F238E27FC236}">
                <a16:creationId xmlns:a16="http://schemas.microsoft.com/office/drawing/2014/main" id="{855A1C70-3C93-48EC-AF14-0AA43EAC7748}"/>
              </a:ext>
            </a:extLst>
          </p:cNvPr>
          <p:cNvSpPr txBox="1"/>
          <p:nvPr/>
        </p:nvSpPr>
        <p:spPr>
          <a:xfrm>
            <a:off x="7726680" y="1912697"/>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2 columns: text left, dark globe card right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Tick list in 2 columns; two buttons below</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Mobile: text first, visual below</a:t>
            </a:r>
            <a:endParaRPr lang="en-US" sz="1100" dirty="0"/>
          </a:p>
        </p:txBody>
      </p:sp>
      <p:sp>
        <p:nvSpPr>
          <p:cNvPr id="49" name="Shape 41">
            <a:extLst>
              <a:ext uri="{FF2B5EF4-FFF2-40B4-BE49-F238E27FC236}">
                <a16:creationId xmlns:a16="http://schemas.microsoft.com/office/drawing/2014/main" id="{AD1CEFC3-1561-F31F-7655-CC457E5E36DF}"/>
              </a:ext>
            </a:extLst>
          </p:cNvPr>
          <p:cNvSpPr/>
          <p:nvPr/>
        </p:nvSpPr>
        <p:spPr>
          <a:xfrm>
            <a:off x="7360920" y="2566493"/>
            <a:ext cx="274320" cy="274320"/>
          </a:xfrm>
          <a:prstGeom prst="ellipse">
            <a:avLst/>
          </a:prstGeom>
          <a:solidFill>
            <a:srgbClr val="ECEBFF"/>
          </a:solidFill>
          <a:ln/>
        </p:spPr>
        <p:txBody>
          <a:bodyPr/>
          <a:lstStyle/>
          <a:p>
            <a:endParaRPr lang="en-IN"/>
          </a:p>
        </p:txBody>
      </p:sp>
      <p:pic>
        <p:nvPicPr>
          <p:cNvPr id="50" name="Image 7" descr="preencoded.png">
            <a:extLst>
              <a:ext uri="{FF2B5EF4-FFF2-40B4-BE49-F238E27FC236}">
                <a16:creationId xmlns:a16="http://schemas.microsoft.com/office/drawing/2014/main" id="{1B6473C5-F474-2682-1C73-D704EA462FAD}"/>
              </a:ext>
            </a:extLst>
          </p:cNvPr>
          <p:cNvPicPr>
            <a:picLocks noChangeAspect="1"/>
          </p:cNvPicPr>
          <p:nvPr/>
        </p:nvPicPr>
        <p:blipFill>
          <a:blip r:embed="rId6"/>
          <a:stretch>
            <a:fillRect/>
          </a:stretch>
        </p:blipFill>
        <p:spPr>
          <a:xfrm>
            <a:off x="7429500" y="2635073"/>
            <a:ext cx="137160" cy="137160"/>
          </a:xfrm>
          <a:prstGeom prst="rect">
            <a:avLst/>
          </a:prstGeom>
        </p:spPr>
      </p:pic>
      <p:sp>
        <p:nvSpPr>
          <p:cNvPr id="51" name="Text 42">
            <a:extLst>
              <a:ext uri="{FF2B5EF4-FFF2-40B4-BE49-F238E27FC236}">
                <a16:creationId xmlns:a16="http://schemas.microsoft.com/office/drawing/2014/main" id="{CE6DEEB0-ACB9-4AB7-0BF9-EAB35030167E}"/>
              </a:ext>
            </a:extLst>
          </p:cNvPr>
          <p:cNvSpPr txBox="1"/>
          <p:nvPr/>
        </p:nvSpPr>
        <p:spPr>
          <a:xfrm>
            <a:off x="7726680" y="2584781"/>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Content</a:t>
            </a:r>
            <a:endParaRPr lang="en-US" sz="1200" dirty="0"/>
          </a:p>
        </p:txBody>
      </p:sp>
      <p:sp>
        <p:nvSpPr>
          <p:cNvPr id="52" name="Text 43">
            <a:extLst>
              <a:ext uri="{FF2B5EF4-FFF2-40B4-BE49-F238E27FC236}">
                <a16:creationId xmlns:a16="http://schemas.microsoft.com/office/drawing/2014/main" id="{03ED15EA-DD49-4933-0D53-D285E5D2D01E}"/>
              </a:ext>
            </a:extLst>
          </p:cNvPr>
          <p:cNvSpPr txBox="1"/>
          <p:nvPr/>
        </p:nvSpPr>
        <p:spPr>
          <a:xfrm>
            <a:off x="7726680" y="2859101"/>
            <a:ext cx="3931920" cy="713232"/>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Heading + paragraph: document item 1, first paragraph</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Ticks: the four services named in that paragraph</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Chips: values named in paragraph 2 (reliability, competitive commercial offerings, mutual trust)</a:t>
            </a:r>
            <a:endParaRPr lang="en-US" sz="1100" dirty="0"/>
          </a:p>
        </p:txBody>
      </p:sp>
      <p:sp>
        <p:nvSpPr>
          <p:cNvPr id="53" name="Shape 44">
            <a:extLst>
              <a:ext uri="{FF2B5EF4-FFF2-40B4-BE49-F238E27FC236}">
                <a16:creationId xmlns:a16="http://schemas.microsoft.com/office/drawing/2014/main" id="{1C8221A0-4615-62F9-E9D1-78A72340A90D}"/>
              </a:ext>
            </a:extLst>
          </p:cNvPr>
          <p:cNvSpPr/>
          <p:nvPr/>
        </p:nvSpPr>
        <p:spPr>
          <a:xfrm>
            <a:off x="7360920" y="3682061"/>
            <a:ext cx="274320" cy="274320"/>
          </a:xfrm>
          <a:prstGeom prst="ellipse">
            <a:avLst/>
          </a:prstGeom>
          <a:solidFill>
            <a:srgbClr val="ECEBFF"/>
          </a:solidFill>
          <a:ln/>
        </p:spPr>
        <p:txBody>
          <a:bodyPr/>
          <a:lstStyle/>
          <a:p>
            <a:endParaRPr lang="en-IN"/>
          </a:p>
        </p:txBody>
      </p:sp>
      <p:pic>
        <p:nvPicPr>
          <p:cNvPr id="54" name="Image 8" descr="preencoded.png">
            <a:extLst>
              <a:ext uri="{FF2B5EF4-FFF2-40B4-BE49-F238E27FC236}">
                <a16:creationId xmlns:a16="http://schemas.microsoft.com/office/drawing/2014/main" id="{BF9D4212-469C-E1B3-76E8-831C57013F4B}"/>
              </a:ext>
            </a:extLst>
          </p:cNvPr>
          <p:cNvPicPr>
            <a:picLocks noChangeAspect="1"/>
          </p:cNvPicPr>
          <p:nvPr/>
        </p:nvPicPr>
        <p:blipFill>
          <a:blip r:embed="rId7"/>
          <a:stretch>
            <a:fillRect/>
          </a:stretch>
        </p:blipFill>
        <p:spPr>
          <a:xfrm>
            <a:off x="7429500" y="3750641"/>
            <a:ext cx="137160" cy="137160"/>
          </a:xfrm>
          <a:prstGeom prst="rect">
            <a:avLst/>
          </a:prstGeom>
        </p:spPr>
      </p:pic>
      <p:sp>
        <p:nvSpPr>
          <p:cNvPr id="55" name="Text 45">
            <a:extLst>
              <a:ext uri="{FF2B5EF4-FFF2-40B4-BE49-F238E27FC236}">
                <a16:creationId xmlns:a16="http://schemas.microsoft.com/office/drawing/2014/main" id="{B4BF7935-5C6F-DF34-E85F-0240EA6B15F6}"/>
              </a:ext>
            </a:extLst>
          </p:cNvPr>
          <p:cNvSpPr txBox="1"/>
          <p:nvPr/>
        </p:nvSpPr>
        <p:spPr>
          <a:xfrm>
            <a:off x="7726680" y="3700349"/>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56" name="Text 46">
            <a:extLst>
              <a:ext uri="{FF2B5EF4-FFF2-40B4-BE49-F238E27FC236}">
                <a16:creationId xmlns:a16="http://schemas.microsoft.com/office/drawing/2014/main" id="{672AE4AC-6A44-4060-BE43-813377C0BF8E}"/>
              </a:ext>
            </a:extLst>
          </p:cNvPr>
          <p:cNvSpPr txBox="1"/>
          <p:nvPr/>
        </p:nvSpPr>
        <p:spPr>
          <a:xfrm>
            <a:off x="7726680" y="3974669"/>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Sample globe &amp; satellite SVG kept, arcs recoloured</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Floating chips carry words, not invented numbers</a:t>
            </a:r>
            <a:endParaRPr lang="en-US" sz="1100" dirty="0"/>
          </a:p>
        </p:txBody>
      </p:sp>
      <p:sp>
        <p:nvSpPr>
          <p:cNvPr id="57" name="Shape 47">
            <a:extLst>
              <a:ext uri="{FF2B5EF4-FFF2-40B4-BE49-F238E27FC236}">
                <a16:creationId xmlns:a16="http://schemas.microsoft.com/office/drawing/2014/main" id="{0E5F2757-0C5E-3C28-8097-37600051B37D}"/>
              </a:ext>
            </a:extLst>
          </p:cNvPr>
          <p:cNvSpPr/>
          <p:nvPr/>
        </p:nvSpPr>
        <p:spPr>
          <a:xfrm>
            <a:off x="7360920" y="4459301"/>
            <a:ext cx="274320" cy="274320"/>
          </a:xfrm>
          <a:prstGeom prst="ellipse">
            <a:avLst/>
          </a:prstGeom>
          <a:solidFill>
            <a:srgbClr val="ECEBFF"/>
          </a:solidFill>
          <a:ln/>
        </p:spPr>
        <p:txBody>
          <a:bodyPr/>
          <a:lstStyle/>
          <a:p>
            <a:endParaRPr lang="en-IN"/>
          </a:p>
        </p:txBody>
      </p:sp>
      <p:pic>
        <p:nvPicPr>
          <p:cNvPr id="58" name="Image 9" descr="preencoded.png">
            <a:extLst>
              <a:ext uri="{FF2B5EF4-FFF2-40B4-BE49-F238E27FC236}">
                <a16:creationId xmlns:a16="http://schemas.microsoft.com/office/drawing/2014/main" id="{E62223A9-5661-29E6-7D7B-555356C9C798}"/>
              </a:ext>
            </a:extLst>
          </p:cNvPr>
          <p:cNvPicPr>
            <a:picLocks noChangeAspect="1"/>
          </p:cNvPicPr>
          <p:nvPr/>
        </p:nvPicPr>
        <p:blipFill>
          <a:blip r:embed="rId8"/>
          <a:stretch>
            <a:fillRect/>
          </a:stretch>
        </p:blipFill>
        <p:spPr>
          <a:xfrm>
            <a:off x="7429500" y="4527881"/>
            <a:ext cx="137160" cy="137160"/>
          </a:xfrm>
          <a:prstGeom prst="rect">
            <a:avLst/>
          </a:prstGeom>
        </p:spPr>
      </p:pic>
      <p:sp>
        <p:nvSpPr>
          <p:cNvPr id="59" name="Text 48">
            <a:extLst>
              <a:ext uri="{FF2B5EF4-FFF2-40B4-BE49-F238E27FC236}">
                <a16:creationId xmlns:a16="http://schemas.microsoft.com/office/drawing/2014/main" id="{68D39331-1F65-2033-3EF9-069BFE5EC70D}"/>
              </a:ext>
            </a:extLst>
          </p:cNvPr>
          <p:cNvSpPr txBox="1"/>
          <p:nvPr/>
        </p:nvSpPr>
        <p:spPr>
          <a:xfrm>
            <a:off x="7726680" y="4477589"/>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60" name="Text 49">
            <a:extLst>
              <a:ext uri="{FF2B5EF4-FFF2-40B4-BE49-F238E27FC236}">
                <a16:creationId xmlns:a16="http://schemas.microsoft.com/office/drawing/2014/main" id="{E7D9E132-CDAA-12BC-E00E-DD9AF85C55A3}"/>
              </a:ext>
            </a:extLst>
          </p:cNvPr>
          <p:cNvSpPr txBox="1"/>
          <p:nvPr/>
        </p:nvSpPr>
        <p:spPr>
          <a:xfrm>
            <a:off x="7726680" y="4751909"/>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Learn More About Us ✱ → About Us; Our Services → Services</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Founders and timeline move to the About page</a:t>
            </a:r>
            <a:endParaRPr lang="en-US" sz="1100" dirty="0"/>
          </a:p>
        </p:txBody>
      </p:sp>
    </p:spTree>
    <p:extLst>
      <p:ext uri="{BB962C8B-B14F-4D97-AF65-F5344CB8AC3E}">
        <p14:creationId xmlns:p14="http://schemas.microsoft.com/office/powerpoint/2010/main" val="1561453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FA68359-5451-E45F-23B1-116DF9D478D1}"/>
              </a:ext>
            </a:extLst>
          </p:cNvPr>
          <p:cNvSpPr txBox="1">
            <a:spLocks/>
          </p:cNvSpPr>
          <p:nvPr/>
        </p:nvSpPr>
        <p:spPr>
          <a:xfrm>
            <a:off x="548640" y="457200"/>
            <a:ext cx="11064240" cy="594360"/>
          </a:xfrm>
          <a:prstGeom prst="rect">
            <a:avLst/>
          </a:prstGeom>
          <a:noFill/>
          <a:ln/>
        </p:spPr>
        <p:txBody>
          <a:bodyPr wrap="square" lIns="0" tIns="0" rIns="0" bIns="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a:solidFill>
                  <a:srgbClr val="16161F"/>
                </a:solidFill>
                <a:latin typeface="Calibri" pitchFamily="34" charset="0"/>
                <a:ea typeface="Calibri" pitchFamily="34" charset="-122"/>
                <a:cs typeface="Calibri" pitchFamily="34" charset="-120"/>
              </a:rPr>
              <a:t>Leadership team</a:t>
            </a:r>
            <a:endParaRPr lang="en-US" sz="2800" dirty="0"/>
          </a:p>
        </p:txBody>
      </p:sp>
      <p:sp>
        <p:nvSpPr>
          <p:cNvPr id="3" name="Text 1">
            <a:extLst>
              <a:ext uri="{FF2B5EF4-FFF2-40B4-BE49-F238E27FC236}">
                <a16:creationId xmlns:a16="http://schemas.microsoft.com/office/drawing/2014/main" id="{07000793-B210-838E-8D9A-6262C6384C4B}"/>
              </a:ext>
            </a:extLst>
          </p:cNvPr>
          <p:cNvSpPr txBox="1"/>
          <p:nvPr/>
        </p:nvSpPr>
        <p:spPr>
          <a:xfrm>
            <a:off x="548640" y="246888"/>
            <a:ext cx="9144000" cy="228600"/>
          </a:xfrm>
          <a:prstGeom prst="rect">
            <a:avLst/>
          </a:prstGeom>
          <a:noFill/>
          <a:ln/>
        </p:spPr>
        <p:txBody>
          <a:bodyPr wrap="square" lIns="0" tIns="0" rIns="0" bIns="0" rtlCol="0" anchor="t"/>
          <a:lstStyle/>
          <a:p>
            <a:pPr marL="0" indent="0">
              <a:buNone/>
            </a:pPr>
            <a:r>
              <a:rPr lang="en-US" sz="1050" b="1" kern="0" spc="200" dirty="0">
                <a:solidFill>
                  <a:srgbClr val="7B6CF6"/>
                </a:solidFill>
                <a:latin typeface="Calibri" pitchFamily="34" charset="0"/>
                <a:ea typeface="Calibri" pitchFamily="34" charset="-122"/>
                <a:cs typeface="Calibri" pitchFamily="34" charset="-120"/>
              </a:rPr>
              <a:t>ABOUT US · SECTION 3 OF 3</a:t>
            </a:r>
            <a:endParaRPr lang="en-US" sz="1050" dirty="0"/>
          </a:p>
        </p:txBody>
      </p:sp>
      <p:sp>
        <p:nvSpPr>
          <p:cNvPr id="4" name="Shape 2">
            <a:extLst>
              <a:ext uri="{FF2B5EF4-FFF2-40B4-BE49-F238E27FC236}">
                <a16:creationId xmlns:a16="http://schemas.microsoft.com/office/drawing/2014/main" id="{8F957BAC-0AF3-9495-53EC-AB95F4034EE9}"/>
              </a:ext>
            </a:extLst>
          </p:cNvPr>
          <p:cNvSpPr/>
          <p:nvPr/>
        </p:nvSpPr>
        <p:spPr>
          <a:xfrm>
            <a:off x="548640" y="1325880"/>
            <a:ext cx="6537960" cy="4937760"/>
          </a:xfrm>
          <a:prstGeom prst="roundRect">
            <a:avLst>
              <a:gd name="adj" fmla="val 2222"/>
            </a:avLst>
          </a:prstGeom>
          <a:solidFill>
            <a:srgbClr val="FBFBFF"/>
          </a:solidFill>
          <a:ln w="9525">
            <a:solidFill>
              <a:srgbClr val="E4E3EF"/>
            </a:solidFill>
            <a:prstDash val="solid"/>
          </a:ln>
          <a:effectLst>
            <a:outerShdw blurRad="101600" dist="25400" dir="5400000" algn="bl" rotWithShape="0">
              <a:srgbClr val="28207A">
                <a:alpha val="12000"/>
              </a:srgbClr>
            </a:outerShdw>
          </a:effectLst>
        </p:spPr>
        <p:txBody>
          <a:bodyPr/>
          <a:lstStyle/>
          <a:p>
            <a:endParaRPr lang="en-IN"/>
          </a:p>
        </p:txBody>
      </p:sp>
      <p:sp>
        <p:nvSpPr>
          <p:cNvPr id="5" name="Shape 3">
            <a:extLst>
              <a:ext uri="{FF2B5EF4-FFF2-40B4-BE49-F238E27FC236}">
                <a16:creationId xmlns:a16="http://schemas.microsoft.com/office/drawing/2014/main" id="{CF81C878-3796-1518-821D-8C27F80D190C}"/>
              </a:ext>
            </a:extLst>
          </p:cNvPr>
          <p:cNvSpPr/>
          <p:nvPr/>
        </p:nvSpPr>
        <p:spPr>
          <a:xfrm>
            <a:off x="548640" y="1325880"/>
            <a:ext cx="6537960" cy="274320"/>
          </a:xfrm>
          <a:prstGeom prst="roundRect">
            <a:avLst>
              <a:gd name="adj" fmla="val 40000"/>
            </a:avLst>
          </a:prstGeom>
          <a:solidFill>
            <a:srgbClr val="EEEDF6"/>
          </a:solidFill>
          <a:ln/>
        </p:spPr>
        <p:txBody>
          <a:bodyPr/>
          <a:lstStyle/>
          <a:p>
            <a:endParaRPr lang="en-IN"/>
          </a:p>
        </p:txBody>
      </p:sp>
      <p:sp>
        <p:nvSpPr>
          <p:cNvPr id="6" name="Shape 4">
            <a:extLst>
              <a:ext uri="{FF2B5EF4-FFF2-40B4-BE49-F238E27FC236}">
                <a16:creationId xmlns:a16="http://schemas.microsoft.com/office/drawing/2014/main" id="{2E18A75E-F1FE-8F73-243C-A193654B8B0E}"/>
              </a:ext>
            </a:extLst>
          </p:cNvPr>
          <p:cNvSpPr/>
          <p:nvPr/>
        </p:nvSpPr>
        <p:spPr>
          <a:xfrm>
            <a:off x="548640" y="1490472"/>
            <a:ext cx="6537960" cy="109728"/>
          </a:xfrm>
          <a:prstGeom prst="rect">
            <a:avLst/>
          </a:prstGeom>
          <a:solidFill>
            <a:srgbClr val="EEEDF6"/>
          </a:solidFill>
          <a:ln/>
        </p:spPr>
        <p:txBody>
          <a:bodyPr/>
          <a:lstStyle/>
          <a:p>
            <a:endParaRPr lang="en-IN"/>
          </a:p>
        </p:txBody>
      </p:sp>
      <p:sp>
        <p:nvSpPr>
          <p:cNvPr id="7" name="Shape 5">
            <a:extLst>
              <a:ext uri="{FF2B5EF4-FFF2-40B4-BE49-F238E27FC236}">
                <a16:creationId xmlns:a16="http://schemas.microsoft.com/office/drawing/2014/main" id="{9DEE6064-9DF3-8B56-692A-D18DED8D294C}"/>
              </a:ext>
            </a:extLst>
          </p:cNvPr>
          <p:cNvSpPr/>
          <p:nvPr/>
        </p:nvSpPr>
        <p:spPr>
          <a:xfrm>
            <a:off x="676656" y="1417320"/>
            <a:ext cx="91440" cy="91440"/>
          </a:xfrm>
          <a:prstGeom prst="ellipse">
            <a:avLst/>
          </a:prstGeom>
          <a:solidFill>
            <a:srgbClr val="F2B77A"/>
          </a:solidFill>
          <a:ln/>
        </p:spPr>
        <p:txBody>
          <a:bodyPr/>
          <a:lstStyle/>
          <a:p>
            <a:endParaRPr lang="en-IN"/>
          </a:p>
        </p:txBody>
      </p:sp>
      <p:sp>
        <p:nvSpPr>
          <p:cNvPr id="8" name="Shape 6">
            <a:extLst>
              <a:ext uri="{FF2B5EF4-FFF2-40B4-BE49-F238E27FC236}">
                <a16:creationId xmlns:a16="http://schemas.microsoft.com/office/drawing/2014/main" id="{E1DB51B7-16E7-DF15-EAEC-54670E0806A0}"/>
              </a:ext>
            </a:extLst>
          </p:cNvPr>
          <p:cNvSpPr/>
          <p:nvPr/>
        </p:nvSpPr>
        <p:spPr>
          <a:xfrm>
            <a:off x="822960" y="1417320"/>
            <a:ext cx="91440" cy="91440"/>
          </a:xfrm>
          <a:prstGeom prst="ellipse">
            <a:avLst/>
          </a:prstGeom>
          <a:solidFill>
            <a:srgbClr val="B3A8FF"/>
          </a:solidFill>
          <a:ln/>
        </p:spPr>
        <p:txBody>
          <a:bodyPr/>
          <a:lstStyle/>
          <a:p>
            <a:endParaRPr lang="en-IN"/>
          </a:p>
        </p:txBody>
      </p:sp>
      <p:sp>
        <p:nvSpPr>
          <p:cNvPr id="9" name="Shape 7">
            <a:extLst>
              <a:ext uri="{FF2B5EF4-FFF2-40B4-BE49-F238E27FC236}">
                <a16:creationId xmlns:a16="http://schemas.microsoft.com/office/drawing/2014/main" id="{C4130F8F-2EDD-A2A0-7D99-45CC28053696}"/>
              </a:ext>
            </a:extLst>
          </p:cNvPr>
          <p:cNvSpPr/>
          <p:nvPr/>
        </p:nvSpPr>
        <p:spPr>
          <a:xfrm>
            <a:off x="969264" y="1417320"/>
            <a:ext cx="91440" cy="91440"/>
          </a:xfrm>
          <a:prstGeom prst="ellipse">
            <a:avLst/>
          </a:prstGeom>
          <a:solidFill>
            <a:srgbClr val="9DF0D4"/>
          </a:solidFill>
          <a:ln/>
        </p:spPr>
        <p:txBody>
          <a:bodyPr/>
          <a:lstStyle/>
          <a:p>
            <a:endParaRPr lang="en-IN"/>
          </a:p>
        </p:txBody>
      </p:sp>
      <p:sp>
        <p:nvSpPr>
          <p:cNvPr id="10" name="Shape 8">
            <a:extLst>
              <a:ext uri="{FF2B5EF4-FFF2-40B4-BE49-F238E27FC236}">
                <a16:creationId xmlns:a16="http://schemas.microsoft.com/office/drawing/2014/main" id="{0A5D1ACE-5071-FC11-4AFE-52B3A1CFA9B5}"/>
              </a:ext>
            </a:extLst>
          </p:cNvPr>
          <p:cNvSpPr/>
          <p:nvPr/>
        </p:nvSpPr>
        <p:spPr>
          <a:xfrm>
            <a:off x="2628900" y="1380744"/>
            <a:ext cx="2377440" cy="164592"/>
          </a:xfrm>
          <a:prstGeom prst="roundRect">
            <a:avLst>
              <a:gd name="adj" fmla="val 50000"/>
            </a:avLst>
          </a:prstGeom>
          <a:solidFill>
            <a:srgbClr val="FFFFFF"/>
          </a:solidFill>
          <a:ln/>
        </p:spPr>
        <p:txBody>
          <a:bodyPr/>
          <a:lstStyle/>
          <a:p>
            <a:endParaRPr lang="en-IN"/>
          </a:p>
        </p:txBody>
      </p:sp>
      <p:sp>
        <p:nvSpPr>
          <p:cNvPr id="11" name="Text 9">
            <a:extLst>
              <a:ext uri="{FF2B5EF4-FFF2-40B4-BE49-F238E27FC236}">
                <a16:creationId xmlns:a16="http://schemas.microsoft.com/office/drawing/2014/main" id="{65F3C383-0D21-CD5E-F8E2-BB149E53C061}"/>
              </a:ext>
            </a:extLst>
          </p:cNvPr>
          <p:cNvSpPr txBox="1"/>
          <p:nvPr/>
        </p:nvSpPr>
        <p:spPr>
          <a:xfrm>
            <a:off x="2628900" y="1380744"/>
            <a:ext cx="2377440" cy="164592"/>
          </a:xfrm>
          <a:prstGeom prst="rect">
            <a:avLst/>
          </a:prstGeom>
          <a:noFill/>
          <a:ln/>
        </p:spPr>
        <p:txBody>
          <a:bodyPr wrap="square" lIns="0" tIns="0" rIns="0" bIns="0" rtlCol="0" anchor="ctr"/>
          <a:lstStyle/>
          <a:p>
            <a:pPr marL="0" indent="0" algn="ctr">
              <a:buNone/>
            </a:pPr>
            <a:r>
              <a:rPr lang="en-US" sz="700" dirty="0">
                <a:solidFill>
                  <a:srgbClr val="8B8BA3"/>
                </a:solidFill>
                <a:latin typeface="Calibri" pitchFamily="34" charset="0"/>
                <a:ea typeface="Calibri" pitchFamily="34" charset="-122"/>
                <a:cs typeface="Calibri" pitchFamily="34" charset="-120"/>
              </a:rPr>
              <a:t>omaginfo.com/about#leadership</a:t>
            </a:r>
            <a:endParaRPr lang="en-US" sz="700" dirty="0"/>
          </a:p>
        </p:txBody>
      </p:sp>
      <p:sp>
        <p:nvSpPr>
          <p:cNvPr id="12" name="Text 10">
            <a:extLst>
              <a:ext uri="{FF2B5EF4-FFF2-40B4-BE49-F238E27FC236}">
                <a16:creationId xmlns:a16="http://schemas.microsoft.com/office/drawing/2014/main" id="{EA0E1051-557E-F989-0313-F5C76FBC072A}"/>
              </a:ext>
            </a:extLst>
          </p:cNvPr>
          <p:cNvSpPr txBox="1"/>
          <p:nvPr/>
        </p:nvSpPr>
        <p:spPr>
          <a:xfrm>
            <a:off x="749808" y="1737360"/>
            <a:ext cx="6135624" cy="365760"/>
          </a:xfrm>
          <a:prstGeom prst="rect">
            <a:avLst/>
          </a:prstGeom>
          <a:noFill/>
          <a:ln/>
        </p:spPr>
        <p:txBody>
          <a:bodyPr wrap="square" lIns="0" tIns="0" rIns="0" bIns="0" rtlCol="0" anchor="t"/>
          <a:lstStyle/>
          <a:p>
            <a:pPr marL="0" indent="0" algn="ctr">
              <a:buNone/>
            </a:pPr>
            <a:r>
              <a:rPr lang="en-US" sz="1600" b="1" dirty="0">
                <a:solidFill>
                  <a:srgbClr val="16161F"/>
                </a:solidFill>
                <a:latin typeface="Calibri" pitchFamily="34" charset="0"/>
                <a:ea typeface="Calibri" pitchFamily="34" charset="-122"/>
                <a:cs typeface="Calibri" pitchFamily="34" charset="-120"/>
              </a:rPr>
              <a:t>Leadership team</a:t>
            </a:r>
            <a:endParaRPr lang="en-US" sz="1600" dirty="0"/>
          </a:p>
        </p:txBody>
      </p:sp>
      <p:sp>
        <p:nvSpPr>
          <p:cNvPr id="13" name="Shape 11">
            <a:extLst>
              <a:ext uri="{FF2B5EF4-FFF2-40B4-BE49-F238E27FC236}">
                <a16:creationId xmlns:a16="http://schemas.microsoft.com/office/drawing/2014/main" id="{EB9A6CB6-9DAA-33E9-0669-BD078ABD308A}"/>
              </a:ext>
            </a:extLst>
          </p:cNvPr>
          <p:cNvSpPr/>
          <p:nvPr/>
        </p:nvSpPr>
        <p:spPr>
          <a:xfrm>
            <a:off x="749808" y="2240280"/>
            <a:ext cx="2999232" cy="3840480"/>
          </a:xfrm>
          <a:prstGeom prst="roundRect">
            <a:avLst>
              <a:gd name="adj" fmla="val 5488"/>
            </a:avLst>
          </a:prstGeom>
          <a:solidFill>
            <a:srgbClr val="FFFFFF"/>
          </a:solidFill>
          <a:ln w="9525">
            <a:solidFill>
              <a:srgbClr val="E4E3EF"/>
            </a:solidFill>
            <a:prstDash val="solid"/>
          </a:ln>
        </p:spPr>
        <p:txBody>
          <a:bodyPr/>
          <a:lstStyle/>
          <a:p>
            <a:endParaRPr lang="en-IN"/>
          </a:p>
        </p:txBody>
      </p:sp>
      <p:sp>
        <p:nvSpPr>
          <p:cNvPr id="14" name="Shape 12">
            <a:extLst>
              <a:ext uri="{FF2B5EF4-FFF2-40B4-BE49-F238E27FC236}">
                <a16:creationId xmlns:a16="http://schemas.microsoft.com/office/drawing/2014/main" id="{6593AB77-6BFF-4AAA-D4D7-86EC4F19EB1C}"/>
              </a:ext>
            </a:extLst>
          </p:cNvPr>
          <p:cNvSpPr/>
          <p:nvPr/>
        </p:nvSpPr>
        <p:spPr>
          <a:xfrm>
            <a:off x="859536" y="2350008"/>
            <a:ext cx="1051560" cy="1325880"/>
          </a:xfrm>
          <a:prstGeom prst="roundRect">
            <a:avLst>
              <a:gd name="adj" fmla="val 8696"/>
            </a:avLst>
          </a:prstGeom>
          <a:solidFill>
            <a:schemeClr val="tx1">
              <a:lumMod val="75000"/>
              <a:lumOff val="25000"/>
            </a:schemeClr>
          </a:solidFill>
          <a:ln w="9525">
            <a:solidFill>
              <a:srgbClr val="5A4FD0"/>
            </a:solidFill>
            <a:prstDash val="dash"/>
          </a:ln>
        </p:spPr>
        <p:txBody>
          <a:bodyPr/>
          <a:lstStyle/>
          <a:p>
            <a:endParaRPr lang="en-IN"/>
          </a:p>
        </p:txBody>
      </p:sp>
      <p:pic>
        <p:nvPicPr>
          <p:cNvPr id="15" name="Image 0" descr="preencoded.png">
            <a:extLst>
              <a:ext uri="{FF2B5EF4-FFF2-40B4-BE49-F238E27FC236}">
                <a16:creationId xmlns:a16="http://schemas.microsoft.com/office/drawing/2014/main" id="{C82DEC29-2A49-D0C8-E690-129B237E55D9}"/>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1193292" y="2702052"/>
            <a:ext cx="384048" cy="384048"/>
          </a:xfrm>
          <a:prstGeom prst="rect">
            <a:avLst/>
          </a:prstGeom>
        </p:spPr>
      </p:pic>
      <p:sp>
        <p:nvSpPr>
          <p:cNvPr id="16" name="Text 13">
            <a:extLst>
              <a:ext uri="{FF2B5EF4-FFF2-40B4-BE49-F238E27FC236}">
                <a16:creationId xmlns:a16="http://schemas.microsoft.com/office/drawing/2014/main" id="{68100369-D357-2B42-2CA0-9F324209D5C0}"/>
              </a:ext>
            </a:extLst>
          </p:cNvPr>
          <p:cNvSpPr txBox="1"/>
          <p:nvPr/>
        </p:nvSpPr>
        <p:spPr>
          <a:xfrm>
            <a:off x="932688" y="3150108"/>
            <a:ext cx="905256" cy="384048"/>
          </a:xfrm>
          <a:prstGeom prst="rect">
            <a:avLst/>
          </a:prstGeom>
          <a:noFill/>
          <a:ln/>
        </p:spPr>
        <p:txBody>
          <a:bodyPr wrap="square" lIns="0" tIns="0" rIns="0" bIns="0" rtlCol="0" anchor="t"/>
          <a:lstStyle/>
          <a:p>
            <a:pPr marL="0" indent="0" algn="ctr">
              <a:buNone/>
            </a:pPr>
            <a:r>
              <a:rPr lang="en-US" sz="750" i="1" dirty="0">
                <a:solidFill>
                  <a:srgbClr val="C9C1FF"/>
                </a:solidFill>
                <a:latin typeface="Calibri" pitchFamily="34" charset="0"/>
                <a:ea typeface="Calibri" pitchFamily="34" charset="-122"/>
                <a:cs typeface="Calibri" pitchFamily="34" charset="-120"/>
              </a:rPr>
              <a:t>Headshot</a:t>
            </a:r>
            <a:endParaRPr lang="en-US" sz="750" dirty="0"/>
          </a:p>
        </p:txBody>
      </p:sp>
      <p:sp>
        <p:nvSpPr>
          <p:cNvPr id="17" name="Shape 14">
            <a:extLst>
              <a:ext uri="{FF2B5EF4-FFF2-40B4-BE49-F238E27FC236}">
                <a16:creationId xmlns:a16="http://schemas.microsoft.com/office/drawing/2014/main" id="{A4D1269B-4251-99BA-3854-9BD845CFA150}"/>
              </a:ext>
            </a:extLst>
          </p:cNvPr>
          <p:cNvSpPr/>
          <p:nvPr/>
        </p:nvSpPr>
        <p:spPr>
          <a:xfrm>
            <a:off x="932688" y="3721608"/>
            <a:ext cx="633222" cy="182880"/>
          </a:xfrm>
          <a:prstGeom prst="roundRect">
            <a:avLst>
              <a:gd name="adj" fmla="val 50000"/>
            </a:avLst>
          </a:prstGeom>
          <a:solidFill>
            <a:srgbClr val="FDE9D3"/>
          </a:solidFill>
          <a:ln/>
        </p:spPr>
        <p:txBody>
          <a:bodyPr/>
          <a:lstStyle/>
          <a:p>
            <a:endParaRPr lang="en-IN"/>
          </a:p>
        </p:txBody>
      </p:sp>
      <p:sp>
        <p:nvSpPr>
          <p:cNvPr id="18" name="Text 15">
            <a:extLst>
              <a:ext uri="{FF2B5EF4-FFF2-40B4-BE49-F238E27FC236}">
                <a16:creationId xmlns:a16="http://schemas.microsoft.com/office/drawing/2014/main" id="{06F1D61E-E87C-1402-7B8D-41802703D160}"/>
              </a:ext>
            </a:extLst>
          </p:cNvPr>
          <p:cNvSpPr txBox="1"/>
          <p:nvPr/>
        </p:nvSpPr>
        <p:spPr>
          <a:xfrm>
            <a:off x="932688" y="3721608"/>
            <a:ext cx="633222" cy="182880"/>
          </a:xfrm>
          <a:prstGeom prst="rect">
            <a:avLst/>
          </a:prstGeom>
          <a:noFill/>
          <a:ln/>
        </p:spPr>
        <p:txBody>
          <a:bodyPr wrap="square" lIns="0" tIns="0" rIns="0" bIns="0" rtlCol="0" anchor="ctr"/>
          <a:lstStyle/>
          <a:p>
            <a:pPr marL="0" indent="0" algn="ctr">
              <a:buNone/>
            </a:pPr>
            <a:r>
              <a:rPr lang="en-US" sz="700" b="1" dirty="0">
                <a:solidFill>
                  <a:srgbClr val="A0561C"/>
                </a:solidFill>
                <a:latin typeface="Calibri" pitchFamily="34" charset="0"/>
                <a:ea typeface="Calibri" pitchFamily="34" charset="-122"/>
                <a:cs typeface="Calibri" pitchFamily="34" charset="-120"/>
              </a:rPr>
              <a:t>Photo TBC</a:t>
            </a:r>
            <a:endParaRPr lang="en-US" sz="700" dirty="0"/>
          </a:p>
        </p:txBody>
      </p:sp>
      <p:sp>
        <p:nvSpPr>
          <p:cNvPr id="19" name="Shape 16">
            <a:extLst>
              <a:ext uri="{FF2B5EF4-FFF2-40B4-BE49-F238E27FC236}">
                <a16:creationId xmlns:a16="http://schemas.microsoft.com/office/drawing/2014/main" id="{99682CA6-2F32-5023-7471-BA057142DDF4}"/>
              </a:ext>
            </a:extLst>
          </p:cNvPr>
          <p:cNvSpPr/>
          <p:nvPr/>
        </p:nvSpPr>
        <p:spPr>
          <a:xfrm>
            <a:off x="2029968" y="2423160"/>
            <a:ext cx="1512418" cy="201168"/>
          </a:xfrm>
          <a:prstGeom prst="roundRect">
            <a:avLst>
              <a:gd name="adj" fmla="val 50000"/>
            </a:avLst>
          </a:prstGeom>
          <a:solidFill>
            <a:srgbClr val="ECEBFF"/>
          </a:solidFill>
          <a:ln/>
        </p:spPr>
        <p:txBody>
          <a:bodyPr/>
          <a:lstStyle/>
          <a:p>
            <a:endParaRPr lang="en-IN"/>
          </a:p>
        </p:txBody>
      </p:sp>
      <p:sp>
        <p:nvSpPr>
          <p:cNvPr id="20" name="Text 17">
            <a:extLst>
              <a:ext uri="{FF2B5EF4-FFF2-40B4-BE49-F238E27FC236}">
                <a16:creationId xmlns:a16="http://schemas.microsoft.com/office/drawing/2014/main" id="{E8E9968F-599C-12D6-BE19-E71EE488A05A}"/>
              </a:ext>
            </a:extLst>
          </p:cNvPr>
          <p:cNvSpPr txBox="1"/>
          <p:nvPr/>
        </p:nvSpPr>
        <p:spPr>
          <a:xfrm>
            <a:off x="2029968" y="2423160"/>
            <a:ext cx="1512418" cy="201168"/>
          </a:xfrm>
          <a:prstGeom prst="rect">
            <a:avLst/>
          </a:prstGeom>
          <a:noFill/>
          <a:ln/>
        </p:spPr>
        <p:txBody>
          <a:bodyPr wrap="square" lIns="0" tIns="0" rIns="0" bIns="0" rtlCol="0" anchor="ctr"/>
          <a:lstStyle/>
          <a:p>
            <a:pPr marL="0" indent="0" algn="ctr">
              <a:buNone/>
            </a:pPr>
            <a:r>
              <a:rPr lang="en-US" sz="600" b="1" dirty="0">
                <a:solidFill>
                  <a:srgbClr val="7B6CF6"/>
                </a:solidFill>
                <a:latin typeface="Calibri" pitchFamily="34" charset="0"/>
                <a:ea typeface="Calibri" pitchFamily="34" charset="-122"/>
                <a:cs typeface="Calibri" pitchFamily="34" charset="-120"/>
              </a:rPr>
              <a:t>FOUNDER &amp; MANAGING DIRECTOR</a:t>
            </a:r>
            <a:endParaRPr lang="en-US" sz="600" dirty="0"/>
          </a:p>
        </p:txBody>
      </p:sp>
      <p:sp>
        <p:nvSpPr>
          <p:cNvPr id="21" name="Text 18">
            <a:extLst>
              <a:ext uri="{FF2B5EF4-FFF2-40B4-BE49-F238E27FC236}">
                <a16:creationId xmlns:a16="http://schemas.microsoft.com/office/drawing/2014/main" id="{B4F3229C-93B5-E045-7A25-D288A52B479B}"/>
              </a:ext>
            </a:extLst>
          </p:cNvPr>
          <p:cNvSpPr txBox="1"/>
          <p:nvPr/>
        </p:nvSpPr>
        <p:spPr>
          <a:xfrm>
            <a:off x="2029968" y="2697480"/>
            <a:ext cx="1645920" cy="320040"/>
          </a:xfrm>
          <a:prstGeom prst="rect">
            <a:avLst/>
          </a:prstGeom>
          <a:noFill/>
          <a:ln/>
        </p:spPr>
        <p:txBody>
          <a:bodyPr wrap="square" lIns="0" tIns="0" rIns="0" bIns="0" rtlCol="0" anchor="t"/>
          <a:lstStyle/>
          <a:p>
            <a:pPr marL="0" indent="0">
              <a:buNone/>
            </a:pPr>
            <a:r>
              <a:rPr lang="en-US" sz="1300" b="1" dirty="0">
                <a:solidFill>
                  <a:srgbClr val="16161F"/>
                </a:solidFill>
                <a:latin typeface="Calibri" pitchFamily="34" charset="0"/>
                <a:ea typeface="Calibri" pitchFamily="34" charset="-122"/>
                <a:cs typeface="Calibri" pitchFamily="34" charset="-120"/>
              </a:rPr>
              <a:t>Member 1</a:t>
            </a:r>
            <a:endParaRPr lang="en-US" sz="1300" dirty="0"/>
          </a:p>
        </p:txBody>
      </p:sp>
      <p:sp>
        <p:nvSpPr>
          <p:cNvPr id="22" name="Text 19">
            <a:extLst>
              <a:ext uri="{FF2B5EF4-FFF2-40B4-BE49-F238E27FC236}">
                <a16:creationId xmlns:a16="http://schemas.microsoft.com/office/drawing/2014/main" id="{DC807610-9D7E-68D1-9010-97A7814E0887}"/>
              </a:ext>
            </a:extLst>
          </p:cNvPr>
          <p:cNvSpPr txBox="1"/>
          <p:nvPr/>
        </p:nvSpPr>
        <p:spPr>
          <a:xfrm>
            <a:off x="886968" y="4023360"/>
            <a:ext cx="2724912" cy="1325880"/>
          </a:xfrm>
          <a:prstGeom prst="rect">
            <a:avLst/>
          </a:prstGeom>
          <a:noFill/>
          <a:ln/>
        </p:spPr>
        <p:txBody>
          <a:bodyPr wrap="square" lIns="0" tIns="0" rIns="0" bIns="0" rtlCol="0" anchor="t"/>
          <a:lstStyle/>
          <a:p>
            <a:pPr>
              <a:buNone/>
            </a:pPr>
            <a:r>
              <a:rPr lang="en-IN" sz="800" dirty="0"/>
              <a:t>Lorem ipsum </a:t>
            </a:r>
            <a:r>
              <a:rPr lang="en-IN" sz="800" dirty="0" err="1"/>
              <a:t>dolor</a:t>
            </a:r>
            <a:r>
              <a:rPr lang="en-IN" sz="800" dirty="0"/>
              <a:t> sit </a:t>
            </a:r>
            <a:r>
              <a:rPr lang="en-IN" sz="800" dirty="0" err="1"/>
              <a:t>amet</a:t>
            </a:r>
            <a:r>
              <a:rPr lang="en-IN" sz="800" dirty="0"/>
              <a:t>, </a:t>
            </a:r>
            <a:r>
              <a:rPr lang="en-IN" sz="800" dirty="0" err="1"/>
              <a:t>consectetur</a:t>
            </a:r>
            <a:r>
              <a:rPr lang="en-IN" sz="800" dirty="0"/>
              <a:t> </a:t>
            </a:r>
            <a:r>
              <a:rPr lang="en-IN" sz="800" dirty="0" err="1"/>
              <a:t>adipiscing</a:t>
            </a:r>
            <a:r>
              <a:rPr lang="en-IN" sz="800" dirty="0"/>
              <a:t> </a:t>
            </a:r>
            <a:r>
              <a:rPr lang="en-IN" sz="800" dirty="0" err="1"/>
              <a:t>elit</a:t>
            </a:r>
            <a:r>
              <a:rPr lang="en-IN" sz="800" dirty="0"/>
              <a:t>. Sed do </a:t>
            </a:r>
            <a:r>
              <a:rPr lang="en-IN" sz="800" dirty="0" err="1"/>
              <a:t>eiusmod</a:t>
            </a:r>
            <a:r>
              <a:rPr lang="en-IN" sz="800" dirty="0"/>
              <a:t> </a:t>
            </a:r>
            <a:r>
              <a:rPr lang="en-IN" sz="800" dirty="0" err="1"/>
              <a:t>tempor</a:t>
            </a:r>
            <a:r>
              <a:rPr lang="en-IN" sz="800" dirty="0"/>
              <a:t> </a:t>
            </a:r>
            <a:r>
              <a:rPr lang="en-IN" sz="800" dirty="0" err="1"/>
              <a:t>incididunt</a:t>
            </a:r>
            <a:r>
              <a:rPr lang="en-IN" sz="800" dirty="0"/>
              <a:t> </a:t>
            </a:r>
            <a:r>
              <a:rPr lang="en-IN" sz="800" dirty="0" err="1"/>
              <a:t>ut</a:t>
            </a:r>
            <a:r>
              <a:rPr lang="en-IN" sz="800" dirty="0"/>
              <a:t> labore et dolore magna </a:t>
            </a:r>
            <a:r>
              <a:rPr lang="en-IN" sz="800" dirty="0" err="1"/>
              <a:t>aliqua</a:t>
            </a:r>
            <a:r>
              <a:rPr lang="en-IN" sz="800" dirty="0"/>
              <a:t>. Ut </a:t>
            </a:r>
            <a:r>
              <a:rPr lang="en-IN" sz="800" dirty="0" err="1"/>
              <a:t>enim</a:t>
            </a:r>
            <a:r>
              <a:rPr lang="en-IN" sz="800" dirty="0"/>
              <a:t> ad minim </a:t>
            </a:r>
            <a:r>
              <a:rPr lang="en-IN" sz="800" dirty="0" err="1"/>
              <a:t>veniam</a:t>
            </a:r>
            <a:r>
              <a:rPr lang="en-IN" sz="800" dirty="0"/>
              <a:t>, quis </a:t>
            </a:r>
            <a:r>
              <a:rPr lang="en-IN" sz="800" dirty="0" err="1"/>
              <a:t>nostrud</a:t>
            </a:r>
            <a:r>
              <a:rPr lang="en-IN" sz="800" dirty="0"/>
              <a:t> exercitation </a:t>
            </a:r>
            <a:r>
              <a:rPr lang="en-IN" sz="800" dirty="0" err="1"/>
              <a:t>ullamco</a:t>
            </a:r>
            <a:r>
              <a:rPr lang="en-IN" sz="800" dirty="0"/>
              <a:t> </a:t>
            </a:r>
            <a:r>
              <a:rPr lang="en-IN" sz="800" dirty="0" err="1"/>
              <a:t>laboris</a:t>
            </a:r>
            <a:r>
              <a:rPr lang="en-IN" sz="800" dirty="0"/>
              <a:t> nisi </a:t>
            </a:r>
            <a:r>
              <a:rPr lang="en-IN" sz="800" dirty="0" err="1"/>
              <a:t>ut</a:t>
            </a:r>
            <a:r>
              <a:rPr lang="en-IN" sz="800" dirty="0"/>
              <a:t> </a:t>
            </a:r>
            <a:r>
              <a:rPr lang="en-IN" sz="800" dirty="0" err="1"/>
              <a:t>aliquip</a:t>
            </a:r>
            <a:r>
              <a:rPr lang="en-IN" sz="800" dirty="0"/>
              <a:t> ex </a:t>
            </a:r>
            <a:r>
              <a:rPr lang="en-IN" sz="800" dirty="0" err="1"/>
              <a:t>ea</a:t>
            </a:r>
            <a:r>
              <a:rPr lang="en-IN" sz="800" dirty="0"/>
              <a:t> </a:t>
            </a:r>
            <a:r>
              <a:rPr lang="en-IN" sz="800" dirty="0" err="1"/>
              <a:t>commodo</a:t>
            </a:r>
            <a:r>
              <a:rPr lang="en-IN" sz="800" dirty="0"/>
              <a:t> </a:t>
            </a:r>
            <a:r>
              <a:rPr lang="en-IN" sz="800" dirty="0" err="1"/>
              <a:t>consequat</a:t>
            </a:r>
            <a:r>
              <a:rPr lang="en-IN" sz="800" dirty="0"/>
              <a:t>. Duis </a:t>
            </a:r>
            <a:r>
              <a:rPr lang="en-IN" sz="800" dirty="0" err="1"/>
              <a:t>aute</a:t>
            </a:r>
            <a:r>
              <a:rPr lang="en-IN" sz="800" dirty="0"/>
              <a:t> </a:t>
            </a:r>
            <a:r>
              <a:rPr lang="en-IN" sz="800" dirty="0" err="1"/>
              <a:t>irure</a:t>
            </a:r>
            <a:r>
              <a:rPr lang="en-IN" sz="800" dirty="0"/>
              <a:t> </a:t>
            </a:r>
            <a:r>
              <a:rPr lang="en-IN" sz="800" dirty="0" err="1"/>
              <a:t>dolor</a:t>
            </a:r>
            <a:r>
              <a:rPr lang="en-IN" sz="800" dirty="0"/>
              <a:t> in </a:t>
            </a:r>
            <a:r>
              <a:rPr lang="en-IN" sz="800" dirty="0" err="1"/>
              <a:t>reprehenderit</a:t>
            </a:r>
            <a:r>
              <a:rPr lang="en-IN" sz="800" dirty="0"/>
              <a:t> in </a:t>
            </a:r>
            <a:r>
              <a:rPr lang="en-IN" sz="800" dirty="0" err="1"/>
              <a:t>voluptate</a:t>
            </a:r>
            <a:r>
              <a:rPr lang="en-IN" sz="800" dirty="0"/>
              <a:t> </a:t>
            </a:r>
            <a:r>
              <a:rPr lang="en-IN" sz="800" dirty="0" err="1"/>
              <a:t>velit</a:t>
            </a:r>
            <a:r>
              <a:rPr lang="en-IN" sz="800" dirty="0"/>
              <a:t> esse </a:t>
            </a:r>
            <a:r>
              <a:rPr lang="en-IN" sz="800" dirty="0" err="1"/>
              <a:t>cillum</a:t>
            </a:r>
            <a:r>
              <a:rPr lang="en-IN" sz="800" dirty="0"/>
              <a:t> dolore </a:t>
            </a:r>
            <a:r>
              <a:rPr lang="en-IN" sz="800" dirty="0" err="1"/>
              <a:t>eu</a:t>
            </a:r>
            <a:r>
              <a:rPr lang="en-IN" sz="800" dirty="0"/>
              <a:t> </a:t>
            </a:r>
            <a:r>
              <a:rPr lang="en-IN" sz="800" dirty="0" err="1"/>
              <a:t>fugiat</a:t>
            </a:r>
            <a:r>
              <a:rPr lang="en-IN" sz="800" dirty="0"/>
              <a:t> </a:t>
            </a:r>
            <a:r>
              <a:rPr lang="en-IN" sz="800" dirty="0" err="1"/>
              <a:t>nulla</a:t>
            </a:r>
            <a:r>
              <a:rPr lang="en-IN" sz="800" dirty="0"/>
              <a:t> </a:t>
            </a:r>
            <a:r>
              <a:rPr lang="en-IN" sz="800" dirty="0" err="1"/>
              <a:t>pariatur</a:t>
            </a:r>
            <a:r>
              <a:rPr lang="en-IN" sz="800" dirty="0"/>
              <a:t>.</a:t>
            </a:r>
          </a:p>
        </p:txBody>
      </p:sp>
      <p:sp>
        <p:nvSpPr>
          <p:cNvPr id="23" name="Text 20">
            <a:extLst>
              <a:ext uri="{FF2B5EF4-FFF2-40B4-BE49-F238E27FC236}">
                <a16:creationId xmlns:a16="http://schemas.microsoft.com/office/drawing/2014/main" id="{A70227F6-A1DA-967B-DF10-D9D5C068C574}"/>
              </a:ext>
            </a:extLst>
          </p:cNvPr>
          <p:cNvSpPr txBox="1"/>
          <p:nvPr/>
        </p:nvSpPr>
        <p:spPr>
          <a:xfrm>
            <a:off x="886968" y="5349240"/>
            <a:ext cx="1371600" cy="182880"/>
          </a:xfrm>
          <a:prstGeom prst="rect">
            <a:avLst/>
          </a:prstGeom>
          <a:noFill/>
          <a:ln/>
        </p:spPr>
        <p:txBody>
          <a:bodyPr wrap="square" lIns="0" tIns="0" rIns="0" bIns="0" rtlCol="0" anchor="t"/>
          <a:lstStyle/>
          <a:p>
            <a:pPr marL="0" indent="0">
              <a:buNone/>
            </a:pPr>
            <a:r>
              <a:rPr lang="en-US" sz="750" b="1" dirty="0">
                <a:solidFill>
                  <a:srgbClr val="7B6CF6"/>
                </a:solidFill>
                <a:latin typeface="Calibri" pitchFamily="34" charset="0"/>
                <a:ea typeface="Calibri" pitchFamily="34" charset="-122"/>
                <a:cs typeface="Calibri" pitchFamily="34" charset="-120"/>
              </a:rPr>
              <a:t>Read full bio ▾</a:t>
            </a:r>
            <a:endParaRPr lang="en-US" sz="750" dirty="0"/>
          </a:p>
        </p:txBody>
      </p:sp>
      <p:sp>
        <p:nvSpPr>
          <p:cNvPr id="24" name="Text 21">
            <a:extLst>
              <a:ext uri="{FF2B5EF4-FFF2-40B4-BE49-F238E27FC236}">
                <a16:creationId xmlns:a16="http://schemas.microsoft.com/office/drawing/2014/main" id="{24AC1D9F-8E4A-21FF-D261-C869A017CAC7}"/>
              </a:ext>
            </a:extLst>
          </p:cNvPr>
          <p:cNvSpPr txBox="1"/>
          <p:nvPr/>
        </p:nvSpPr>
        <p:spPr>
          <a:xfrm>
            <a:off x="1664208" y="5303520"/>
            <a:ext cx="137160" cy="137160"/>
          </a:xfrm>
          <a:prstGeom prst="rect">
            <a:avLst/>
          </a:prstGeom>
          <a:noFill/>
          <a:ln/>
        </p:spPr>
        <p:txBody>
          <a:bodyPr wrap="square" lIns="0" tIns="0" rIns="0" bIns="0" rtlCol="0" anchor="t"/>
          <a:lstStyle/>
          <a:p>
            <a:pPr marL="0" indent="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25" name="Shape 22">
            <a:extLst>
              <a:ext uri="{FF2B5EF4-FFF2-40B4-BE49-F238E27FC236}">
                <a16:creationId xmlns:a16="http://schemas.microsoft.com/office/drawing/2014/main" id="{7CFE56A9-8DA1-874F-D9D4-74552542B3B7}"/>
              </a:ext>
            </a:extLst>
          </p:cNvPr>
          <p:cNvSpPr/>
          <p:nvPr/>
        </p:nvSpPr>
        <p:spPr>
          <a:xfrm>
            <a:off x="886968" y="5623560"/>
            <a:ext cx="2724912" cy="0"/>
          </a:xfrm>
          <a:prstGeom prst="line">
            <a:avLst/>
          </a:prstGeom>
          <a:noFill/>
          <a:ln w="12700">
            <a:solidFill>
              <a:srgbClr val="E4E3EF"/>
            </a:solidFill>
            <a:prstDash val="solid"/>
          </a:ln>
        </p:spPr>
        <p:txBody>
          <a:bodyPr/>
          <a:lstStyle/>
          <a:p>
            <a:endParaRPr lang="en-IN"/>
          </a:p>
        </p:txBody>
      </p:sp>
      <p:sp>
        <p:nvSpPr>
          <p:cNvPr id="26" name="Text 23">
            <a:extLst>
              <a:ext uri="{FF2B5EF4-FFF2-40B4-BE49-F238E27FC236}">
                <a16:creationId xmlns:a16="http://schemas.microsoft.com/office/drawing/2014/main" id="{9FF27F0F-320E-D238-3480-660DBC6005C3}"/>
              </a:ext>
            </a:extLst>
          </p:cNvPr>
          <p:cNvSpPr txBox="1"/>
          <p:nvPr/>
        </p:nvSpPr>
        <p:spPr>
          <a:xfrm>
            <a:off x="886968" y="5696712"/>
            <a:ext cx="914400" cy="164592"/>
          </a:xfrm>
          <a:prstGeom prst="rect">
            <a:avLst/>
          </a:prstGeom>
          <a:noFill/>
          <a:ln/>
        </p:spPr>
        <p:txBody>
          <a:bodyPr wrap="square" lIns="0" tIns="0" rIns="0" bIns="0" rtlCol="0" anchor="t"/>
          <a:lstStyle/>
          <a:p>
            <a:pPr marL="0" indent="0">
              <a:buNone/>
            </a:pPr>
            <a:r>
              <a:rPr lang="en-US" sz="700" dirty="0">
                <a:solidFill>
                  <a:srgbClr val="8B8BA3"/>
                </a:solidFill>
                <a:latin typeface="Calibri" pitchFamily="34" charset="0"/>
                <a:ea typeface="Calibri" pitchFamily="34" charset="-122"/>
                <a:cs typeface="Calibri" pitchFamily="34" charset="-120"/>
              </a:rPr>
              <a:t>Experience</a:t>
            </a:r>
            <a:endParaRPr lang="en-US" sz="700" dirty="0"/>
          </a:p>
        </p:txBody>
      </p:sp>
      <p:sp>
        <p:nvSpPr>
          <p:cNvPr id="27" name="Shape 24">
            <a:extLst>
              <a:ext uri="{FF2B5EF4-FFF2-40B4-BE49-F238E27FC236}">
                <a16:creationId xmlns:a16="http://schemas.microsoft.com/office/drawing/2014/main" id="{D7A7D85A-B34C-3650-9611-CDFE4AD325D1}"/>
              </a:ext>
            </a:extLst>
          </p:cNvPr>
          <p:cNvSpPr/>
          <p:nvPr/>
        </p:nvSpPr>
        <p:spPr>
          <a:xfrm>
            <a:off x="886968" y="5870448"/>
            <a:ext cx="633222" cy="182880"/>
          </a:xfrm>
          <a:prstGeom prst="roundRect">
            <a:avLst>
              <a:gd name="adj" fmla="val 50000"/>
            </a:avLst>
          </a:prstGeom>
          <a:solidFill>
            <a:srgbClr val="FDE9D3"/>
          </a:solidFill>
          <a:ln/>
        </p:spPr>
        <p:txBody>
          <a:bodyPr/>
          <a:lstStyle/>
          <a:p>
            <a:endParaRPr lang="en-IN"/>
          </a:p>
        </p:txBody>
      </p:sp>
      <p:sp>
        <p:nvSpPr>
          <p:cNvPr id="28" name="Text 25">
            <a:extLst>
              <a:ext uri="{FF2B5EF4-FFF2-40B4-BE49-F238E27FC236}">
                <a16:creationId xmlns:a16="http://schemas.microsoft.com/office/drawing/2014/main" id="{D0454588-284E-1131-88C8-13C5C5A0C491}"/>
              </a:ext>
            </a:extLst>
          </p:cNvPr>
          <p:cNvSpPr txBox="1"/>
          <p:nvPr/>
        </p:nvSpPr>
        <p:spPr>
          <a:xfrm>
            <a:off x="886968" y="5870448"/>
            <a:ext cx="633222" cy="182880"/>
          </a:xfrm>
          <a:prstGeom prst="rect">
            <a:avLst/>
          </a:prstGeom>
          <a:noFill/>
          <a:ln/>
        </p:spPr>
        <p:txBody>
          <a:bodyPr wrap="square" lIns="0" tIns="0" rIns="0" bIns="0" rtlCol="0" anchor="ctr"/>
          <a:lstStyle/>
          <a:p>
            <a:pPr marL="0" indent="0" algn="ctr">
              <a:buNone/>
            </a:pPr>
            <a:r>
              <a:rPr lang="en-US" sz="700" b="1" dirty="0">
                <a:solidFill>
                  <a:srgbClr val="A0561C"/>
                </a:solidFill>
                <a:latin typeface="Calibri" pitchFamily="34" charset="0"/>
                <a:ea typeface="Calibri" pitchFamily="34" charset="-122"/>
                <a:cs typeface="Calibri" pitchFamily="34" charset="-120"/>
              </a:rPr>
              <a:t>Years TBC</a:t>
            </a:r>
            <a:endParaRPr lang="en-US" sz="700" dirty="0"/>
          </a:p>
        </p:txBody>
      </p:sp>
      <p:sp>
        <p:nvSpPr>
          <p:cNvPr id="29" name="Shape 26">
            <a:extLst>
              <a:ext uri="{FF2B5EF4-FFF2-40B4-BE49-F238E27FC236}">
                <a16:creationId xmlns:a16="http://schemas.microsoft.com/office/drawing/2014/main" id="{A04A4372-70EB-1348-766F-662D9DFA7ED1}"/>
              </a:ext>
            </a:extLst>
          </p:cNvPr>
          <p:cNvSpPr/>
          <p:nvPr/>
        </p:nvSpPr>
        <p:spPr>
          <a:xfrm>
            <a:off x="3063240" y="5733288"/>
            <a:ext cx="246888" cy="246888"/>
          </a:xfrm>
          <a:prstGeom prst="ellipse">
            <a:avLst/>
          </a:prstGeom>
          <a:solidFill>
            <a:srgbClr val="F3F2FA"/>
          </a:solidFill>
          <a:ln/>
        </p:spPr>
        <p:txBody>
          <a:bodyPr/>
          <a:lstStyle/>
          <a:p>
            <a:endParaRPr lang="en-IN"/>
          </a:p>
        </p:txBody>
      </p:sp>
      <p:sp>
        <p:nvSpPr>
          <p:cNvPr id="30" name="Text 27">
            <a:extLst>
              <a:ext uri="{FF2B5EF4-FFF2-40B4-BE49-F238E27FC236}">
                <a16:creationId xmlns:a16="http://schemas.microsoft.com/office/drawing/2014/main" id="{8734F79F-C12E-DACF-B3D7-023480DB4E4F}"/>
              </a:ext>
            </a:extLst>
          </p:cNvPr>
          <p:cNvSpPr txBox="1"/>
          <p:nvPr/>
        </p:nvSpPr>
        <p:spPr>
          <a:xfrm>
            <a:off x="3063240" y="5733288"/>
            <a:ext cx="246888" cy="246888"/>
          </a:xfrm>
          <a:prstGeom prst="rect">
            <a:avLst/>
          </a:prstGeom>
          <a:noFill/>
          <a:ln/>
        </p:spPr>
        <p:txBody>
          <a:bodyPr wrap="square" lIns="0" tIns="0" rIns="0" bIns="0" rtlCol="0" anchor="ctr"/>
          <a:lstStyle/>
          <a:p>
            <a:pPr marL="0" indent="0" algn="ctr">
              <a:buNone/>
            </a:pPr>
            <a:r>
              <a:rPr lang="en-US" sz="800" b="1" dirty="0">
                <a:solidFill>
                  <a:srgbClr val="16161F"/>
                </a:solidFill>
                <a:latin typeface="Calibri" pitchFamily="34" charset="0"/>
                <a:ea typeface="Calibri" pitchFamily="34" charset="-122"/>
                <a:cs typeface="Calibri" pitchFamily="34" charset="-120"/>
              </a:rPr>
              <a:t>in</a:t>
            </a:r>
            <a:endParaRPr lang="en-US" sz="800" dirty="0"/>
          </a:p>
        </p:txBody>
      </p:sp>
      <p:sp>
        <p:nvSpPr>
          <p:cNvPr id="31" name="Shape 28">
            <a:extLst>
              <a:ext uri="{FF2B5EF4-FFF2-40B4-BE49-F238E27FC236}">
                <a16:creationId xmlns:a16="http://schemas.microsoft.com/office/drawing/2014/main" id="{84F31502-8146-E785-F81E-9BCD7294418F}"/>
              </a:ext>
            </a:extLst>
          </p:cNvPr>
          <p:cNvSpPr/>
          <p:nvPr/>
        </p:nvSpPr>
        <p:spPr>
          <a:xfrm>
            <a:off x="3364992" y="5733288"/>
            <a:ext cx="246888" cy="246888"/>
          </a:xfrm>
          <a:prstGeom prst="ellipse">
            <a:avLst/>
          </a:prstGeom>
          <a:solidFill>
            <a:srgbClr val="F3F2FA"/>
          </a:solidFill>
          <a:ln/>
        </p:spPr>
        <p:txBody>
          <a:bodyPr/>
          <a:lstStyle/>
          <a:p>
            <a:endParaRPr lang="en-IN"/>
          </a:p>
        </p:txBody>
      </p:sp>
      <p:sp>
        <p:nvSpPr>
          <p:cNvPr id="32" name="Text 29">
            <a:extLst>
              <a:ext uri="{FF2B5EF4-FFF2-40B4-BE49-F238E27FC236}">
                <a16:creationId xmlns:a16="http://schemas.microsoft.com/office/drawing/2014/main" id="{D3F13D98-B925-792A-2071-F6B3FD19D8C7}"/>
              </a:ext>
            </a:extLst>
          </p:cNvPr>
          <p:cNvSpPr txBox="1"/>
          <p:nvPr/>
        </p:nvSpPr>
        <p:spPr>
          <a:xfrm>
            <a:off x="3364992" y="5733288"/>
            <a:ext cx="246888" cy="246888"/>
          </a:xfrm>
          <a:prstGeom prst="rect">
            <a:avLst/>
          </a:prstGeom>
          <a:noFill/>
          <a:ln/>
        </p:spPr>
        <p:txBody>
          <a:bodyPr wrap="square" lIns="0" tIns="0" rIns="0" bIns="0" rtlCol="0" anchor="ctr"/>
          <a:lstStyle/>
          <a:p>
            <a:pPr marL="0" indent="0" algn="ctr">
              <a:buNone/>
            </a:pPr>
            <a:r>
              <a:rPr lang="en-US" sz="800" b="1" dirty="0">
                <a:solidFill>
                  <a:srgbClr val="16161F"/>
                </a:solidFill>
                <a:latin typeface="Calibri" pitchFamily="34" charset="0"/>
                <a:ea typeface="Calibri" pitchFamily="34" charset="-122"/>
                <a:cs typeface="Calibri" pitchFamily="34" charset="-120"/>
              </a:rPr>
              <a:t>@</a:t>
            </a:r>
            <a:endParaRPr lang="en-US" sz="800" dirty="0"/>
          </a:p>
        </p:txBody>
      </p:sp>
      <p:sp>
        <p:nvSpPr>
          <p:cNvPr id="33" name="Shape 30">
            <a:extLst>
              <a:ext uri="{FF2B5EF4-FFF2-40B4-BE49-F238E27FC236}">
                <a16:creationId xmlns:a16="http://schemas.microsoft.com/office/drawing/2014/main" id="{CF28C35B-EDD7-709F-739D-9B4217279C0F}"/>
              </a:ext>
            </a:extLst>
          </p:cNvPr>
          <p:cNvSpPr/>
          <p:nvPr/>
        </p:nvSpPr>
        <p:spPr>
          <a:xfrm>
            <a:off x="3877056" y="2240280"/>
            <a:ext cx="2999232" cy="3840480"/>
          </a:xfrm>
          <a:prstGeom prst="roundRect">
            <a:avLst>
              <a:gd name="adj" fmla="val 5488"/>
            </a:avLst>
          </a:prstGeom>
          <a:solidFill>
            <a:srgbClr val="FFFFFF"/>
          </a:solidFill>
          <a:ln w="9525">
            <a:solidFill>
              <a:srgbClr val="E4E3EF"/>
            </a:solidFill>
            <a:prstDash val="solid"/>
          </a:ln>
        </p:spPr>
        <p:txBody>
          <a:bodyPr/>
          <a:lstStyle/>
          <a:p>
            <a:endParaRPr lang="en-IN"/>
          </a:p>
        </p:txBody>
      </p:sp>
      <p:sp>
        <p:nvSpPr>
          <p:cNvPr id="34" name="Shape 31">
            <a:extLst>
              <a:ext uri="{FF2B5EF4-FFF2-40B4-BE49-F238E27FC236}">
                <a16:creationId xmlns:a16="http://schemas.microsoft.com/office/drawing/2014/main" id="{154BD3CA-8A3B-8798-DD3F-3016B6B81193}"/>
              </a:ext>
            </a:extLst>
          </p:cNvPr>
          <p:cNvSpPr/>
          <p:nvPr/>
        </p:nvSpPr>
        <p:spPr>
          <a:xfrm>
            <a:off x="3986784" y="2350008"/>
            <a:ext cx="1051560" cy="1325880"/>
          </a:xfrm>
          <a:prstGeom prst="roundRect">
            <a:avLst>
              <a:gd name="adj" fmla="val 8696"/>
            </a:avLst>
          </a:prstGeom>
          <a:solidFill>
            <a:schemeClr val="bg1">
              <a:lumMod val="85000"/>
            </a:schemeClr>
          </a:solidFill>
          <a:ln w="9525">
            <a:solidFill>
              <a:srgbClr val="B3A8FF"/>
            </a:solidFill>
            <a:prstDash val="dash"/>
          </a:ln>
        </p:spPr>
        <p:txBody>
          <a:bodyPr/>
          <a:lstStyle/>
          <a:p>
            <a:endParaRPr lang="en-IN"/>
          </a:p>
        </p:txBody>
      </p:sp>
      <p:pic>
        <p:nvPicPr>
          <p:cNvPr id="35" name="Image 1" descr="preencoded.png">
            <a:extLst>
              <a:ext uri="{FF2B5EF4-FFF2-40B4-BE49-F238E27FC236}">
                <a16:creationId xmlns:a16="http://schemas.microsoft.com/office/drawing/2014/main" id="{E6EE286B-2839-0CCF-47E0-A397F5BB0D58}"/>
              </a:ext>
            </a:extLst>
          </p:cNvPr>
          <p:cNvPicPr>
            <a:picLocks noChangeAspect="1"/>
          </p:cNvPicPr>
          <p:nvPr/>
        </p:nvPicPr>
        <p:blipFill>
          <a:blip r:embed="rId4">
            <a:biLevel thresh="50000"/>
          </a:blip>
          <a:stretch>
            <a:fillRect/>
          </a:stretch>
        </p:blipFill>
        <p:spPr>
          <a:xfrm>
            <a:off x="4320540" y="2702052"/>
            <a:ext cx="384048" cy="384048"/>
          </a:xfrm>
          <a:prstGeom prst="rect">
            <a:avLst/>
          </a:prstGeom>
        </p:spPr>
      </p:pic>
      <p:sp>
        <p:nvSpPr>
          <p:cNvPr id="36" name="Text 32">
            <a:extLst>
              <a:ext uri="{FF2B5EF4-FFF2-40B4-BE49-F238E27FC236}">
                <a16:creationId xmlns:a16="http://schemas.microsoft.com/office/drawing/2014/main" id="{ACAE70BB-8679-F032-0B82-BACE334D75F2}"/>
              </a:ext>
            </a:extLst>
          </p:cNvPr>
          <p:cNvSpPr txBox="1"/>
          <p:nvPr/>
        </p:nvSpPr>
        <p:spPr>
          <a:xfrm>
            <a:off x="4059936" y="3150108"/>
            <a:ext cx="905256" cy="384048"/>
          </a:xfrm>
          <a:prstGeom prst="rect">
            <a:avLst/>
          </a:prstGeom>
          <a:noFill/>
          <a:ln/>
        </p:spPr>
        <p:txBody>
          <a:bodyPr wrap="square" lIns="0" tIns="0" rIns="0" bIns="0" rtlCol="0" anchor="t"/>
          <a:lstStyle/>
          <a:p>
            <a:pPr marL="0" indent="0" algn="ctr">
              <a:buNone/>
            </a:pPr>
            <a:r>
              <a:rPr lang="en-US" sz="750" i="1" dirty="0">
                <a:solidFill>
                  <a:srgbClr val="5F6075"/>
                </a:solidFill>
                <a:latin typeface="Calibri" pitchFamily="34" charset="0"/>
                <a:ea typeface="Calibri" pitchFamily="34" charset="-122"/>
                <a:cs typeface="Calibri" pitchFamily="34" charset="-120"/>
              </a:rPr>
              <a:t>Headshot</a:t>
            </a:r>
            <a:endParaRPr lang="en-US" sz="750" dirty="0"/>
          </a:p>
        </p:txBody>
      </p:sp>
      <p:sp>
        <p:nvSpPr>
          <p:cNvPr id="37" name="Shape 33">
            <a:extLst>
              <a:ext uri="{FF2B5EF4-FFF2-40B4-BE49-F238E27FC236}">
                <a16:creationId xmlns:a16="http://schemas.microsoft.com/office/drawing/2014/main" id="{B7E03FCB-9A78-093E-EEBC-7F4DAD90BD8A}"/>
              </a:ext>
            </a:extLst>
          </p:cNvPr>
          <p:cNvSpPr/>
          <p:nvPr/>
        </p:nvSpPr>
        <p:spPr>
          <a:xfrm>
            <a:off x="4059936" y="3721608"/>
            <a:ext cx="633222" cy="182880"/>
          </a:xfrm>
          <a:prstGeom prst="roundRect">
            <a:avLst>
              <a:gd name="adj" fmla="val 50000"/>
            </a:avLst>
          </a:prstGeom>
          <a:solidFill>
            <a:srgbClr val="FDE9D3"/>
          </a:solidFill>
          <a:ln/>
        </p:spPr>
        <p:txBody>
          <a:bodyPr/>
          <a:lstStyle/>
          <a:p>
            <a:endParaRPr lang="en-IN"/>
          </a:p>
        </p:txBody>
      </p:sp>
      <p:sp>
        <p:nvSpPr>
          <p:cNvPr id="38" name="Text 34">
            <a:extLst>
              <a:ext uri="{FF2B5EF4-FFF2-40B4-BE49-F238E27FC236}">
                <a16:creationId xmlns:a16="http://schemas.microsoft.com/office/drawing/2014/main" id="{06C1DE1B-92F4-25E4-E690-CB52AF838AC8}"/>
              </a:ext>
            </a:extLst>
          </p:cNvPr>
          <p:cNvSpPr txBox="1"/>
          <p:nvPr/>
        </p:nvSpPr>
        <p:spPr>
          <a:xfrm>
            <a:off x="4059936" y="3721608"/>
            <a:ext cx="633222" cy="182880"/>
          </a:xfrm>
          <a:prstGeom prst="rect">
            <a:avLst/>
          </a:prstGeom>
          <a:noFill/>
          <a:ln/>
        </p:spPr>
        <p:txBody>
          <a:bodyPr wrap="square" lIns="0" tIns="0" rIns="0" bIns="0" rtlCol="0" anchor="ctr"/>
          <a:lstStyle/>
          <a:p>
            <a:pPr marL="0" indent="0" algn="ctr">
              <a:buNone/>
            </a:pPr>
            <a:r>
              <a:rPr lang="en-US" sz="700" b="1" dirty="0">
                <a:solidFill>
                  <a:srgbClr val="A0561C"/>
                </a:solidFill>
                <a:latin typeface="Calibri" pitchFamily="34" charset="0"/>
                <a:ea typeface="Calibri" pitchFamily="34" charset="-122"/>
                <a:cs typeface="Calibri" pitchFamily="34" charset="-120"/>
              </a:rPr>
              <a:t>Photo TBC</a:t>
            </a:r>
            <a:endParaRPr lang="en-US" sz="700" dirty="0"/>
          </a:p>
        </p:txBody>
      </p:sp>
      <p:sp>
        <p:nvSpPr>
          <p:cNvPr id="39" name="Shape 35">
            <a:extLst>
              <a:ext uri="{FF2B5EF4-FFF2-40B4-BE49-F238E27FC236}">
                <a16:creationId xmlns:a16="http://schemas.microsoft.com/office/drawing/2014/main" id="{B5814DD5-5DB8-64A0-1242-B86F5A740878}"/>
              </a:ext>
            </a:extLst>
          </p:cNvPr>
          <p:cNvSpPr/>
          <p:nvPr/>
        </p:nvSpPr>
        <p:spPr>
          <a:xfrm>
            <a:off x="5157216" y="2423160"/>
            <a:ext cx="1227125" cy="201168"/>
          </a:xfrm>
          <a:prstGeom prst="roundRect">
            <a:avLst>
              <a:gd name="adj" fmla="val 50000"/>
            </a:avLst>
          </a:prstGeom>
          <a:solidFill>
            <a:srgbClr val="ECEBFF"/>
          </a:solidFill>
          <a:ln/>
        </p:spPr>
        <p:txBody>
          <a:bodyPr/>
          <a:lstStyle/>
          <a:p>
            <a:endParaRPr lang="en-IN"/>
          </a:p>
        </p:txBody>
      </p:sp>
      <p:sp>
        <p:nvSpPr>
          <p:cNvPr id="40" name="Text 36">
            <a:extLst>
              <a:ext uri="{FF2B5EF4-FFF2-40B4-BE49-F238E27FC236}">
                <a16:creationId xmlns:a16="http://schemas.microsoft.com/office/drawing/2014/main" id="{11443BF6-6C0D-39D6-DE37-537AF8F4EF23}"/>
              </a:ext>
            </a:extLst>
          </p:cNvPr>
          <p:cNvSpPr txBox="1"/>
          <p:nvPr/>
        </p:nvSpPr>
        <p:spPr>
          <a:xfrm>
            <a:off x="5157216" y="2423160"/>
            <a:ext cx="1227125" cy="201168"/>
          </a:xfrm>
          <a:prstGeom prst="rect">
            <a:avLst/>
          </a:prstGeom>
          <a:noFill/>
          <a:ln/>
        </p:spPr>
        <p:txBody>
          <a:bodyPr wrap="square" lIns="0" tIns="0" rIns="0" bIns="0" rtlCol="0" anchor="ctr"/>
          <a:lstStyle/>
          <a:p>
            <a:pPr marL="0" indent="0" algn="ctr">
              <a:buNone/>
            </a:pPr>
            <a:r>
              <a:rPr lang="en-US" sz="600" b="1" dirty="0">
                <a:solidFill>
                  <a:srgbClr val="7B6CF6"/>
                </a:solidFill>
                <a:latin typeface="Calibri" pitchFamily="34" charset="0"/>
                <a:ea typeface="Calibri" pitchFamily="34" charset="-122"/>
                <a:cs typeface="Calibri" pitchFamily="34" charset="-120"/>
              </a:rPr>
              <a:t>CO-FOUNDER &amp; DIRECTOR</a:t>
            </a:r>
            <a:endParaRPr lang="en-US" sz="600" dirty="0"/>
          </a:p>
        </p:txBody>
      </p:sp>
      <p:sp>
        <p:nvSpPr>
          <p:cNvPr id="41" name="Text 37">
            <a:extLst>
              <a:ext uri="{FF2B5EF4-FFF2-40B4-BE49-F238E27FC236}">
                <a16:creationId xmlns:a16="http://schemas.microsoft.com/office/drawing/2014/main" id="{8A6C18F2-64A1-FE1A-4868-2894CFD8C76E}"/>
              </a:ext>
            </a:extLst>
          </p:cNvPr>
          <p:cNvSpPr txBox="1"/>
          <p:nvPr/>
        </p:nvSpPr>
        <p:spPr>
          <a:xfrm>
            <a:off x="5157216" y="2697480"/>
            <a:ext cx="1645920" cy="320040"/>
          </a:xfrm>
          <a:prstGeom prst="rect">
            <a:avLst/>
          </a:prstGeom>
          <a:noFill/>
          <a:ln/>
        </p:spPr>
        <p:txBody>
          <a:bodyPr wrap="square" lIns="0" tIns="0" rIns="0" bIns="0" rtlCol="0" anchor="t"/>
          <a:lstStyle/>
          <a:p>
            <a:pPr marL="0" indent="0">
              <a:buNone/>
            </a:pPr>
            <a:r>
              <a:rPr lang="en-US" sz="1300" b="1" dirty="0">
                <a:solidFill>
                  <a:srgbClr val="16161F"/>
                </a:solidFill>
                <a:latin typeface="Calibri" pitchFamily="34" charset="0"/>
                <a:ea typeface="Calibri" pitchFamily="34" charset="-122"/>
                <a:cs typeface="Calibri" pitchFamily="34" charset="-120"/>
              </a:rPr>
              <a:t>Member 2</a:t>
            </a:r>
            <a:endParaRPr lang="en-US" sz="1300" dirty="0"/>
          </a:p>
        </p:txBody>
      </p:sp>
      <p:sp>
        <p:nvSpPr>
          <p:cNvPr id="42" name="Text 38">
            <a:extLst>
              <a:ext uri="{FF2B5EF4-FFF2-40B4-BE49-F238E27FC236}">
                <a16:creationId xmlns:a16="http://schemas.microsoft.com/office/drawing/2014/main" id="{4E180953-E352-C225-4686-D0D1F76D589D}"/>
              </a:ext>
            </a:extLst>
          </p:cNvPr>
          <p:cNvSpPr txBox="1"/>
          <p:nvPr/>
        </p:nvSpPr>
        <p:spPr>
          <a:xfrm>
            <a:off x="4014216" y="4023360"/>
            <a:ext cx="2724912" cy="1325880"/>
          </a:xfrm>
          <a:prstGeom prst="rect">
            <a:avLst/>
          </a:prstGeom>
          <a:noFill/>
          <a:ln/>
        </p:spPr>
        <p:txBody>
          <a:bodyPr wrap="square" lIns="0" tIns="0" rIns="0" bIns="0" rtlCol="0" anchor="t"/>
          <a:lstStyle/>
          <a:p>
            <a:pPr>
              <a:buNone/>
            </a:pPr>
            <a:r>
              <a:rPr lang="en-IN" sz="800" dirty="0"/>
              <a:t>Lorem ipsum </a:t>
            </a:r>
            <a:r>
              <a:rPr lang="en-IN" sz="800" dirty="0" err="1"/>
              <a:t>dolor</a:t>
            </a:r>
            <a:r>
              <a:rPr lang="en-IN" sz="800" dirty="0"/>
              <a:t> sit </a:t>
            </a:r>
            <a:r>
              <a:rPr lang="en-IN" sz="800" dirty="0" err="1"/>
              <a:t>amet</a:t>
            </a:r>
            <a:r>
              <a:rPr lang="en-IN" sz="800" dirty="0"/>
              <a:t>, </a:t>
            </a:r>
            <a:r>
              <a:rPr lang="en-IN" sz="800" dirty="0" err="1"/>
              <a:t>consectetur</a:t>
            </a:r>
            <a:r>
              <a:rPr lang="en-IN" sz="800" dirty="0"/>
              <a:t> </a:t>
            </a:r>
            <a:r>
              <a:rPr lang="en-IN" sz="800" dirty="0" err="1"/>
              <a:t>adipiscing</a:t>
            </a:r>
            <a:r>
              <a:rPr lang="en-IN" sz="800" dirty="0"/>
              <a:t> </a:t>
            </a:r>
            <a:r>
              <a:rPr lang="en-IN" sz="800" dirty="0" err="1"/>
              <a:t>elit</a:t>
            </a:r>
            <a:r>
              <a:rPr lang="en-IN" sz="800" dirty="0"/>
              <a:t>. Sed do </a:t>
            </a:r>
            <a:r>
              <a:rPr lang="en-IN" sz="800" dirty="0" err="1"/>
              <a:t>eiusmod</a:t>
            </a:r>
            <a:r>
              <a:rPr lang="en-IN" sz="800" dirty="0"/>
              <a:t> </a:t>
            </a:r>
            <a:r>
              <a:rPr lang="en-IN" sz="800" dirty="0" err="1"/>
              <a:t>tempor</a:t>
            </a:r>
            <a:r>
              <a:rPr lang="en-IN" sz="800" dirty="0"/>
              <a:t> </a:t>
            </a:r>
            <a:r>
              <a:rPr lang="en-IN" sz="800" dirty="0" err="1"/>
              <a:t>incididunt</a:t>
            </a:r>
            <a:r>
              <a:rPr lang="en-IN" sz="800" dirty="0"/>
              <a:t> </a:t>
            </a:r>
            <a:r>
              <a:rPr lang="en-IN" sz="800" dirty="0" err="1"/>
              <a:t>ut</a:t>
            </a:r>
            <a:r>
              <a:rPr lang="en-IN" sz="800" dirty="0"/>
              <a:t> labore et dolore magna </a:t>
            </a:r>
            <a:r>
              <a:rPr lang="en-IN" sz="800" dirty="0" err="1"/>
              <a:t>aliqua</a:t>
            </a:r>
            <a:r>
              <a:rPr lang="en-IN" sz="800" dirty="0"/>
              <a:t>. Ut </a:t>
            </a:r>
            <a:r>
              <a:rPr lang="en-IN" sz="800" dirty="0" err="1"/>
              <a:t>enim</a:t>
            </a:r>
            <a:r>
              <a:rPr lang="en-IN" sz="800" dirty="0"/>
              <a:t> ad minim </a:t>
            </a:r>
            <a:r>
              <a:rPr lang="en-IN" sz="800" dirty="0" err="1"/>
              <a:t>veniam</a:t>
            </a:r>
            <a:r>
              <a:rPr lang="en-IN" sz="800" dirty="0"/>
              <a:t>, quis </a:t>
            </a:r>
            <a:r>
              <a:rPr lang="en-IN" sz="800" dirty="0" err="1"/>
              <a:t>nostrud</a:t>
            </a:r>
            <a:r>
              <a:rPr lang="en-IN" sz="800" dirty="0"/>
              <a:t> exercitation </a:t>
            </a:r>
            <a:r>
              <a:rPr lang="en-IN" sz="800" dirty="0" err="1"/>
              <a:t>ullamco</a:t>
            </a:r>
            <a:r>
              <a:rPr lang="en-IN" sz="800" dirty="0"/>
              <a:t> </a:t>
            </a:r>
            <a:r>
              <a:rPr lang="en-IN" sz="800" dirty="0" err="1"/>
              <a:t>laboris</a:t>
            </a:r>
            <a:r>
              <a:rPr lang="en-IN" sz="800" dirty="0"/>
              <a:t> nisi </a:t>
            </a:r>
            <a:r>
              <a:rPr lang="en-IN" sz="800" dirty="0" err="1"/>
              <a:t>ut</a:t>
            </a:r>
            <a:r>
              <a:rPr lang="en-IN" sz="800" dirty="0"/>
              <a:t> </a:t>
            </a:r>
            <a:r>
              <a:rPr lang="en-IN" sz="800" dirty="0" err="1"/>
              <a:t>aliquip</a:t>
            </a:r>
            <a:r>
              <a:rPr lang="en-IN" sz="800" dirty="0"/>
              <a:t> ex </a:t>
            </a:r>
            <a:r>
              <a:rPr lang="en-IN" sz="800" dirty="0" err="1"/>
              <a:t>ea</a:t>
            </a:r>
            <a:r>
              <a:rPr lang="en-IN" sz="800" dirty="0"/>
              <a:t> </a:t>
            </a:r>
            <a:r>
              <a:rPr lang="en-IN" sz="800" dirty="0" err="1"/>
              <a:t>commodo</a:t>
            </a:r>
            <a:r>
              <a:rPr lang="en-IN" sz="800" dirty="0"/>
              <a:t> </a:t>
            </a:r>
            <a:r>
              <a:rPr lang="en-IN" sz="800" dirty="0" err="1"/>
              <a:t>consequat</a:t>
            </a:r>
            <a:r>
              <a:rPr lang="en-IN" sz="800" dirty="0"/>
              <a:t>. Duis </a:t>
            </a:r>
            <a:r>
              <a:rPr lang="en-IN" sz="800" dirty="0" err="1"/>
              <a:t>aute</a:t>
            </a:r>
            <a:r>
              <a:rPr lang="en-IN" sz="800" dirty="0"/>
              <a:t> </a:t>
            </a:r>
            <a:r>
              <a:rPr lang="en-IN" sz="800" dirty="0" err="1"/>
              <a:t>irure</a:t>
            </a:r>
            <a:r>
              <a:rPr lang="en-IN" sz="800" dirty="0"/>
              <a:t> </a:t>
            </a:r>
            <a:r>
              <a:rPr lang="en-IN" sz="800" dirty="0" err="1"/>
              <a:t>dolor</a:t>
            </a:r>
            <a:r>
              <a:rPr lang="en-IN" sz="800" dirty="0"/>
              <a:t> in </a:t>
            </a:r>
            <a:r>
              <a:rPr lang="en-IN" sz="800" dirty="0" err="1"/>
              <a:t>reprehenderit</a:t>
            </a:r>
            <a:r>
              <a:rPr lang="en-IN" sz="800" dirty="0"/>
              <a:t> in </a:t>
            </a:r>
            <a:r>
              <a:rPr lang="en-IN" sz="800" dirty="0" err="1"/>
              <a:t>voluptate</a:t>
            </a:r>
            <a:r>
              <a:rPr lang="en-IN" sz="800" dirty="0"/>
              <a:t> </a:t>
            </a:r>
            <a:r>
              <a:rPr lang="en-IN" sz="800" dirty="0" err="1"/>
              <a:t>velit</a:t>
            </a:r>
            <a:r>
              <a:rPr lang="en-IN" sz="800" dirty="0"/>
              <a:t> esse </a:t>
            </a:r>
            <a:r>
              <a:rPr lang="en-IN" sz="800" dirty="0" err="1"/>
              <a:t>cillum</a:t>
            </a:r>
            <a:r>
              <a:rPr lang="en-IN" sz="800" dirty="0"/>
              <a:t> dolore </a:t>
            </a:r>
            <a:r>
              <a:rPr lang="en-IN" sz="800" dirty="0" err="1"/>
              <a:t>eu</a:t>
            </a:r>
            <a:r>
              <a:rPr lang="en-IN" sz="800" dirty="0"/>
              <a:t> </a:t>
            </a:r>
            <a:r>
              <a:rPr lang="en-IN" sz="800" dirty="0" err="1"/>
              <a:t>fugiat</a:t>
            </a:r>
            <a:r>
              <a:rPr lang="en-IN" sz="800" dirty="0"/>
              <a:t> </a:t>
            </a:r>
            <a:r>
              <a:rPr lang="en-IN" sz="800" dirty="0" err="1"/>
              <a:t>nulla</a:t>
            </a:r>
            <a:r>
              <a:rPr lang="en-IN" sz="800" dirty="0"/>
              <a:t> </a:t>
            </a:r>
            <a:r>
              <a:rPr lang="en-IN" sz="800" dirty="0" err="1"/>
              <a:t>pariatur</a:t>
            </a:r>
            <a:r>
              <a:rPr lang="en-IN" sz="800" dirty="0"/>
              <a:t>.</a:t>
            </a:r>
          </a:p>
        </p:txBody>
      </p:sp>
      <p:sp>
        <p:nvSpPr>
          <p:cNvPr id="43" name="Text 39">
            <a:extLst>
              <a:ext uri="{FF2B5EF4-FFF2-40B4-BE49-F238E27FC236}">
                <a16:creationId xmlns:a16="http://schemas.microsoft.com/office/drawing/2014/main" id="{E14B2A88-D24F-518F-FBF9-CABC4DEA86DE}"/>
              </a:ext>
            </a:extLst>
          </p:cNvPr>
          <p:cNvSpPr txBox="1"/>
          <p:nvPr/>
        </p:nvSpPr>
        <p:spPr>
          <a:xfrm>
            <a:off x="4014216" y="5349240"/>
            <a:ext cx="1371600" cy="182880"/>
          </a:xfrm>
          <a:prstGeom prst="rect">
            <a:avLst/>
          </a:prstGeom>
          <a:noFill/>
          <a:ln/>
        </p:spPr>
        <p:txBody>
          <a:bodyPr wrap="square" lIns="0" tIns="0" rIns="0" bIns="0" rtlCol="0" anchor="t"/>
          <a:lstStyle/>
          <a:p>
            <a:pPr marL="0" indent="0">
              <a:buNone/>
            </a:pPr>
            <a:r>
              <a:rPr lang="en-US" sz="750" b="1" dirty="0">
                <a:solidFill>
                  <a:srgbClr val="7B6CF6"/>
                </a:solidFill>
                <a:latin typeface="Calibri" pitchFamily="34" charset="0"/>
                <a:ea typeface="Calibri" pitchFamily="34" charset="-122"/>
                <a:cs typeface="Calibri" pitchFamily="34" charset="-120"/>
              </a:rPr>
              <a:t>Read full bio ▾</a:t>
            </a:r>
            <a:endParaRPr lang="en-US" sz="750" dirty="0"/>
          </a:p>
        </p:txBody>
      </p:sp>
      <p:sp>
        <p:nvSpPr>
          <p:cNvPr id="44" name="Text 40">
            <a:extLst>
              <a:ext uri="{FF2B5EF4-FFF2-40B4-BE49-F238E27FC236}">
                <a16:creationId xmlns:a16="http://schemas.microsoft.com/office/drawing/2014/main" id="{810B2765-85F9-4925-8EDD-42F11E25E52B}"/>
              </a:ext>
            </a:extLst>
          </p:cNvPr>
          <p:cNvSpPr txBox="1"/>
          <p:nvPr/>
        </p:nvSpPr>
        <p:spPr>
          <a:xfrm>
            <a:off x="4791456" y="5303520"/>
            <a:ext cx="137160" cy="137160"/>
          </a:xfrm>
          <a:prstGeom prst="rect">
            <a:avLst/>
          </a:prstGeom>
          <a:noFill/>
          <a:ln/>
        </p:spPr>
        <p:txBody>
          <a:bodyPr wrap="square" lIns="0" tIns="0" rIns="0" bIns="0" rtlCol="0" anchor="t"/>
          <a:lstStyle/>
          <a:p>
            <a:pPr marL="0" indent="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45" name="Shape 41">
            <a:extLst>
              <a:ext uri="{FF2B5EF4-FFF2-40B4-BE49-F238E27FC236}">
                <a16:creationId xmlns:a16="http://schemas.microsoft.com/office/drawing/2014/main" id="{76C5B1E3-0346-021E-4D1B-2C9319C440C7}"/>
              </a:ext>
            </a:extLst>
          </p:cNvPr>
          <p:cNvSpPr/>
          <p:nvPr/>
        </p:nvSpPr>
        <p:spPr>
          <a:xfrm>
            <a:off x="4014216" y="5623560"/>
            <a:ext cx="2724912" cy="0"/>
          </a:xfrm>
          <a:prstGeom prst="line">
            <a:avLst/>
          </a:prstGeom>
          <a:noFill/>
          <a:ln w="12700">
            <a:solidFill>
              <a:srgbClr val="E4E3EF"/>
            </a:solidFill>
            <a:prstDash val="solid"/>
          </a:ln>
        </p:spPr>
        <p:txBody>
          <a:bodyPr/>
          <a:lstStyle/>
          <a:p>
            <a:endParaRPr lang="en-IN"/>
          </a:p>
        </p:txBody>
      </p:sp>
      <p:sp>
        <p:nvSpPr>
          <p:cNvPr id="46" name="Text 42">
            <a:extLst>
              <a:ext uri="{FF2B5EF4-FFF2-40B4-BE49-F238E27FC236}">
                <a16:creationId xmlns:a16="http://schemas.microsoft.com/office/drawing/2014/main" id="{71A360DF-FD10-5B16-FA0F-0FACADB02FE1}"/>
              </a:ext>
            </a:extLst>
          </p:cNvPr>
          <p:cNvSpPr txBox="1"/>
          <p:nvPr/>
        </p:nvSpPr>
        <p:spPr>
          <a:xfrm>
            <a:off x="4014216" y="5696712"/>
            <a:ext cx="914400" cy="164592"/>
          </a:xfrm>
          <a:prstGeom prst="rect">
            <a:avLst/>
          </a:prstGeom>
          <a:noFill/>
          <a:ln/>
        </p:spPr>
        <p:txBody>
          <a:bodyPr wrap="square" lIns="0" tIns="0" rIns="0" bIns="0" rtlCol="0" anchor="t"/>
          <a:lstStyle/>
          <a:p>
            <a:pPr marL="0" indent="0">
              <a:buNone/>
            </a:pPr>
            <a:r>
              <a:rPr lang="en-US" sz="700" dirty="0">
                <a:solidFill>
                  <a:srgbClr val="8B8BA3"/>
                </a:solidFill>
                <a:latin typeface="Calibri" pitchFamily="34" charset="0"/>
                <a:ea typeface="Calibri" pitchFamily="34" charset="-122"/>
                <a:cs typeface="Calibri" pitchFamily="34" charset="-120"/>
              </a:rPr>
              <a:t>Experience</a:t>
            </a:r>
            <a:endParaRPr lang="en-US" sz="700" dirty="0"/>
          </a:p>
        </p:txBody>
      </p:sp>
      <p:sp>
        <p:nvSpPr>
          <p:cNvPr id="47" name="Shape 43">
            <a:extLst>
              <a:ext uri="{FF2B5EF4-FFF2-40B4-BE49-F238E27FC236}">
                <a16:creationId xmlns:a16="http://schemas.microsoft.com/office/drawing/2014/main" id="{C110C395-DC13-84C0-BBC6-2A437534671E}"/>
              </a:ext>
            </a:extLst>
          </p:cNvPr>
          <p:cNvSpPr/>
          <p:nvPr/>
        </p:nvSpPr>
        <p:spPr>
          <a:xfrm>
            <a:off x="4014216" y="5870448"/>
            <a:ext cx="633222" cy="182880"/>
          </a:xfrm>
          <a:prstGeom prst="roundRect">
            <a:avLst>
              <a:gd name="adj" fmla="val 50000"/>
            </a:avLst>
          </a:prstGeom>
          <a:solidFill>
            <a:srgbClr val="FDE9D3"/>
          </a:solidFill>
          <a:ln/>
        </p:spPr>
        <p:txBody>
          <a:bodyPr/>
          <a:lstStyle/>
          <a:p>
            <a:endParaRPr lang="en-IN"/>
          </a:p>
        </p:txBody>
      </p:sp>
      <p:sp>
        <p:nvSpPr>
          <p:cNvPr id="48" name="Text 44">
            <a:extLst>
              <a:ext uri="{FF2B5EF4-FFF2-40B4-BE49-F238E27FC236}">
                <a16:creationId xmlns:a16="http://schemas.microsoft.com/office/drawing/2014/main" id="{E5BDDF5C-F80D-9F46-2BBE-18A73309B3B5}"/>
              </a:ext>
            </a:extLst>
          </p:cNvPr>
          <p:cNvSpPr txBox="1"/>
          <p:nvPr/>
        </p:nvSpPr>
        <p:spPr>
          <a:xfrm>
            <a:off x="4014216" y="5870448"/>
            <a:ext cx="633222" cy="182880"/>
          </a:xfrm>
          <a:prstGeom prst="rect">
            <a:avLst/>
          </a:prstGeom>
          <a:noFill/>
          <a:ln/>
        </p:spPr>
        <p:txBody>
          <a:bodyPr wrap="square" lIns="0" tIns="0" rIns="0" bIns="0" rtlCol="0" anchor="ctr"/>
          <a:lstStyle/>
          <a:p>
            <a:pPr marL="0" indent="0" algn="ctr">
              <a:buNone/>
            </a:pPr>
            <a:r>
              <a:rPr lang="en-US" sz="700" b="1" dirty="0">
                <a:solidFill>
                  <a:srgbClr val="A0561C"/>
                </a:solidFill>
                <a:latin typeface="Calibri" pitchFamily="34" charset="0"/>
                <a:ea typeface="Calibri" pitchFamily="34" charset="-122"/>
                <a:cs typeface="Calibri" pitchFamily="34" charset="-120"/>
              </a:rPr>
              <a:t>Years TBC</a:t>
            </a:r>
            <a:endParaRPr lang="en-US" sz="700" dirty="0"/>
          </a:p>
        </p:txBody>
      </p:sp>
      <p:sp>
        <p:nvSpPr>
          <p:cNvPr id="49" name="Shape 45">
            <a:extLst>
              <a:ext uri="{FF2B5EF4-FFF2-40B4-BE49-F238E27FC236}">
                <a16:creationId xmlns:a16="http://schemas.microsoft.com/office/drawing/2014/main" id="{4F74D5A8-5D1D-13EC-327C-0588727E40EE}"/>
              </a:ext>
            </a:extLst>
          </p:cNvPr>
          <p:cNvSpPr/>
          <p:nvPr/>
        </p:nvSpPr>
        <p:spPr>
          <a:xfrm>
            <a:off x="6190488" y="5733288"/>
            <a:ext cx="246888" cy="246888"/>
          </a:xfrm>
          <a:prstGeom prst="ellipse">
            <a:avLst/>
          </a:prstGeom>
          <a:solidFill>
            <a:srgbClr val="F3F2FA"/>
          </a:solidFill>
          <a:ln/>
        </p:spPr>
        <p:txBody>
          <a:bodyPr/>
          <a:lstStyle/>
          <a:p>
            <a:endParaRPr lang="en-IN"/>
          </a:p>
        </p:txBody>
      </p:sp>
      <p:sp>
        <p:nvSpPr>
          <p:cNvPr id="50" name="Text 46">
            <a:extLst>
              <a:ext uri="{FF2B5EF4-FFF2-40B4-BE49-F238E27FC236}">
                <a16:creationId xmlns:a16="http://schemas.microsoft.com/office/drawing/2014/main" id="{43D6817E-641F-93EF-3513-3EA7654861C6}"/>
              </a:ext>
            </a:extLst>
          </p:cNvPr>
          <p:cNvSpPr txBox="1"/>
          <p:nvPr/>
        </p:nvSpPr>
        <p:spPr>
          <a:xfrm>
            <a:off x="6190488" y="5733288"/>
            <a:ext cx="246888" cy="246888"/>
          </a:xfrm>
          <a:prstGeom prst="rect">
            <a:avLst/>
          </a:prstGeom>
          <a:noFill/>
          <a:ln/>
        </p:spPr>
        <p:txBody>
          <a:bodyPr wrap="square" lIns="0" tIns="0" rIns="0" bIns="0" rtlCol="0" anchor="ctr"/>
          <a:lstStyle/>
          <a:p>
            <a:pPr marL="0" indent="0" algn="ctr">
              <a:buNone/>
            </a:pPr>
            <a:r>
              <a:rPr lang="en-US" sz="800" b="1" dirty="0">
                <a:solidFill>
                  <a:srgbClr val="16161F"/>
                </a:solidFill>
                <a:latin typeface="Calibri" pitchFamily="34" charset="0"/>
                <a:ea typeface="Calibri" pitchFamily="34" charset="-122"/>
                <a:cs typeface="Calibri" pitchFamily="34" charset="-120"/>
              </a:rPr>
              <a:t>in</a:t>
            </a:r>
            <a:endParaRPr lang="en-US" sz="800" dirty="0"/>
          </a:p>
        </p:txBody>
      </p:sp>
      <p:sp>
        <p:nvSpPr>
          <p:cNvPr id="51" name="Shape 47">
            <a:extLst>
              <a:ext uri="{FF2B5EF4-FFF2-40B4-BE49-F238E27FC236}">
                <a16:creationId xmlns:a16="http://schemas.microsoft.com/office/drawing/2014/main" id="{FDA25FCD-91E6-9FD4-C592-E2483A249EBB}"/>
              </a:ext>
            </a:extLst>
          </p:cNvPr>
          <p:cNvSpPr/>
          <p:nvPr/>
        </p:nvSpPr>
        <p:spPr>
          <a:xfrm>
            <a:off x="6492240" y="5733288"/>
            <a:ext cx="246888" cy="246888"/>
          </a:xfrm>
          <a:prstGeom prst="ellipse">
            <a:avLst/>
          </a:prstGeom>
          <a:solidFill>
            <a:srgbClr val="F3F2FA"/>
          </a:solidFill>
          <a:ln/>
        </p:spPr>
        <p:txBody>
          <a:bodyPr/>
          <a:lstStyle/>
          <a:p>
            <a:endParaRPr lang="en-IN"/>
          </a:p>
        </p:txBody>
      </p:sp>
      <p:sp>
        <p:nvSpPr>
          <p:cNvPr id="52" name="Text 48">
            <a:extLst>
              <a:ext uri="{FF2B5EF4-FFF2-40B4-BE49-F238E27FC236}">
                <a16:creationId xmlns:a16="http://schemas.microsoft.com/office/drawing/2014/main" id="{2F948767-F43F-D9C7-09AD-4FDBF7395FB8}"/>
              </a:ext>
            </a:extLst>
          </p:cNvPr>
          <p:cNvSpPr txBox="1"/>
          <p:nvPr/>
        </p:nvSpPr>
        <p:spPr>
          <a:xfrm>
            <a:off x="6492240" y="5733288"/>
            <a:ext cx="246888" cy="246888"/>
          </a:xfrm>
          <a:prstGeom prst="rect">
            <a:avLst/>
          </a:prstGeom>
          <a:noFill/>
          <a:ln/>
        </p:spPr>
        <p:txBody>
          <a:bodyPr wrap="square" lIns="0" tIns="0" rIns="0" bIns="0" rtlCol="0" anchor="ctr"/>
          <a:lstStyle/>
          <a:p>
            <a:pPr marL="0" indent="0" algn="ctr">
              <a:buNone/>
            </a:pPr>
            <a:r>
              <a:rPr lang="en-US" sz="800" b="1" dirty="0">
                <a:solidFill>
                  <a:srgbClr val="16161F"/>
                </a:solidFill>
                <a:latin typeface="Calibri" pitchFamily="34" charset="0"/>
                <a:ea typeface="Calibri" pitchFamily="34" charset="-122"/>
                <a:cs typeface="Calibri" pitchFamily="34" charset="-120"/>
              </a:rPr>
              <a:t>@</a:t>
            </a:r>
            <a:endParaRPr lang="en-US" sz="800" dirty="0"/>
          </a:p>
        </p:txBody>
      </p:sp>
      <p:sp>
        <p:nvSpPr>
          <p:cNvPr id="56" name="Shape 51">
            <a:extLst>
              <a:ext uri="{FF2B5EF4-FFF2-40B4-BE49-F238E27FC236}">
                <a16:creationId xmlns:a16="http://schemas.microsoft.com/office/drawing/2014/main" id="{EEBF959A-60C0-14C8-3DB9-737CEDEB5346}"/>
              </a:ext>
            </a:extLst>
          </p:cNvPr>
          <p:cNvSpPr/>
          <p:nvPr/>
        </p:nvSpPr>
        <p:spPr>
          <a:xfrm>
            <a:off x="7360920" y="1762128"/>
            <a:ext cx="274320" cy="274320"/>
          </a:xfrm>
          <a:prstGeom prst="ellipse">
            <a:avLst/>
          </a:prstGeom>
          <a:solidFill>
            <a:srgbClr val="ECEBFF"/>
          </a:solidFill>
          <a:ln/>
        </p:spPr>
        <p:txBody>
          <a:bodyPr/>
          <a:lstStyle/>
          <a:p>
            <a:endParaRPr lang="en-IN"/>
          </a:p>
        </p:txBody>
      </p:sp>
      <p:pic>
        <p:nvPicPr>
          <p:cNvPr id="57" name="Image 3" descr="preencoded.png">
            <a:extLst>
              <a:ext uri="{FF2B5EF4-FFF2-40B4-BE49-F238E27FC236}">
                <a16:creationId xmlns:a16="http://schemas.microsoft.com/office/drawing/2014/main" id="{3A08AD4D-5361-9633-FB68-A83884DB2914}"/>
              </a:ext>
            </a:extLst>
          </p:cNvPr>
          <p:cNvPicPr>
            <a:picLocks noChangeAspect="1"/>
          </p:cNvPicPr>
          <p:nvPr/>
        </p:nvPicPr>
        <p:blipFill>
          <a:blip r:embed="rId5"/>
          <a:stretch>
            <a:fillRect/>
          </a:stretch>
        </p:blipFill>
        <p:spPr>
          <a:xfrm>
            <a:off x="7429500" y="1830708"/>
            <a:ext cx="137160" cy="137160"/>
          </a:xfrm>
          <a:prstGeom prst="rect">
            <a:avLst/>
          </a:prstGeom>
        </p:spPr>
      </p:pic>
      <p:sp>
        <p:nvSpPr>
          <p:cNvPr id="58" name="Text 52">
            <a:extLst>
              <a:ext uri="{FF2B5EF4-FFF2-40B4-BE49-F238E27FC236}">
                <a16:creationId xmlns:a16="http://schemas.microsoft.com/office/drawing/2014/main" id="{E7EE1BB6-472F-479E-831C-27E725C52C3E}"/>
              </a:ext>
            </a:extLst>
          </p:cNvPr>
          <p:cNvSpPr txBox="1"/>
          <p:nvPr/>
        </p:nvSpPr>
        <p:spPr>
          <a:xfrm>
            <a:off x="7726680" y="1780416"/>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59" name="Text 53">
            <a:extLst>
              <a:ext uri="{FF2B5EF4-FFF2-40B4-BE49-F238E27FC236}">
                <a16:creationId xmlns:a16="http://schemas.microsoft.com/office/drawing/2014/main" id="{EC601427-7D06-8599-3600-2F67CDF05A2E}"/>
              </a:ext>
            </a:extLst>
          </p:cNvPr>
          <p:cNvSpPr txBox="1"/>
          <p:nvPr/>
        </p:nvSpPr>
        <p:spPr>
          <a:xfrm>
            <a:off x="7726680" y="2054736"/>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Two founder cards side by side (sample format)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Photo, role pill, name, bio, footer row with experience + social</a:t>
            </a:r>
            <a:endParaRPr lang="en-US" sz="1100" dirty="0"/>
          </a:p>
        </p:txBody>
      </p:sp>
      <p:sp>
        <p:nvSpPr>
          <p:cNvPr id="60" name="Shape 54">
            <a:extLst>
              <a:ext uri="{FF2B5EF4-FFF2-40B4-BE49-F238E27FC236}">
                <a16:creationId xmlns:a16="http://schemas.microsoft.com/office/drawing/2014/main" id="{CCBFBA14-14C8-B1BA-C2DE-1256C81D4E79}"/>
              </a:ext>
            </a:extLst>
          </p:cNvPr>
          <p:cNvSpPr/>
          <p:nvPr/>
        </p:nvSpPr>
        <p:spPr>
          <a:xfrm>
            <a:off x="7360920" y="2708532"/>
            <a:ext cx="274320" cy="274320"/>
          </a:xfrm>
          <a:prstGeom prst="ellipse">
            <a:avLst/>
          </a:prstGeom>
          <a:solidFill>
            <a:srgbClr val="ECEBFF"/>
          </a:solidFill>
          <a:ln/>
        </p:spPr>
        <p:txBody>
          <a:bodyPr/>
          <a:lstStyle/>
          <a:p>
            <a:endParaRPr lang="en-IN"/>
          </a:p>
        </p:txBody>
      </p:sp>
      <p:pic>
        <p:nvPicPr>
          <p:cNvPr id="61" name="Image 4" descr="preencoded.png">
            <a:extLst>
              <a:ext uri="{FF2B5EF4-FFF2-40B4-BE49-F238E27FC236}">
                <a16:creationId xmlns:a16="http://schemas.microsoft.com/office/drawing/2014/main" id="{9D923A1D-7B2B-F181-04B3-B2179332BE7B}"/>
              </a:ext>
            </a:extLst>
          </p:cNvPr>
          <p:cNvPicPr>
            <a:picLocks noChangeAspect="1"/>
          </p:cNvPicPr>
          <p:nvPr/>
        </p:nvPicPr>
        <p:blipFill>
          <a:blip r:embed="rId6"/>
          <a:stretch>
            <a:fillRect/>
          </a:stretch>
        </p:blipFill>
        <p:spPr>
          <a:xfrm>
            <a:off x="7429500" y="2777112"/>
            <a:ext cx="137160" cy="137160"/>
          </a:xfrm>
          <a:prstGeom prst="rect">
            <a:avLst/>
          </a:prstGeom>
        </p:spPr>
      </p:pic>
      <p:sp>
        <p:nvSpPr>
          <p:cNvPr id="62" name="Text 55">
            <a:extLst>
              <a:ext uri="{FF2B5EF4-FFF2-40B4-BE49-F238E27FC236}">
                <a16:creationId xmlns:a16="http://schemas.microsoft.com/office/drawing/2014/main" id="{33620463-40E6-7859-16D9-7A4512483E9B}"/>
              </a:ext>
            </a:extLst>
          </p:cNvPr>
          <p:cNvSpPr txBox="1"/>
          <p:nvPr/>
        </p:nvSpPr>
        <p:spPr>
          <a:xfrm>
            <a:off x="7726680" y="2726820"/>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Content</a:t>
            </a:r>
            <a:endParaRPr lang="en-US" sz="1200" dirty="0"/>
          </a:p>
        </p:txBody>
      </p:sp>
      <p:sp>
        <p:nvSpPr>
          <p:cNvPr id="63" name="Text 56">
            <a:extLst>
              <a:ext uri="{FF2B5EF4-FFF2-40B4-BE49-F238E27FC236}">
                <a16:creationId xmlns:a16="http://schemas.microsoft.com/office/drawing/2014/main" id="{ED1D8770-2E8D-E571-37C9-AE1319CB3508}"/>
              </a:ext>
            </a:extLst>
          </p:cNvPr>
          <p:cNvSpPr txBox="1"/>
          <p:nvPr/>
        </p:nvSpPr>
        <p:spPr>
          <a:xfrm>
            <a:off x="7726680" y="3001140"/>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Names, titles and full 3-paragraph bios verbatim (item 5)</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First paragraph visible; 'Read full bio' ✱ expands the rest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Sample quotes removed — add only if founders supply one</a:t>
            </a:r>
            <a:endParaRPr lang="en-US" sz="1100" dirty="0"/>
          </a:p>
        </p:txBody>
      </p:sp>
      <p:sp>
        <p:nvSpPr>
          <p:cNvPr id="64" name="Shape 57">
            <a:extLst>
              <a:ext uri="{FF2B5EF4-FFF2-40B4-BE49-F238E27FC236}">
                <a16:creationId xmlns:a16="http://schemas.microsoft.com/office/drawing/2014/main" id="{743D8F69-799D-4E1E-4ED1-30B076D1DF7E}"/>
              </a:ext>
            </a:extLst>
          </p:cNvPr>
          <p:cNvSpPr/>
          <p:nvPr/>
        </p:nvSpPr>
        <p:spPr>
          <a:xfrm>
            <a:off x="7360920" y="3654936"/>
            <a:ext cx="274320" cy="274320"/>
          </a:xfrm>
          <a:prstGeom prst="ellipse">
            <a:avLst/>
          </a:prstGeom>
          <a:solidFill>
            <a:srgbClr val="ECEBFF"/>
          </a:solidFill>
          <a:ln/>
        </p:spPr>
        <p:txBody>
          <a:bodyPr/>
          <a:lstStyle/>
          <a:p>
            <a:endParaRPr lang="en-IN"/>
          </a:p>
        </p:txBody>
      </p:sp>
      <p:pic>
        <p:nvPicPr>
          <p:cNvPr id="65" name="Image 5" descr="preencoded.png">
            <a:extLst>
              <a:ext uri="{FF2B5EF4-FFF2-40B4-BE49-F238E27FC236}">
                <a16:creationId xmlns:a16="http://schemas.microsoft.com/office/drawing/2014/main" id="{AA02D4D4-3E98-A258-5E24-A51EBE9689A6}"/>
              </a:ext>
            </a:extLst>
          </p:cNvPr>
          <p:cNvPicPr>
            <a:picLocks noChangeAspect="1"/>
          </p:cNvPicPr>
          <p:nvPr/>
        </p:nvPicPr>
        <p:blipFill>
          <a:blip r:embed="rId7"/>
          <a:stretch>
            <a:fillRect/>
          </a:stretch>
        </p:blipFill>
        <p:spPr>
          <a:xfrm>
            <a:off x="7429500" y="3723516"/>
            <a:ext cx="137160" cy="137160"/>
          </a:xfrm>
          <a:prstGeom prst="rect">
            <a:avLst/>
          </a:prstGeom>
        </p:spPr>
      </p:pic>
      <p:sp>
        <p:nvSpPr>
          <p:cNvPr id="66" name="Text 58">
            <a:extLst>
              <a:ext uri="{FF2B5EF4-FFF2-40B4-BE49-F238E27FC236}">
                <a16:creationId xmlns:a16="http://schemas.microsoft.com/office/drawing/2014/main" id="{1B1C7BD3-B5B8-05EA-FE1E-EA7CCC00AC72}"/>
              </a:ext>
            </a:extLst>
          </p:cNvPr>
          <p:cNvSpPr txBox="1"/>
          <p:nvPr/>
        </p:nvSpPr>
        <p:spPr>
          <a:xfrm>
            <a:off x="7726680" y="3673224"/>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67" name="Text 59">
            <a:extLst>
              <a:ext uri="{FF2B5EF4-FFF2-40B4-BE49-F238E27FC236}">
                <a16:creationId xmlns:a16="http://schemas.microsoft.com/office/drawing/2014/main" id="{A214CF5F-A78D-921C-126E-50F905F1BA2B}"/>
              </a:ext>
            </a:extLst>
          </p:cNvPr>
          <p:cNvSpPr txBox="1"/>
          <p:nvPr/>
        </p:nvSpPr>
        <p:spPr>
          <a:xfrm>
            <a:off x="7726680" y="3947544"/>
            <a:ext cx="3931920" cy="205740"/>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Professional headshots on purple gradient backgrounds (TBC)</a:t>
            </a:r>
            <a:endParaRPr lang="en-US" sz="1100" dirty="0"/>
          </a:p>
        </p:txBody>
      </p:sp>
      <p:sp>
        <p:nvSpPr>
          <p:cNvPr id="68" name="Shape 60">
            <a:extLst>
              <a:ext uri="{FF2B5EF4-FFF2-40B4-BE49-F238E27FC236}">
                <a16:creationId xmlns:a16="http://schemas.microsoft.com/office/drawing/2014/main" id="{86CD522D-8E84-5B7A-AC63-843E350B10AF}"/>
              </a:ext>
            </a:extLst>
          </p:cNvPr>
          <p:cNvSpPr/>
          <p:nvPr/>
        </p:nvSpPr>
        <p:spPr>
          <a:xfrm>
            <a:off x="7360920" y="4263012"/>
            <a:ext cx="274320" cy="274320"/>
          </a:xfrm>
          <a:prstGeom prst="ellipse">
            <a:avLst/>
          </a:prstGeom>
          <a:solidFill>
            <a:srgbClr val="ECEBFF"/>
          </a:solidFill>
          <a:ln/>
        </p:spPr>
        <p:txBody>
          <a:bodyPr/>
          <a:lstStyle/>
          <a:p>
            <a:endParaRPr lang="en-IN"/>
          </a:p>
        </p:txBody>
      </p:sp>
      <p:pic>
        <p:nvPicPr>
          <p:cNvPr id="69" name="Image 6" descr="preencoded.png">
            <a:extLst>
              <a:ext uri="{FF2B5EF4-FFF2-40B4-BE49-F238E27FC236}">
                <a16:creationId xmlns:a16="http://schemas.microsoft.com/office/drawing/2014/main" id="{205AEEDC-C714-F9EF-963B-8D0BB563DA9B}"/>
              </a:ext>
            </a:extLst>
          </p:cNvPr>
          <p:cNvPicPr>
            <a:picLocks noChangeAspect="1"/>
          </p:cNvPicPr>
          <p:nvPr/>
        </p:nvPicPr>
        <p:blipFill>
          <a:blip r:embed="rId8"/>
          <a:stretch>
            <a:fillRect/>
          </a:stretch>
        </p:blipFill>
        <p:spPr>
          <a:xfrm>
            <a:off x="7429500" y="4331592"/>
            <a:ext cx="137160" cy="137160"/>
          </a:xfrm>
          <a:prstGeom prst="rect">
            <a:avLst/>
          </a:prstGeom>
        </p:spPr>
      </p:pic>
      <p:sp>
        <p:nvSpPr>
          <p:cNvPr id="70" name="Text 61">
            <a:extLst>
              <a:ext uri="{FF2B5EF4-FFF2-40B4-BE49-F238E27FC236}">
                <a16:creationId xmlns:a16="http://schemas.microsoft.com/office/drawing/2014/main" id="{CBC56934-F692-51CF-65D8-11FEABDA2F4E}"/>
              </a:ext>
            </a:extLst>
          </p:cNvPr>
          <p:cNvSpPr txBox="1"/>
          <p:nvPr/>
        </p:nvSpPr>
        <p:spPr>
          <a:xfrm>
            <a:off x="7726680" y="4281300"/>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71" name="Text 62">
            <a:extLst>
              <a:ext uri="{FF2B5EF4-FFF2-40B4-BE49-F238E27FC236}">
                <a16:creationId xmlns:a16="http://schemas.microsoft.com/office/drawing/2014/main" id="{3E265F74-2774-4806-5BC7-AFB8699B7001}"/>
              </a:ext>
            </a:extLst>
          </p:cNvPr>
          <p:cNvSpPr txBox="1"/>
          <p:nvPr/>
        </p:nvSpPr>
        <p:spPr>
          <a:xfrm>
            <a:off x="7726680" y="4555620"/>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Expand/collapse bio; LinkedIn icon opens profile in new tab</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Personal LinkedIn URLs / emails and years of experience TBC</a:t>
            </a:r>
            <a:endParaRPr lang="en-US" sz="1100" dirty="0"/>
          </a:p>
        </p:txBody>
      </p:sp>
    </p:spTree>
    <p:extLst>
      <p:ext uri="{BB962C8B-B14F-4D97-AF65-F5344CB8AC3E}">
        <p14:creationId xmlns:p14="http://schemas.microsoft.com/office/powerpoint/2010/main" val="155614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670F761-0AD4-86E3-2168-30E27C64748E}"/>
              </a:ext>
            </a:extLst>
          </p:cNvPr>
          <p:cNvSpPr txBox="1">
            <a:spLocks/>
          </p:cNvSpPr>
          <p:nvPr/>
        </p:nvSpPr>
        <p:spPr>
          <a:xfrm>
            <a:off x="548640" y="457200"/>
            <a:ext cx="11064240" cy="594360"/>
          </a:xfrm>
          <a:prstGeom prst="rect">
            <a:avLst/>
          </a:prstGeom>
          <a:noFill/>
          <a:ln/>
        </p:spPr>
        <p:txBody>
          <a:bodyPr wrap="square" lIns="0" tIns="0" rIns="0" bIns="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a:solidFill>
                  <a:srgbClr val="16161F"/>
                </a:solidFill>
                <a:latin typeface="Calibri" pitchFamily="34" charset="0"/>
                <a:ea typeface="Calibri" pitchFamily="34" charset="-122"/>
                <a:cs typeface="Calibri" pitchFamily="34" charset="-120"/>
              </a:rPr>
              <a:t>Our Services (bento grid)</a:t>
            </a:r>
            <a:endParaRPr lang="en-US" sz="2800" dirty="0"/>
          </a:p>
        </p:txBody>
      </p:sp>
      <p:sp>
        <p:nvSpPr>
          <p:cNvPr id="3" name="Text 1">
            <a:extLst>
              <a:ext uri="{FF2B5EF4-FFF2-40B4-BE49-F238E27FC236}">
                <a16:creationId xmlns:a16="http://schemas.microsoft.com/office/drawing/2014/main" id="{CDBB5EF3-E054-3AD6-CA86-B3D908F41BF6}"/>
              </a:ext>
            </a:extLst>
          </p:cNvPr>
          <p:cNvSpPr txBox="1"/>
          <p:nvPr/>
        </p:nvSpPr>
        <p:spPr>
          <a:xfrm>
            <a:off x="548640" y="246888"/>
            <a:ext cx="9144000" cy="228600"/>
          </a:xfrm>
          <a:prstGeom prst="rect">
            <a:avLst/>
          </a:prstGeom>
          <a:noFill/>
          <a:ln/>
        </p:spPr>
        <p:txBody>
          <a:bodyPr wrap="square" lIns="0" tIns="0" rIns="0" bIns="0" rtlCol="0" anchor="t"/>
          <a:lstStyle/>
          <a:p>
            <a:pPr marL="0" indent="0">
              <a:buNone/>
            </a:pPr>
            <a:r>
              <a:rPr lang="en-US" sz="1050" b="1" kern="0" spc="200" dirty="0">
                <a:solidFill>
                  <a:srgbClr val="7B6CF6"/>
                </a:solidFill>
                <a:latin typeface="Calibri" pitchFamily="34" charset="0"/>
                <a:ea typeface="Calibri" pitchFamily="34" charset="-122"/>
                <a:cs typeface="Calibri" pitchFamily="34" charset="-120"/>
              </a:rPr>
              <a:t>HOME · SECTION 4 OF 4</a:t>
            </a:r>
            <a:endParaRPr lang="en-US" sz="1050" dirty="0"/>
          </a:p>
        </p:txBody>
      </p:sp>
      <p:sp>
        <p:nvSpPr>
          <p:cNvPr id="4" name="Shape 2">
            <a:extLst>
              <a:ext uri="{FF2B5EF4-FFF2-40B4-BE49-F238E27FC236}">
                <a16:creationId xmlns:a16="http://schemas.microsoft.com/office/drawing/2014/main" id="{BF2B29E8-6009-2712-60FA-5EF96ED646AA}"/>
              </a:ext>
            </a:extLst>
          </p:cNvPr>
          <p:cNvSpPr/>
          <p:nvPr/>
        </p:nvSpPr>
        <p:spPr>
          <a:xfrm>
            <a:off x="548640" y="1325880"/>
            <a:ext cx="6537960" cy="4937760"/>
          </a:xfrm>
          <a:prstGeom prst="roundRect">
            <a:avLst>
              <a:gd name="adj" fmla="val 2222"/>
            </a:avLst>
          </a:prstGeom>
          <a:solidFill>
            <a:srgbClr val="FBFBFF"/>
          </a:solidFill>
          <a:ln w="9525">
            <a:solidFill>
              <a:srgbClr val="E4E3EF"/>
            </a:solidFill>
            <a:prstDash val="solid"/>
          </a:ln>
          <a:effectLst>
            <a:outerShdw blurRad="101600" dist="25400" dir="5400000" algn="bl" rotWithShape="0">
              <a:srgbClr val="28207A">
                <a:alpha val="12000"/>
              </a:srgbClr>
            </a:outerShdw>
          </a:effectLst>
        </p:spPr>
        <p:txBody>
          <a:bodyPr/>
          <a:lstStyle/>
          <a:p>
            <a:endParaRPr lang="en-IN"/>
          </a:p>
        </p:txBody>
      </p:sp>
      <p:sp>
        <p:nvSpPr>
          <p:cNvPr id="5" name="Shape 3">
            <a:extLst>
              <a:ext uri="{FF2B5EF4-FFF2-40B4-BE49-F238E27FC236}">
                <a16:creationId xmlns:a16="http://schemas.microsoft.com/office/drawing/2014/main" id="{E03E802B-9D9B-A836-54C9-E60794A1E1E0}"/>
              </a:ext>
            </a:extLst>
          </p:cNvPr>
          <p:cNvSpPr/>
          <p:nvPr/>
        </p:nvSpPr>
        <p:spPr>
          <a:xfrm>
            <a:off x="548640" y="1325880"/>
            <a:ext cx="6537960" cy="274320"/>
          </a:xfrm>
          <a:prstGeom prst="roundRect">
            <a:avLst>
              <a:gd name="adj" fmla="val 40000"/>
            </a:avLst>
          </a:prstGeom>
          <a:solidFill>
            <a:srgbClr val="EEEDF6"/>
          </a:solidFill>
          <a:ln/>
        </p:spPr>
        <p:txBody>
          <a:bodyPr/>
          <a:lstStyle/>
          <a:p>
            <a:endParaRPr lang="en-IN"/>
          </a:p>
        </p:txBody>
      </p:sp>
      <p:sp>
        <p:nvSpPr>
          <p:cNvPr id="6" name="Shape 4">
            <a:extLst>
              <a:ext uri="{FF2B5EF4-FFF2-40B4-BE49-F238E27FC236}">
                <a16:creationId xmlns:a16="http://schemas.microsoft.com/office/drawing/2014/main" id="{4BCA1B62-C846-01AC-1716-1DD2D429E384}"/>
              </a:ext>
            </a:extLst>
          </p:cNvPr>
          <p:cNvSpPr/>
          <p:nvPr/>
        </p:nvSpPr>
        <p:spPr>
          <a:xfrm>
            <a:off x="548640" y="1490472"/>
            <a:ext cx="6537960" cy="109728"/>
          </a:xfrm>
          <a:prstGeom prst="rect">
            <a:avLst/>
          </a:prstGeom>
          <a:solidFill>
            <a:srgbClr val="EEEDF6"/>
          </a:solidFill>
          <a:ln/>
        </p:spPr>
        <p:txBody>
          <a:bodyPr/>
          <a:lstStyle/>
          <a:p>
            <a:endParaRPr lang="en-IN"/>
          </a:p>
        </p:txBody>
      </p:sp>
      <p:sp>
        <p:nvSpPr>
          <p:cNvPr id="7" name="Shape 5">
            <a:extLst>
              <a:ext uri="{FF2B5EF4-FFF2-40B4-BE49-F238E27FC236}">
                <a16:creationId xmlns:a16="http://schemas.microsoft.com/office/drawing/2014/main" id="{A096BB7A-BB5B-2725-D754-F7D085B22BE2}"/>
              </a:ext>
            </a:extLst>
          </p:cNvPr>
          <p:cNvSpPr/>
          <p:nvPr/>
        </p:nvSpPr>
        <p:spPr>
          <a:xfrm>
            <a:off x="676656" y="1417320"/>
            <a:ext cx="91440" cy="91440"/>
          </a:xfrm>
          <a:prstGeom prst="ellipse">
            <a:avLst/>
          </a:prstGeom>
          <a:solidFill>
            <a:srgbClr val="F2B77A"/>
          </a:solidFill>
          <a:ln/>
        </p:spPr>
        <p:txBody>
          <a:bodyPr/>
          <a:lstStyle/>
          <a:p>
            <a:endParaRPr lang="en-IN"/>
          </a:p>
        </p:txBody>
      </p:sp>
      <p:sp>
        <p:nvSpPr>
          <p:cNvPr id="8" name="Shape 6">
            <a:extLst>
              <a:ext uri="{FF2B5EF4-FFF2-40B4-BE49-F238E27FC236}">
                <a16:creationId xmlns:a16="http://schemas.microsoft.com/office/drawing/2014/main" id="{6E231549-BAF1-5D91-7591-EB03E628ECF8}"/>
              </a:ext>
            </a:extLst>
          </p:cNvPr>
          <p:cNvSpPr/>
          <p:nvPr/>
        </p:nvSpPr>
        <p:spPr>
          <a:xfrm>
            <a:off x="822960" y="1417320"/>
            <a:ext cx="91440" cy="91440"/>
          </a:xfrm>
          <a:prstGeom prst="ellipse">
            <a:avLst/>
          </a:prstGeom>
          <a:solidFill>
            <a:srgbClr val="B3A8FF"/>
          </a:solidFill>
          <a:ln/>
        </p:spPr>
        <p:txBody>
          <a:bodyPr/>
          <a:lstStyle/>
          <a:p>
            <a:endParaRPr lang="en-IN"/>
          </a:p>
        </p:txBody>
      </p:sp>
      <p:sp>
        <p:nvSpPr>
          <p:cNvPr id="9" name="Shape 7">
            <a:extLst>
              <a:ext uri="{FF2B5EF4-FFF2-40B4-BE49-F238E27FC236}">
                <a16:creationId xmlns:a16="http://schemas.microsoft.com/office/drawing/2014/main" id="{64CB3753-A306-0D4C-D0A6-4C8CBCD58ABA}"/>
              </a:ext>
            </a:extLst>
          </p:cNvPr>
          <p:cNvSpPr/>
          <p:nvPr/>
        </p:nvSpPr>
        <p:spPr>
          <a:xfrm>
            <a:off x="969264" y="1417320"/>
            <a:ext cx="91440" cy="91440"/>
          </a:xfrm>
          <a:prstGeom prst="ellipse">
            <a:avLst/>
          </a:prstGeom>
          <a:solidFill>
            <a:srgbClr val="9DF0D4"/>
          </a:solidFill>
          <a:ln/>
        </p:spPr>
        <p:txBody>
          <a:bodyPr/>
          <a:lstStyle/>
          <a:p>
            <a:endParaRPr lang="en-IN"/>
          </a:p>
        </p:txBody>
      </p:sp>
      <p:sp>
        <p:nvSpPr>
          <p:cNvPr id="10" name="Shape 8">
            <a:extLst>
              <a:ext uri="{FF2B5EF4-FFF2-40B4-BE49-F238E27FC236}">
                <a16:creationId xmlns:a16="http://schemas.microsoft.com/office/drawing/2014/main" id="{BC3E3F4C-24C8-7DC2-97AC-4469DAF3A403}"/>
              </a:ext>
            </a:extLst>
          </p:cNvPr>
          <p:cNvSpPr/>
          <p:nvPr/>
        </p:nvSpPr>
        <p:spPr>
          <a:xfrm>
            <a:off x="2628900" y="1380744"/>
            <a:ext cx="2377440" cy="164592"/>
          </a:xfrm>
          <a:prstGeom prst="roundRect">
            <a:avLst>
              <a:gd name="adj" fmla="val 50000"/>
            </a:avLst>
          </a:prstGeom>
          <a:solidFill>
            <a:srgbClr val="FFFFFF"/>
          </a:solidFill>
          <a:ln/>
        </p:spPr>
        <p:txBody>
          <a:bodyPr/>
          <a:lstStyle/>
          <a:p>
            <a:endParaRPr lang="en-IN"/>
          </a:p>
        </p:txBody>
      </p:sp>
      <p:sp>
        <p:nvSpPr>
          <p:cNvPr id="11" name="Text 9">
            <a:extLst>
              <a:ext uri="{FF2B5EF4-FFF2-40B4-BE49-F238E27FC236}">
                <a16:creationId xmlns:a16="http://schemas.microsoft.com/office/drawing/2014/main" id="{D9C0C1ED-6AD9-7DB4-F646-F2E058F2D82A}"/>
              </a:ext>
            </a:extLst>
          </p:cNvPr>
          <p:cNvSpPr txBox="1"/>
          <p:nvPr/>
        </p:nvSpPr>
        <p:spPr>
          <a:xfrm>
            <a:off x="2628900" y="1380744"/>
            <a:ext cx="2377440" cy="164592"/>
          </a:xfrm>
          <a:prstGeom prst="rect">
            <a:avLst/>
          </a:prstGeom>
          <a:noFill/>
          <a:ln/>
        </p:spPr>
        <p:txBody>
          <a:bodyPr wrap="square" lIns="0" tIns="0" rIns="0" bIns="0" rtlCol="0" anchor="ctr"/>
          <a:lstStyle/>
          <a:p>
            <a:pPr marL="0" indent="0" algn="ctr">
              <a:buNone/>
            </a:pPr>
            <a:r>
              <a:rPr lang="en-US" sz="700" dirty="0">
                <a:solidFill>
                  <a:srgbClr val="8B8BA3"/>
                </a:solidFill>
                <a:latin typeface="Calibri" pitchFamily="34" charset="0"/>
                <a:ea typeface="Calibri" pitchFamily="34" charset="-122"/>
                <a:cs typeface="Calibri" pitchFamily="34" charset="-120"/>
              </a:rPr>
              <a:t>omaginfo.com</a:t>
            </a:r>
            <a:endParaRPr lang="en-US" sz="700" dirty="0"/>
          </a:p>
        </p:txBody>
      </p:sp>
      <p:sp>
        <p:nvSpPr>
          <p:cNvPr id="12" name="Shape 10">
            <a:extLst>
              <a:ext uri="{FF2B5EF4-FFF2-40B4-BE49-F238E27FC236}">
                <a16:creationId xmlns:a16="http://schemas.microsoft.com/office/drawing/2014/main" id="{EE5AF540-09CF-D384-1F71-C3A7340678D3}"/>
              </a:ext>
            </a:extLst>
          </p:cNvPr>
          <p:cNvSpPr/>
          <p:nvPr/>
        </p:nvSpPr>
        <p:spPr>
          <a:xfrm>
            <a:off x="3462833" y="1737360"/>
            <a:ext cx="709574" cy="201168"/>
          </a:xfrm>
          <a:prstGeom prst="roundRect">
            <a:avLst>
              <a:gd name="adj" fmla="val 50000"/>
            </a:avLst>
          </a:prstGeom>
          <a:solidFill>
            <a:srgbClr val="ECEBFF"/>
          </a:solidFill>
          <a:ln/>
        </p:spPr>
        <p:txBody>
          <a:bodyPr/>
          <a:lstStyle/>
          <a:p>
            <a:endParaRPr lang="en-IN"/>
          </a:p>
        </p:txBody>
      </p:sp>
      <p:sp>
        <p:nvSpPr>
          <p:cNvPr id="13" name="Text 11">
            <a:extLst>
              <a:ext uri="{FF2B5EF4-FFF2-40B4-BE49-F238E27FC236}">
                <a16:creationId xmlns:a16="http://schemas.microsoft.com/office/drawing/2014/main" id="{19B3EE0D-72A9-DF23-974A-342AC71173BA}"/>
              </a:ext>
            </a:extLst>
          </p:cNvPr>
          <p:cNvSpPr txBox="1"/>
          <p:nvPr/>
        </p:nvSpPr>
        <p:spPr>
          <a:xfrm>
            <a:off x="3462833" y="1737360"/>
            <a:ext cx="709574" cy="201168"/>
          </a:xfrm>
          <a:prstGeom prst="rect">
            <a:avLst/>
          </a:prstGeom>
          <a:noFill/>
          <a:ln/>
        </p:spPr>
        <p:txBody>
          <a:bodyPr wrap="square" lIns="0" tIns="0" rIns="0" bIns="0" rtlCol="0" anchor="ctr"/>
          <a:lstStyle/>
          <a:p>
            <a:pPr marL="0" indent="0" algn="ctr">
              <a:buNone/>
            </a:pPr>
            <a:r>
              <a:rPr lang="en-US" sz="700" b="1" kern="0" spc="100" dirty="0">
                <a:solidFill>
                  <a:srgbClr val="7B6CF6"/>
                </a:solidFill>
                <a:latin typeface="Calibri" pitchFamily="34" charset="0"/>
                <a:ea typeface="Calibri" pitchFamily="34" charset="-122"/>
                <a:cs typeface="Calibri" pitchFamily="34" charset="-120"/>
              </a:rPr>
              <a:t>SERVICES</a:t>
            </a:r>
            <a:endParaRPr lang="en-US" sz="700" dirty="0"/>
          </a:p>
        </p:txBody>
      </p:sp>
      <p:sp>
        <p:nvSpPr>
          <p:cNvPr id="14" name="Text 12">
            <a:extLst>
              <a:ext uri="{FF2B5EF4-FFF2-40B4-BE49-F238E27FC236}">
                <a16:creationId xmlns:a16="http://schemas.microsoft.com/office/drawing/2014/main" id="{AAEB74FB-5D22-E31B-2F1B-09BB7A530AFB}"/>
              </a:ext>
            </a:extLst>
          </p:cNvPr>
          <p:cNvSpPr txBox="1"/>
          <p:nvPr/>
        </p:nvSpPr>
        <p:spPr>
          <a:xfrm>
            <a:off x="749808" y="2011680"/>
            <a:ext cx="6135624" cy="365760"/>
          </a:xfrm>
          <a:prstGeom prst="rect">
            <a:avLst/>
          </a:prstGeom>
          <a:noFill/>
          <a:ln/>
        </p:spPr>
        <p:txBody>
          <a:bodyPr wrap="square" lIns="0" tIns="0" rIns="0" bIns="0" rtlCol="0" anchor="t"/>
          <a:lstStyle/>
          <a:p>
            <a:pPr marL="0" indent="0" algn="ctr">
              <a:buNone/>
            </a:pPr>
            <a:r>
              <a:rPr lang="en-US" sz="1700" b="1" dirty="0">
                <a:solidFill>
                  <a:srgbClr val="16161F"/>
                </a:solidFill>
                <a:latin typeface="Calibri" pitchFamily="34" charset="0"/>
                <a:ea typeface="Calibri" pitchFamily="34" charset="-122"/>
                <a:cs typeface="Calibri" pitchFamily="34" charset="-120"/>
              </a:rPr>
              <a:t>Our Services</a:t>
            </a:r>
            <a:endParaRPr lang="en-US" sz="1700" dirty="0"/>
          </a:p>
        </p:txBody>
      </p:sp>
      <p:sp>
        <p:nvSpPr>
          <p:cNvPr id="15" name="Shape 13">
            <a:extLst>
              <a:ext uri="{FF2B5EF4-FFF2-40B4-BE49-F238E27FC236}">
                <a16:creationId xmlns:a16="http://schemas.microsoft.com/office/drawing/2014/main" id="{D2798D0D-C8F4-6FDC-7382-AA2989F1A74C}"/>
              </a:ext>
            </a:extLst>
          </p:cNvPr>
          <p:cNvSpPr/>
          <p:nvPr/>
        </p:nvSpPr>
        <p:spPr>
          <a:xfrm>
            <a:off x="749808" y="2514600"/>
            <a:ext cx="1451610" cy="3310128"/>
          </a:xfrm>
          <a:prstGeom prst="roundRect">
            <a:avLst>
              <a:gd name="adj" fmla="val 8819"/>
            </a:avLst>
          </a:prstGeom>
          <a:solidFill>
            <a:schemeClr val="tx1">
              <a:lumMod val="65000"/>
              <a:lumOff val="35000"/>
            </a:schemeClr>
          </a:solidFill>
          <a:ln/>
        </p:spPr>
        <p:txBody>
          <a:bodyPr/>
          <a:lstStyle/>
          <a:p>
            <a:endParaRPr lang="en-IN"/>
          </a:p>
        </p:txBody>
      </p:sp>
      <p:sp>
        <p:nvSpPr>
          <p:cNvPr id="16" name="Text 14">
            <a:extLst>
              <a:ext uri="{FF2B5EF4-FFF2-40B4-BE49-F238E27FC236}">
                <a16:creationId xmlns:a16="http://schemas.microsoft.com/office/drawing/2014/main" id="{3DA891D1-39D2-94BB-2B43-5B874898C530}"/>
              </a:ext>
            </a:extLst>
          </p:cNvPr>
          <p:cNvSpPr txBox="1"/>
          <p:nvPr/>
        </p:nvSpPr>
        <p:spPr>
          <a:xfrm>
            <a:off x="877824" y="2642616"/>
            <a:ext cx="948690" cy="384048"/>
          </a:xfrm>
          <a:prstGeom prst="rect">
            <a:avLst/>
          </a:prstGeom>
          <a:noFill/>
          <a:ln/>
        </p:spPr>
        <p:txBody>
          <a:bodyPr wrap="square" lIns="0" tIns="0" rIns="0" bIns="0" rtlCol="0" anchor="t"/>
          <a:lstStyle/>
          <a:p>
            <a:pPr marL="0" indent="0">
              <a:buNone/>
            </a:pPr>
            <a:r>
              <a:rPr lang="en-US" sz="850" b="1" dirty="0">
                <a:solidFill>
                  <a:srgbClr val="FFFFFF"/>
                </a:solidFill>
                <a:latin typeface="Calibri" pitchFamily="34" charset="0"/>
                <a:ea typeface="Calibri" pitchFamily="34" charset="-122"/>
                <a:cs typeface="Calibri" pitchFamily="34" charset="-120"/>
              </a:rPr>
              <a:t>VoIP &amp; International Voice Termination</a:t>
            </a:r>
            <a:endParaRPr lang="en-US" sz="850" dirty="0"/>
          </a:p>
        </p:txBody>
      </p:sp>
      <p:sp>
        <p:nvSpPr>
          <p:cNvPr id="17" name="Shape 15">
            <a:extLst>
              <a:ext uri="{FF2B5EF4-FFF2-40B4-BE49-F238E27FC236}">
                <a16:creationId xmlns:a16="http://schemas.microsoft.com/office/drawing/2014/main" id="{84C42E60-360E-CAED-9426-AA6D7706555B}"/>
              </a:ext>
            </a:extLst>
          </p:cNvPr>
          <p:cNvSpPr/>
          <p:nvPr/>
        </p:nvSpPr>
        <p:spPr>
          <a:xfrm>
            <a:off x="1872234" y="2624328"/>
            <a:ext cx="219456" cy="219456"/>
          </a:xfrm>
          <a:prstGeom prst="ellipse">
            <a:avLst/>
          </a:prstGeom>
          <a:solidFill>
            <a:srgbClr val="7B6CF6"/>
          </a:solidFill>
          <a:ln/>
        </p:spPr>
        <p:txBody>
          <a:bodyPr/>
          <a:lstStyle/>
          <a:p>
            <a:endParaRPr lang="en-IN"/>
          </a:p>
        </p:txBody>
      </p:sp>
      <p:sp>
        <p:nvSpPr>
          <p:cNvPr id="18" name="Text 16">
            <a:extLst>
              <a:ext uri="{FF2B5EF4-FFF2-40B4-BE49-F238E27FC236}">
                <a16:creationId xmlns:a16="http://schemas.microsoft.com/office/drawing/2014/main" id="{6C2FF4C5-7C8C-91E3-D147-68697729AA1F}"/>
              </a:ext>
            </a:extLst>
          </p:cNvPr>
          <p:cNvSpPr txBox="1"/>
          <p:nvPr/>
        </p:nvSpPr>
        <p:spPr>
          <a:xfrm>
            <a:off x="1872234" y="262432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19" name="Text 17">
            <a:extLst>
              <a:ext uri="{FF2B5EF4-FFF2-40B4-BE49-F238E27FC236}">
                <a16:creationId xmlns:a16="http://schemas.microsoft.com/office/drawing/2014/main" id="{56D042A7-F3E4-FF55-D0A0-0BCC190AB169}"/>
              </a:ext>
            </a:extLst>
          </p:cNvPr>
          <p:cNvSpPr txBox="1"/>
          <p:nvPr/>
        </p:nvSpPr>
        <p:spPr>
          <a:xfrm>
            <a:off x="877824" y="3063240"/>
            <a:ext cx="1195578" cy="822960"/>
          </a:xfrm>
          <a:prstGeom prst="rect">
            <a:avLst/>
          </a:prstGeom>
          <a:noFill/>
          <a:ln/>
        </p:spPr>
        <p:txBody>
          <a:bodyPr wrap="square" lIns="0" tIns="0" rIns="0" bIns="0" rtlCol="0" anchor="t"/>
          <a:lstStyle/>
          <a:p>
            <a:r>
              <a:rPr lang="en-IN" sz="800" dirty="0">
                <a:solidFill>
                  <a:schemeClr val="bg1"/>
                </a:solidFill>
              </a:rPr>
              <a:t>Lorem ipsum </a:t>
            </a:r>
            <a:r>
              <a:rPr lang="en-IN" sz="800" dirty="0" err="1">
                <a:solidFill>
                  <a:schemeClr val="bg1"/>
                </a:solidFill>
              </a:rPr>
              <a:t>dolor</a:t>
            </a:r>
            <a:r>
              <a:rPr lang="en-IN" sz="800" dirty="0">
                <a:solidFill>
                  <a:schemeClr val="bg1"/>
                </a:solidFill>
              </a:rPr>
              <a:t> sit </a:t>
            </a:r>
            <a:r>
              <a:rPr lang="en-IN" sz="800" dirty="0" err="1">
                <a:solidFill>
                  <a:schemeClr val="bg1"/>
                </a:solidFill>
              </a:rPr>
              <a:t>amet</a:t>
            </a:r>
            <a:r>
              <a:rPr lang="en-IN" sz="800" dirty="0">
                <a:solidFill>
                  <a:schemeClr val="bg1"/>
                </a:solidFill>
              </a:rPr>
              <a:t>, </a:t>
            </a:r>
            <a:r>
              <a:rPr lang="en-IN" sz="800" dirty="0" err="1">
                <a:solidFill>
                  <a:schemeClr val="bg1"/>
                </a:solidFill>
              </a:rPr>
              <a:t>consectetur</a:t>
            </a:r>
            <a:r>
              <a:rPr lang="en-IN" sz="800" dirty="0">
                <a:solidFill>
                  <a:schemeClr val="bg1"/>
                </a:solidFill>
              </a:rPr>
              <a:t> </a:t>
            </a:r>
            <a:r>
              <a:rPr lang="en-IN" sz="800" dirty="0" err="1">
                <a:solidFill>
                  <a:schemeClr val="bg1"/>
                </a:solidFill>
              </a:rPr>
              <a:t>adipiscing</a:t>
            </a:r>
            <a:r>
              <a:rPr lang="en-IN" sz="800" dirty="0">
                <a:solidFill>
                  <a:schemeClr val="bg1"/>
                </a:solidFill>
              </a:rPr>
              <a:t> </a:t>
            </a:r>
            <a:r>
              <a:rPr lang="en-IN" sz="800" dirty="0" err="1">
                <a:solidFill>
                  <a:schemeClr val="bg1"/>
                </a:solidFill>
              </a:rPr>
              <a:t>elit</a:t>
            </a:r>
            <a:r>
              <a:rPr lang="en-IN" sz="800" dirty="0">
                <a:solidFill>
                  <a:schemeClr val="bg1"/>
                </a:solidFill>
              </a:rPr>
              <a:t>. Sed do </a:t>
            </a:r>
            <a:r>
              <a:rPr lang="en-IN" sz="800" dirty="0" err="1">
                <a:solidFill>
                  <a:schemeClr val="bg1"/>
                </a:solidFill>
              </a:rPr>
              <a:t>eiusmod</a:t>
            </a:r>
            <a:r>
              <a:rPr lang="en-IN" sz="800" dirty="0">
                <a:solidFill>
                  <a:schemeClr val="bg1"/>
                </a:solidFill>
              </a:rPr>
              <a:t> </a:t>
            </a:r>
            <a:r>
              <a:rPr lang="en-IN" sz="800" dirty="0" err="1">
                <a:solidFill>
                  <a:schemeClr val="bg1"/>
                </a:solidFill>
              </a:rPr>
              <a:t>tempor</a:t>
            </a:r>
            <a:r>
              <a:rPr lang="en-IN" sz="800" dirty="0">
                <a:solidFill>
                  <a:schemeClr val="bg1"/>
                </a:solidFill>
              </a:rPr>
              <a:t> </a:t>
            </a:r>
            <a:r>
              <a:rPr lang="en-IN" sz="800" dirty="0" err="1">
                <a:solidFill>
                  <a:schemeClr val="bg1"/>
                </a:solidFill>
              </a:rPr>
              <a:t>incididunt</a:t>
            </a:r>
            <a:r>
              <a:rPr lang="en-IN" sz="800" dirty="0">
                <a:solidFill>
                  <a:schemeClr val="bg1"/>
                </a:solidFill>
              </a:rPr>
              <a:t> </a:t>
            </a:r>
            <a:r>
              <a:rPr lang="en-IN" sz="800" dirty="0" err="1">
                <a:solidFill>
                  <a:schemeClr val="bg1"/>
                </a:solidFill>
              </a:rPr>
              <a:t>ut</a:t>
            </a:r>
            <a:r>
              <a:rPr lang="en-IN" sz="800" dirty="0">
                <a:solidFill>
                  <a:schemeClr val="bg1"/>
                </a:solidFill>
              </a:rPr>
              <a:t> labore et dolore magna </a:t>
            </a:r>
            <a:r>
              <a:rPr lang="en-IN" sz="800" dirty="0" err="1">
                <a:solidFill>
                  <a:schemeClr val="bg1"/>
                </a:solidFill>
              </a:rPr>
              <a:t>aliqua</a:t>
            </a:r>
            <a:r>
              <a:rPr lang="en-IN" sz="800" dirty="0">
                <a:solidFill>
                  <a:schemeClr val="bg1"/>
                </a:solidFill>
              </a:rPr>
              <a:t>.</a:t>
            </a:r>
          </a:p>
        </p:txBody>
      </p:sp>
      <p:sp>
        <p:nvSpPr>
          <p:cNvPr id="20" name="Shape 18">
            <a:extLst>
              <a:ext uri="{FF2B5EF4-FFF2-40B4-BE49-F238E27FC236}">
                <a16:creationId xmlns:a16="http://schemas.microsoft.com/office/drawing/2014/main" id="{C8D18ACF-D4B9-366E-1D81-0E9438FE8BB5}"/>
              </a:ext>
            </a:extLst>
          </p:cNvPr>
          <p:cNvSpPr/>
          <p:nvPr/>
        </p:nvSpPr>
        <p:spPr>
          <a:xfrm>
            <a:off x="859536" y="4069080"/>
            <a:ext cx="1232154" cy="1463040"/>
          </a:xfrm>
          <a:prstGeom prst="roundRect">
            <a:avLst>
              <a:gd name="adj" fmla="val 7421"/>
            </a:avLst>
          </a:prstGeom>
          <a:solidFill>
            <a:schemeClr val="bg1">
              <a:lumMod val="85000"/>
            </a:schemeClr>
          </a:solidFill>
          <a:ln w="9525">
            <a:solidFill>
              <a:srgbClr val="B3A8FF"/>
            </a:solidFill>
            <a:prstDash val="dash"/>
          </a:ln>
        </p:spPr>
        <p:txBody>
          <a:bodyPr/>
          <a:lstStyle/>
          <a:p>
            <a:endParaRPr lang="en-IN"/>
          </a:p>
        </p:txBody>
      </p:sp>
      <p:pic>
        <p:nvPicPr>
          <p:cNvPr id="21" name="Image 0" descr="preencoded.png">
            <a:extLst>
              <a:ext uri="{FF2B5EF4-FFF2-40B4-BE49-F238E27FC236}">
                <a16:creationId xmlns:a16="http://schemas.microsoft.com/office/drawing/2014/main" id="{D6A3C298-3326-2B55-05BA-90AEA93835B0}"/>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1283589" y="4489704"/>
            <a:ext cx="384048" cy="384048"/>
          </a:xfrm>
          <a:prstGeom prst="rect">
            <a:avLst/>
          </a:prstGeom>
        </p:spPr>
      </p:pic>
      <p:sp>
        <p:nvSpPr>
          <p:cNvPr id="22" name="Text 19">
            <a:extLst>
              <a:ext uri="{FF2B5EF4-FFF2-40B4-BE49-F238E27FC236}">
                <a16:creationId xmlns:a16="http://schemas.microsoft.com/office/drawing/2014/main" id="{65BBEDF4-A1E3-B939-15F9-C42DF84989EB}"/>
              </a:ext>
            </a:extLst>
          </p:cNvPr>
          <p:cNvSpPr txBox="1"/>
          <p:nvPr/>
        </p:nvSpPr>
        <p:spPr>
          <a:xfrm>
            <a:off x="932688" y="4937760"/>
            <a:ext cx="1085850" cy="384048"/>
          </a:xfrm>
          <a:prstGeom prst="rect">
            <a:avLst/>
          </a:prstGeom>
          <a:noFill/>
          <a:ln/>
        </p:spPr>
        <p:txBody>
          <a:bodyPr wrap="square" lIns="0" tIns="0" rIns="0" bIns="0" rtlCol="0" anchor="t"/>
          <a:lstStyle/>
          <a:p>
            <a:pPr marL="0" indent="0" algn="ctr">
              <a:buNone/>
            </a:pPr>
            <a:r>
              <a:rPr lang="en-US" sz="750" i="1" dirty="0">
                <a:solidFill>
                  <a:srgbClr val="5F6075"/>
                </a:solidFill>
                <a:latin typeface="Calibri" pitchFamily="34" charset="0"/>
                <a:ea typeface="Calibri" pitchFamily="34" charset="-122"/>
                <a:cs typeface="Calibri" pitchFamily="34" charset="-120"/>
              </a:rPr>
              <a:t>Floating card: voice route illustration</a:t>
            </a:r>
            <a:endParaRPr lang="en-US" sz="750" dirty="0"/>
          </a:p>
        </p:txBody>
      </p:sp>
      <p:sp>
        <p:nvSpPr>
          <p:cNvPr id="23" name="Shape 20">
            <a:extLst>
              <a:ext uri="{FF2B5EF4-FFF2-40B4-BE49-F238E27FC236}">
                <a16:creationId xmlns:a16="http://schemas.microsoft.com/office/drawing/2014/main" id="{E89E9E3D-F334-7EED-5DD4-85773A948254}"/>
              </a:ext>
            </a:extLst>
          </p:cNvPr>
          <p:cNvSpPr/>
          <p:nvPr/>
        </p:nvSpPr>
        <p:spPr>
          <a:xfrm>
            <a:off x="2311146" y="2514600"/>
            <a:ext cx="1451610" cy="1600200"/>
          </a:xfrm>
          <a:prstGeom prst="roundRect">
            <a:avLst>
              <a:gd name="adj" fmla="val 8819"/>
            </a:avLst>
          </a:prstGeom>
          <a:solidFill>
            <a:srgbClr val="FFFFFF"/>
          </a:solidFill>
          <a:ln w="9525">
            <a:solidFill>
              <a:srgbClr val="E4E3EF"/>
            </a:solidFill>
            <a:prstDash val="solid"/>
          </a:ln>
        </p:spPr>
        <p:txBody>
          <a:bodyPr/>
          <a:lstStyle/>
          <a:p>
            <a:endParaRPr lang="en-IN"/>
          </a:p>
        </p:txBody>
      </p:sp>
      <p:sp>
        <p:nvSpPr>
          <p:cNvPr id="24" name="Text 21">
            <a:extLst>
              <a:ext uri="{FF2B5EF4-FFF2-40B4-BE49-F238E27FC236}">
                <a16:creationId xmlns:a16="http://schemas.microsoft.com/office/drawing/2014/main" id="{E53CF591-CDE0-97F9-687E-28712A9DBF3D}"/>
              </a:ext>
            </a:extLst>
          </p:cNvPr>
          <p:cNvSpPr txBox="1"/>
          <p:nvPr/>
        </p:nvSpPr>
        <p:spPr>
          <a:xfrm>
            <a:off x="2439162" y="2642616"/>
            <a:ext cx="948690" cy="384048"/>
          </a:xfrm>
          <a:prstGeom prst="rect">
            <a:avLst/>
          </a:prstGeom>
          <a:noFill/>
          <a:ln/>
        </p:spPr>
        <p:txBody>
          <a:bodyPr wrap="square" lIns="0" tIns="0" rIns="0" bIns="0" rtlCol="0" anchor="t"/>
          <a:lstStyle/>
          <a:p>
            <a:pPr marL="0" indent="0">
              <a:buNone/>
            </a:pPr>
            <a:r>
              <a:rPr lang="en-US" sz="850" b="1" dirty="0">
                <a:solidFill>
                  <a:srgbClr val="16161F"/>
                </a:solidFill>
                <a:latin typeface="Calibri" pitchFamily="34" charset="0"/>
                <a:ea typeface="Calibri" pitchFamily="34" charset="-122"/>
                <a:cs typeface="Calibri" pitchFamily="34" charset="-120"/>
              </a:rPr>
              <a:t>SMS Routing &amp; Connectivity</a:t>
            </a:r>
            <a:endParaRPr lang="en-US" sz="850" dirty="0"/>
          </a:p>
        </p:txBody>
      </p:sp>
      <p:sp>
        <p:nvSpPr>
          <p:cNvPr id="25" name="Shape 22">
            <a:extLst>
              <a:ext uri="{FF2B5EF4-FFF2-40B4-BE49-F238E27FC236}">
                <a16:creationId xmlns:a16="http://schemas.microsoft.com/office/drawing/2014/main" id="{B4418D7A-82FE-CA59-2AD0-5FF388240A4C}"/>
              </a:ext>
            </a:extLst>
          </p:cNvPr>
          <p:cNvSpPr/>
          <p:nvPr/>
        </p:nvSpPr>
        <p:spPr>
          <a:xfrm>
            <a:off x="3433572" y="2624328"/>
            <a:ext cx="219456" cy="219456"/>
          </a:xfrm>
          <a:prstGeom prst="ellipse">
            <a:avLst/>
          </a:prstGeom>
          <a:solidFill>
            <a:srgbClr val="7B6CF6"/>
          </a:solidFill>
          <a:ln/>
        </p:spPr>
        <p:txBody>
          <a:bodyPr/>
          <a:lstStyle/>
          <a:p>
            <a:endParaRPr lang="en-IN"/>
          </a:p>
        </p:txBody>
      </p:sp>
      <p:sp>
        <p:nvSpPr>
          <p:cNvPr id="26" name="Text 23">
            <a:extLst>
              <a:ext uri="{FF2B5EF4-FFF2-40B4-BE49-F238E27FC236}">
                <a16:creationId xmlns:a16="http://schemas.microsoft.com/office/drawing/2014/main" id="{6EA6DF41-2AD2-B156-F54A-D9833BACB45C}"/>
              </a:ext>
            </a:extLst>
          </p:cNvPr>
          <p:cNvSpPr txBox="1"/>
          <p:nvPr/>
        </p:nvSpPr>
        <p:spPr>
          <a:xfrm>
            <a:off x="3433572" y="262432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27" name="Text 24">
            <a:extLst>
              <a:ext uri="{FF2B5EF4-FFF2-40B4-BE49-F238E27FC236}">
                <a16:creationId xmlns:a16="http://schemas.microsoft.com/office/drawing/2014/main" id="{7C91C949-0D30-E398-19C7-07AB3F864EC5}"/>
              </a:ext>
            </a:extLst>
          </p:cNvPr>
          <p:cNvSpPr txBox="1"/>
          <p:nvPr/>
        </p:nvSpPr>
        <p:spPr>
          <a:xfrm>
            <a:off x="2439162" y="3063240"/>
            <a:ext cx="1195578" cy="822960"/>
          </a:xfrm>
          <a:prstGeom prst="rect">
            <a:avLst/>
          </a:prstGeom>
          <a:noFill/>
          <a:ln/>
        </p:spPr>
        <p:txBody>
          <a:bodyPr wrap="square" lIns="0" tIns="0" rIns="0" bIns="0" rtlCol="0" anchor="t"/>
          <a:lstStyle/>
          <a:p>
            <a:pPr marL="0" indent="0">
              <a:buNone/>
            </a:pPr>
            <a:r>
              <a:rPr lang="en-US" sz="720" dirty="0">
                <a:solidFill>
                  <a:srgbClr val="5F6075"/>
                </a:solidFill>
                <a:latin typeface="Calibri" pitchFamily="34" charset="0"/>
                <a:ea typeface="Calibri" pitchFamily="34" charset="-122"/>
                <a:cs typeface="Calibri" pitchFamily="34" charset="-120"/>
              </a:rPr>
              <a:t>SMS routing and traffic solutions designed to support messaging requirements across available international destinations.</a:t>
            </a:r>
            <a:endParaRPr lang="en-US" sz="720" dirty="0"/>
          </a:p>
        </p:txBody>
      </p:sp>
      <p:pic>
        <p:nvPicPr>
          <p:cNvPr id="28" name="Image 1" descr="preencoded.png">
            <a:extLst>
              <a:ext uri="{FF2B5EF4-FFF2-40B4-BE49-F238E27FC236}">
                <a16:creationId xmlns:a16="http://schemas.microsoft.com/office/drawing/2014/main" id="{0811A93E-04E7-0F01-7C5F-8961F322B5FB}"/>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2439162" y="3602736"/>
            <a:ext cx="384048" cy="384048"/>
          </a:xfrm>
          <a:prstGeom prst="rect">
            <a:avLst/>
          </a:prstGeom>
        </p:spPr>
      </p:pic>
      <p:sp>
        <p:nvSpPr>
          <p:cNvPr id="29" name="Shape 25">
            <a:extLst>
              <a:ext uri="{FF2B5EF4-FFF2-40B4-BE49-F238E27FC236}">
                <a16:creationId xmlns:a16="http://schemas.microsoft.com/office/drawing/2014/main" id="{80ADA5FC-2704-EFED-1E69-AA5677589159}"/>
              </a:ext>
            </a:extLst>
          </p:cNvPr>
          <p:cNvSpPr/>
          <p:nvPr/>
        </p:nvSpPr>
        <p:spPr>
          <a:xfrm>
            <a:off x="3872484" y="2514600"/>
            <a:ext cx="1451610" cy="1600200"/>
          </a:xfrm>
          <a:prstGeom prst="roundRect">
            <a:avLst>
              <a:gd name="adj" fmla="val 8819"/>
            </a:avLst>
          </a:prstGeom>
          <a:solidFill>
            <a:srgbClr val="FFFFFF"/>
          </a:solidFill>
          <a:ln w="9525">
            <a:solidFill>
              <a:srgbClr val="E4E3EF"/>
            </a:solidFill>
            <a:prstDash val="solid"/>
          </a:ln>
        </p:spPr>
        <p:txBody>
          <a:bodyPr/>
          <a:lstStyle/>
          <a:p>
            <a:endParaRPr lang="en-IN"/>
          </a:p>
        </p:txBody>
      </p:sp>
      <p:sp>
        <p:nvSpPr>
          <p:cNvPr id="30" name="Text 26">
            <a:extLst>
              <a:ext uri="{FF2B5EF4-FFF2-40B4-BE49-F238E27FC236}">
                <a16:creationId xmlns:a16="http://schemas.microsoft.com/office/drawing/2014/main" id="{02E5484F-278F-9CEA-CAE0-882BB2871686}"/>
              </a:ext>
            </a:extLst>
          </p:cNvPr>
          <p:cNvSpPr txBox="1"/>
          <p:nvPr/>
        </p:nvSpPr>
        <p:spPr>
          <a:xfrm>
            <a:off x="4000500" y="2642616"/>
            <a:ext cx="948690" cy="384048"/>
          </a:xfrm>
          <a:prstGeom prst="rect">
            <a:avLst/>
          </a:prstGeom>
          <a:noFill/>
          <a:ln/>
        </p:spPr>
        <p:txBody>
          <a:bodyPr wrap="square" lIns="0" tIns="0" rIns="0" bIns="0" rtlCol="0" anchor="t"/>
          <a:lstStyle/>
          <a:p>
            <a:pPr marL="0" indent="0">
              <a:buNone/>
            </a:pPr>
            <a:r>
              <a:rPr lang="en-US" sz="850" b="1" dirty="0">
                <a:solidFill>
                  <a:srgbClr val="16161F"/>
                </a:solidFill>
                <a:latin typeface="Calibri" pitchFamily="34" charset="0"/>
                <a:ea typeface="Calibri" pitchFamily="34" charset="-122"/>
                <a:cs typeface="Calibri" pitchFamily="34" charset="-120"/>
              </a:rPr>
              <a:t>Direct Route Solutions</a:t>
            </a:r>
            <a:endParaRPr lang="en-US" sz="850" dirty="0"/>
          </a:p>
        </p:txBody>
      </p:sp>
      <p:sp>
        <p:nvSpPr>
          <p:cNvPr id="31" name="Shape 27">
            <a:extLst>
              <a:ext uri="{FF2B5EF4-FFF2-40B4-BE49-F238E27FC236}">
                <a16:creationId xmlns:a16="http://schemas.microsoft.com/office/drawing/2014/main" id="{BEF3F382-23BA-2F03-C800-AFE398994F5C}"/>
              </a:ext>
            </a:extLst>
          </p:cNvPr>
          <p:cNvSpPr/>
          <p:nvPr/>
        </p:nvSpPr>
        <p:spPr>
          <a:xfrm>
            <a:off x="4994910" y="2624328"/>
            <a:ext cx="219456" cy="219456"/>
          </a:xfrm>
          <a:prstGeom prst="ellipse">
            <a:avLst/>
          </a:prstGeom>
          <a:solidFill>
            <a:srgbClr val="7B6CF6"/>
          </a:solidFill>
          <a:ln/>
        </p:spPr>
        <p:txBody>
          <a:bodyPr/>
          <a:lstStyle/>
          <a:p>
            <a:endParaRPr lang="en-IN"/>
          </a:p>
        </p:txBody>
      </p:sp>
      <p:sp>
        <p:nvSpPr>
          <p:cNvPr id="32" name="Text 28">
            <a:extLst>
              <a:ext uri="{FF2B5EF4-FFF2-40B4-BE49-F238E27FC236}">
                <a16:creationId xmlns:a16="http://schemas.microsoft.com/office/drawing/2014/main" id="{FE67343C-5B30-F7C4-B100-4475DFDA28FB}"/>
              </a:ext>
            </a:extLst>
          </p:cNvPr>
          <p:cNvSpPr txBox="1"/>
          <p:nvPr/>
        </p:nvSpPr>
        <p:spPr>
          <a:xfrm>
            <a:off x="4994910" y="262432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33" name="Text 29">
            <a:extLst>
              <a:ext uri="{FF2B5EF4-FFF2-40B4-BE49-F238E27FC236}">
                <a16:creationId xmlns:a16="http://schemas.microsoft.com/office/drawing/2014/main" id="{F874239B-D147-ACC4-7CC2-A9A5E09809A2}"/>
              </a:ext>
            </a:extLst>
          </p:cNvPr>
          <p:cNvSpPr txBox="1"/>
          <p:nvPr/>
        </p:nvSpPr>
        <p:spPr>
          <a:xfrm>
            <a:off x="4000500" y="3063240"/>
            <a:ext cx="1195578" cy="822960"/>
          </a:xfrm>
          <a:prstGeom prst="rect">
            <a:avLst/>
          </a:prstGeom>
          <a:noFill/>
          <a:ln/>
        </p:spPr>
        <p:txBody>
          <a:bodyPr wrap="square" lIns="0" tIns="0" rIns="0" bIns="0" rtlCol="0" anchor="t"/>
          <a:lstStyle/>
          <a:p>
            <a:pPr marL="0" indent="0">
              <a:buNone/>
            </a:pPr>
            <a:r>
              <a:rPr lang="en-US" sz="720" dirty="0">
                <a:solidFill>
                  <a:srgbClr val="5F6075"/>
                </a:solidFill>
                <a:latin typeface="Calibri" pitchFamily="34" charset="0"/>
                <a:ea typeface="Calibri" pitchFamily="34" charset="-122"/>
                <a:cs typeface="Calibri" pitchFamily="34" charset="-120"/>
              </a:rPr>
              <a:t>Access to available direct fixed and mobile routes to support routing efficiency and connectivity requirements.</a:t>
            </a:r>
            <a:endParaRPr lang="en-US" sz="720" dirty="0"/>
          </a:p>
        </p:txBody>
      </p:sp>
      <p:pic>
        <p:nvPicPr>
          <p:cNvPr id="34" name="Image 2" descr="preencoded.png">
            <a:extLst>
              <a:ext uri="{FF2B5EF4-FFF2-40B4-BE49-F238E27FC236}">
                <a16:creationId xmlns:a16="http://schemas.microsoft.com/office/drawing/2014/main" id="{A4A8C958-DED3-1147-66B5-AE676522D9F1}"/>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4000500" y="3602736"/>
            <a:ext cx="384048" cy="384048"/>
          </a:xfrm>
          <a:prstGeom prst="rect">
            <a:avLst/>
          </a:prstGeom>
        </p:spPr>
      </p:pic>
      <p:sp>
        <p:nvSpPr>
          <p:cNvPr id="35" name="Shape 30">
            <a:extLst>
              <a:ext uri="{FF2B5EF4-FFF2-40B4-BE49-F238E27FC236}">
                <a16:creationId xmlns:a16="http://schemas.microsoft.com/office/drawing/2014/main" id="{2DA75655-F902-C184-7464-9FBBB2BC35C9}"/>
              </a:ext>
            </a:extLst>
          </p:cNvPr>
          <p:cNvSpPr/>
          <p:nvPr/>
        </p:nvSpPr>
        <p:spPr>
          <a:xfrm>
            <a:off x="5433822" y="2514600"/>
            <a:ext cx="1451610" cy="1600200"/>
          </a:xfrm>
          <a:prstGeom prst="roundRect">
            <a:avLst>
              <a:gd name="adj" fmla="val 8819"/>
            </a:avLst>
          </a:prstGeom>
          <a:solidFill>
            <a:schemeClr val="tx1">
              <a:lumMod val="65000"/>
              <a:lumOff val="35000"/>
            </a:schemeClr>
          </a:solidFill>
          <a:ln/>
        </p:spPr>
        <p:txBody>
          <a:bodyPr/>
          <a:lstStyle/>
          <a:p>
            <a:endParaRPr lang="en-IN"/>
          </a:p>
        </p:txBody>
      </p:sp>
      <p:sp>
        <p:nvSpPr>
          <p:cNvPr id="36" name="Text 31">
            <a:extLst>
              <a:ext uri="{FF2B5EF4-FFF2-40B4-BE49-F238E27FC236}">
                <a16:creationId xmlns:a16="http://schemas.microsoft.com/office/drawing/2014/main" id="{8A339E8A-F734-6DD1-97BA-06CFF04BCE3F}"/>
              </a:ext>
            </a:extLst>
          </p:cNvPr>
          <p:cNvSpPr txBox="1"/>
          <p:nvPr/>
        </p:nvSpPr>
        <p:spPr>
          <a:xfrm>
            <a:off x="5561838" y="2642616"/>
            <a:ext cx="948690" cy="384048"/>
          </a:xfrm>
          <a:prstGeom prst="rect">
            <a:avLst/>
          </a:prstGeom>
          <a:noFill/>
          <a:ln/>
        </p:spPr>
        <p:txBody>
          <a:bodyPr wrap="square" lIns="0" tIns="0" rIns="0" bIns="0" rtlCol="0" anchor="t"/>
          <a:lstStyle/>
          <a:p>
            <a:pPr marL="0" indent="0">
              <a:buNone/>
            </a:pPr>
            <a:r>
              <a:rPr lang="en-US" sz="850" b="1" dirty="0">
                <a:solidFill>
                  <a:srgbClr val="FFFFFF"/>
                </a:solidFill>
                <a:latin typeface="Calibri" pitchFamily="34" charset="0"/>
                <a:ea typeface="Calibri" pitchFamily="34" charset="-122"/>
                <a:cs typeface="Calibri" pitchFamily="34" charset="-120"/>
              </a:rPr>
              <a:t>Global Telecom Partnerships</a:t>
            </a:r>
            <a:endParaRPr lang="en-US" sz="850" dirty="0"/>
          </a:p>
        </p:txBody>
      </p:sp>
      <p:sp>
        <p:nvSpPr>
          <p:cNvPr id="37" name="Shape 32">
            <a:extLst>
              <a:ext uri="{FF2B5EF4-FFF2-40B4-BE49-F238E27FC236}">
                <a16:creationId xmlns:a16="http://schemas.microsoft.com/office/drawing/2014/main" id="{F7E6AC04-A661-0DDB-394D-3F45C56AD02A}"/>
              </a:ext>
            </a:extLst>
          </p:cNvPr>
          <p:cNvSpPr/>
          <p:nvPr/>
        </p:nvSpPr>
        <p:spPr>
          <a:xfrm>
            <a:off x="6556248" y="2624328"/>
            <a:ext cx="219456" cy="219456"/>
          </a:xfrm>
          <a:prstGeom prst="ellipse">
            <a:avLst/>
          </a:prstGeom>
          <a:solidFill>
            <a:srgbClr val="7B6CF6"/>
          </a:solidFill>
          <a:ln/>
        </p:spPr>
        <p:txBody>
          <a:bodyPr/>
          <a:lstStyle/>
          <a:p>
            <a:endParaRPr lang="en-IN"/>
          </a:p>
        </p:txBody>
      </p:sp>
      <p:sp>
        <p:nvSpPr>
          <p:cNvPr id="38" name="Text 33">
            <a:extLst>
              <a:ext uri="{FF2B5EF4-FFF2-40B4-BE49-F238E27FC236}">
                <a16:creationId xmlns:a16="http://schemas.microsoft.com/office/drawing/2014/main" id="{0FB77662-5443-3FD9-BA04-9A1B01CB4BE5}"/>
              </a:ext>
            </a:extLst>
          </p:cNvPr>
          <p:cNvSpPr txBox="1"/>
          <p:nvPr/>
        </p:nvSpPr>
        <p:spPr>
          <a:xfrm>
            <a:off x="6556248" y="2624328"/>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39" name="Text 34">
            <a:extLst>
              <a:ext uri="{FF2B5EF4-FFF2-40B4-BE49-F238E27FC236}">
                <a16:creationId xmlns:a16="http://schemas.microsoft.com/office/drawing/2014/main" id="{DF817FE2-0697-9950-1481-0CB144B50F32}"/>
              </a:ext>
            </a:extLst>
          </p:cNvPr>
          <p:cNvSpPr txBox="1"/>
          <p:nvPr/>
        </p:nvSpPr>
        <p:spPr>
          <a:xfrm>
            <a:off x="5561838" y="3063240"/>
            <a:ext cx="1195578" cy="822960"/>
          </a:xfrm>
          <a:prstGeom prst="rect">
            <a:avLst/>
          </a:prstGeom>
          <a:noFill/>
          <a:ln/>
        </p:spPr>
        <p:txBody>
          <a:bodyPr wrap="square" lIns="0" tIns="0" rIns="0" bIns="0" rtlCol="0" anchor="t"/>
          <a:lstStyle/>
          <a:p>
            <a:pPr marL="0" indent="0">
              <a:buNone/>
            </a:pPr>
            <a:r>
              <a:rPr lang="en-US" sz="720" dirty="0">
                <a:solidFill>
                  <a:srgbClr val="A9A9C0"/>
                </a:solidFill>
                <a:latin typeface="Calibri" pitchFamily="34" charset="0"/>
                <a:ea typeface="Calibri" pitchFamily="34" charset="-122"/>
                <a:cs typeface="Calibri" pitchFamily="34" charset="-120"/>
              </a:rPr>
              <a:t>Flexible commercial arrangements and collaboration opportunities for operators and carriers seeking to expand their international reach.</a:t>
            </a:r>
            <a:endParaRPr lang="en-US" sz="720" dirty="0"/>
          </a:p>
        </p:txBody>
      </p:sp>
      <p:pic>
        <p:nvPicPr>
          <p:cNvPr id="40" name="Image 3" descr="preencoded.png">
            <a:extLst>
              <a:ext uri="{FF2B5EF4-FFF2-40B4-BE49-F238E27FC236}">
                <a16:creationId xmlns:a16="http://schemas.microsoft.com/office/drawing/2014/main" id="{38A6B36F-76A4-5ADA-C245-613936D4CE75}"/>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Lst>
          </a:blip>
          <a:stretch>
            <a:fillRect/>
          </a:stretch>
        </p:blipFill>
        <p:spPr>
          <a:xfrm>
            <a:off x="5561838" y="3602736"/>
            <a:ext cx="384048" cy="384048"/>
          </a:xfrm>
          <a:prstGeom prst="rect">
            <a:avLst/>
          </a:prstGeom>
        </p:spPr>
      </p:pic>
      <p:sp>
        <p:nvSpPr>
          <p:cNvPr id="41" name="Shape 35">
            <a:extLst>
              <a:ext uri="{FF2B5EF4-FFF2-40B4-BE49-F238E27FC236}">
                <a16:creationId xmlns:a16="http://schemas.microsoft.com/office/drawing/2014/main" id="{B97BD69B-D5FB-E6C3-3786-2C0A40CA9797}"/>
              </a:ext>
            </a:extLst>
          </p:cNvPr>
          <p:cNvSpPr/>
          <p:nvPr/>
        </p:nvSpPr>
        <p:spPr>
          <a:xfrm>
            <a:off x="2311146" y="4224528"/>
            <a:ext cx="3012948" cy="1600200"/>
          </a:xfrm>
          <a:prstGeom prst="roundRect">
            <a:avLst>
              <a:gd name="adj" fmla="val 8000"/>
            </a:avLst>
          </a:prstGeom>
          <a:solidFill>
            <a:schemeClr val="bg1">
              <a:lumMod val="85000"/>
            </a:schemeClr>
          </a:solidFill>
          <a:ln w="9525">
            <a:solidFill>
              <a:srgbClr val="E4E3EF"/>
            </a:solidFill>
            <a:prstDash val="solid"/>
          </a:ln>
        </p:spPr>
        <p:txBody>
          <a:bodyPr/>
          <a:lstStyle/>
          <a:p>
            <a:endParaRPr lang="en-IN"/>
          </a:p>
        </p:txBody>
      </p:sp>
      <p:sp>
        <p:nvSpPr>
          <p:cNvPr id="42" name="Text 36">
            <a:extLst>
              <a:ext uri="{FF2B5EF4-FFF2-40B4-BE49-F238E27FC236}">
                <a16:creationId xmlns:a16="http://schemas.microsoft.com/office/drawing/2014/main" id="{6C8697E7-48F1-0EF2-8AF5-5F788C9AB36A}"/>
              </a:ext>
            </a:extLst>
          </p:cNvPr>
          <p:cNvSpPr txBox="1"/>
          <p:nvPr/>
        </p:nvSpPr>
        <p:spPr>
          <a:xfrm>
            <a:off x="2439162" y="4352544"/>
            <a:ext cx="2510028" cy="384048"/>
          </a:xfrm>
          <a:prstGeom prst="rect">
            <a:avLst/>
          </a:prstGeom>
          <a:noFill/>
          <a:ln/>
        </p:spPr>
        <p:txBody>
          <a:bodyPr wrap="square" lIns="0" tIns="0" rIns="0" bIns="0" rtlCol="0" anchor="t"/>
          <a:lstStyle/>
          <a:p>
            <a:pPr marL="0" indent="0">
              <a:buNone/>
            </a:pPr>
            <a:r>
              <a:rPr lang="en-US" sz="850" b="1" dirty="0">
                <a:solidFill>
                  <a:srgbClr val="16161F"/>
                </a:solidFill>
                <a:latin typeface="Calibri" pitchFamily="34" charset="0"/>
                <a:ea typeface="Calibri" pitchFamily="34" charset="-122"/>
                <a:cs typeface="Calibri" pitchFamily="34" charset="-120"/>
              </a:rPr>
              <a:t>Tailored Connectivity Solutions</a:t>
            </a:r>
            <a:endParaRPr lang="en-US" sz="850" dirty="0"/>
          </a:p>
        </p:txBody>
      </p:sp>
      <p:sp>
        <p:nvSpPr>
          <p:cNvPr id="43" name="Shape 37">
            <a:extLst>
              <a:ext uri="{FF2B5EF4-FFF2-40B4-BE49-F238E27FC236}">
                <a16:creationId xmlns:a16="http://schemas.microsoft.com/office/drawing/2014/main" id="{68772BE9-1E4E-3D28-15DA-95FA43724858}"/>
              </a:ext>
            </a:extLst>
          </p:cNvPr>
          <p:cNvSpPr/>
          <p:nvPr/>
        </p:nvSpPr>
        <p:spPr>
          <a:xfrm>
            <a:off x="4994910" y="4334256"/>
            <a:ext cx="219456" cy="219456"/>
          </a:xfrm>
          <a:prstGeom prst="ellipse">
            <a:avLst/>
          </a:prstGeom>
          <a:solidFill>
            <a:srgbClr val="7B6CF6"/>
          </a:solidFill>
          <a:ln/>
        </p:spPr>
        <p:txBody>
          <a:bodyPr/>
          <a:lstStyle/>
          <a:p>
            <a:endParaRPr lang="en-IN"/>
          </a:p>
        </p:txBody>
      </p:sp>
      <p:sp>
        <p:nvSpPr>
          <p:cNvPr id="44" name="Text 38">
            <a:extLst>
              <a:ext uri="{FF2B5EF4-FFF2-40B4-BE49-F238E27FC236}">
                <a16:creationId xmlns:a16="http://schemas.microsoft.com/office/drawing/2014/main" id="{FE4E49FA-34AC-FE0D-B48E-C72C9A6D7C5E}"/>
              </a:ext>
            </a:extLst>
          </p:cNvPr>
          <p:cNvSpPr txBox="1"/>
          <p:nvPr/>
        </p:nvSpPr>
        <p:spPr>
          <a:xfrm>
            <a:off x="4994910" y="4334256"/>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45" name="Text 39">
            <a:extLst>
              <a:ext uri="{FF2B5EF4-FFF2-40B4-BE49-F238E27FC236}">
                <a16:creationId xmlns:a16="http://schemas.microsoft.com/office/drawing/2014/main" id="{16B1E142-2B33-3D09-7800-92D98FAEEF84}"/>
              </a:ext>
            </a:extLst>
          </p:cNvPr>
          <p:cNvSpPr txBox="1"/>
          <p:nvPr/>
        </p:nvSpPr>
        <p:spPr>
          <a:xfrm>
            <a:off x="2439162" y="4773168"/>
            <a:ext cx="1828800" cy="822960"/>
          </a:xfrm>
          <a:prstGeom prst="rect">
            <a:avLst/>
          </a:prstGeom>
          <a:noFill/>
          <a:ln/>
        </p:spPr>
        <p:txBody>
          <a:bodyPr wrap="square" lIns="0" tIns="0" rIns="0" bIns="0" rtlCol="0" anchor="t"/>
          <a:lstStyle/>
          <a:p>
            <a:pPr marL="0" indent="0">
              <a:buNone/>
            </a:pPr>
            <a:r>
              <a:rPr lang="en-US" sz="720" dirty="0">
                <a:solidFill>
                  <a:srgbClr val="5F6075"/>
                </a:solidFill>
                <a:latin typeface="Calibri" pitchFamily="34" charset="0"/>
                <a:ea typeface="Calibri" pitchFamily="34" charset="-122"/>
                <a:cs typeface="Calibri" pitchFamily="34" charset="-120"/>
              </a:rPr>
              <a:t>Business-focused voice and messaging options developed around partner requirements, traffic needs, and commercial objectives.</a:t>
            </a:r>
            <a:endParaRPr lang="en-US" sz="720" dirty="0"/>
          </a:p>
        </p:txBody>
      </p:sp>
      <p:sp>
        <p:nvSpPr>
          <p:cNvPr id="46" name="Shape 40">
            <a:extLst>
              <a:ext uri="{FF2B5EF4-FFF2-40B4-BE49-F238E27FC236}">
                <a16:creationId xmlns:a16="http://schemas.microsoft.com/office/drawing/2014/main" id="{F23FF169-3FFD-84E4-84EE-36B546F924E1}"/>
              </a:ext>
            </a:extLst>
          </p:cNvPr>
          <p:cNvSpPr/>
          <p:nvPr/>
        </p:nvSpPr>
        <p:spPr>
          <a:xfrm>
            <a:off x="2439162" y="5458968"/>
            <a:ext cx="1280160" cy="256032"/>
          </a:xfrm>
          <a:prstGeom prst="roundRect">
            <a:avLst>
              <a:gd name="adj" fmla="val 50000"/>
            </a:avLst>
          </a:prstGeom>
          <a:solidFill>
            <a:srgbClr val="16161F"/>
          </a:solidFill>
          <a:ln/>
        </p:spPr>
        <p:txBody>
          <a:bodyPr/>
          <a:lstStyle/>
          <a:p>
            <a:endParaRPr lang="en-IN"/>
          </a:p>
        </p:txBody>
      </p:sp>
      <p:sp>
        <p:nvSpPr>
          <p:cNvPr id="47" name="Text 41">
            <a:extLst>
              <a:ext uri="{FF2B5EF4-FFF2-40B4-BE49-F238E27FC236}">
                <a16:creationId xmlns:a16="http://schemas.microsoft.com/office/drawing/2014/main" id="{AA1A126D-AAFF-FC1E-EA3F-F4C552B4C4B9}"/>
              </a:ext>
            </a:extLst>
          </p:cNvPr>
          <p:cNvSpPr txBox="1"/>
          <p:nvPr/>
        </p:nvSpPr>
        <p:spPr>
          <a:xfrm>
            <a:off x="2439162" y="5458968"/>
            <a:ext cx="1280160" cy="256032"/>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Discuss Requirements</a:t>
            </a:r>
            <a:endParaRPr lang="en-US" sz="750" dirty="0"/>
          </a:p>
        </p:txBody>
      </p:sp>
      <p:sp>
        <p:nvSpPr>
          <p:cNvPr id="48" name="Text 42">
            <a:extLst>
              <a:ext uri="{FF2B5EF4-FFF2-40B4-BE49-F238E27FC236}">
                <a16:creationId xmlns:a16="http://schemas.microsoft.com/office/drawing/2014/main" id="{5975AB61-1384-82B4-E1DB-18BDF02627A3}"/>
              </a:ext>
            </a:extLst>
          </p:cNvPr>
          <p:cNvSpPr txBox="1"/>
          <p:nvPr/>
        </p:nvSpPr>
        <p:spPr>
          <a:xfrm>
            <a:off x="3701034" y="5413248"/>
            <a:ext cx="137160" cy="137160"/>
          </a:xfrm>
          <a:prstGeom prst="rect">
            <a:avLst/>
          </a:prstGeom>
          <a:noFill/>
          <a:ln/>
        </p:spPr>
        <p:txBody>
          <a:bodyPr wrap="square" lIns="0" tIns="0" rIns="0" bIns="0" rtlCol="0" anchor="t"/>
          <a:lstStyle/>
          <a:p>
            <a:pPr marL="0" indent="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49" name="Shape 43">
            <a:extLst>
              <a:ext uri="{FF2B5EF4-FFF2-40B4-BE49-F238E27FC236}">
                <a16:creationId xmlns:a16="http://schemas.microsoft.com/office/drawing/2014/main" id="{748C0BB6-4863-B268-7860-8E3800AAD452}"/>
              </a:ext>
            </a:extLst>
          </p:cNvPr>
          <p:cNvSpPr/>
          <p:nvPr/>
        </p:nvSpPr>
        <p:spPr>
          <a:xfrm>
            <a:off x="4272534" y="4727448"/>
            <a:ext cx="914400" cy="960120"/>
          </a:xfrm>
          <a:prstGeom prst="roundRect">
            <a:avLst>
              <a:gd name="adj" fmla="val 10000"/>
            </a:avLst>
          </a:prstGeom>
          <a:solidFill>
            <a:schemeClr val="bg1">
              <a:lumMod val="75000"/>
            </a:schemeClr>
          </a:solidFill>
          <a:ln w="9525">
            <a:solidFill>
              <a:srgbClr val="B3A8FF"/>
            </a:solidFill>
            <a:prstDash val="dash"/>
          </a:ln>
        </p:spPr>
        <p:txBody>
          <a:bodyPr/>
          <a:lstStyle/>
          <a:p>
            <a:endParaRPr lang="en-IN"/>
          </a:p>
        </p:txBody>
      </p:sp>
      <p:pic>
        <p:nvPicPr>
          <p:cNvPr id="50" name="Image 4" descr="preencoded.png">
            <a:extLst>
              <a:ext uri="{FF2B5EF4-FFF2-40B4-BE49-F238E27FC236}">
                <a16:creationId xmlns:a16="http://schemas.microsoft.com/office/drawing/2014/main" id="{7D5FCB95-E3AB-EE8B-63F4-8F013356337C}"/>
              </a:ext>
            </a:extLst>
          </p:cNvPr>
          <p:cNvPicPr>
            <a:picLocks noChangeAspect="1"/>
          </p:cNvPicPr>
          <p:nvPr/>
        </p:nvPicPr>
        <p:blipFill>
          <a:blip r:embed="rId10">
            <a:grayscl/>
          </a:blip>
          <a:stretch>
            <a:fillRect/>
          </a:stretch>
        </p:blipFill>
        <p:spPr>
          <a:xfrm>
            <a:off x="4576115" y="5053889"/>
            <a:ext cx="307238" cy="307238"/>
          </a:xfrm>
          <a:prstGeom prst="rect">
            <a:avLst/>
          </a:prstGeom>
        </p:spPr>
      </p:pic>
      <p:sp>
        <p:nvSpPr>
          <p:cNvPr id="51" name="Shape 44">
            <a:extLst>
              <a:ext uri="{FF2B5EF4-FFF2-40B4-BE49-F238E27FC236}">
                <a16:creationId xmlns:a16="http://schemas.microsoft.com/office/drawing/2014/main" id="{8D01EEEA-667F-71DD-320A-753105EE7486}"/>
              </a:ext>
            </a:extLst>
          </p:cNvPr>
          <p:cNvSpPr/>
          <p:nvPr/>
        </p:nvSpPr>
        <p:spPr>
          <a:xfrm>
            <a:off x="5433822" y="4224528"/>
            <a:ext cx="1451610" cy="1600200"/>
          </a:xfrm>
          <a:prstGeom prst="roundRect">
            <a:avLst>
              <a:gd name="adj" fmla="val 8819"/>
            </a:avLst>
          </a:prstGeom>
          <a:solidFill>
            <a:schemeClr val="tx1">
              <a:lumMod val="65000"/>
              <a:lumOff val="35000"/>
            </a:schemeClr>
          </a:solidFill>
          <a:ln/>
        </p:spPr>
        <p:txBody>
          <a:bodyPr/>
          <a:lstStyle/>
          <a:p>
            <a:endParaRPr lang="en-IN"/>
          </a:p>
        </p:txBody>
      </p:sp>
      <p:sp>
        <p:nvSpPr>
          <p:cNvPr id="52" name="Text 45">
            <a:extLst>
              <a:ext uri="{FF2B5EF4-FFF2-40B4-BE49-F238E27FC236}">
                <a16:creationId xmlns:a16="http://schemas.microsoft.com/office/drawing/2014/main" id="{D2C138CB-471F-B58D-80BB-33D7A7FA51E5}"/>
              </a:ext>
            </a:extLst>
          </p:cNvPr>
          <p:cNvSpPr txBox="1"/>
          <p:nvPr/>
        </p:nvSpPr>
        <p:spPr>
          <a:xfrm>
            <a:off x="5561838" y="4352544"/>
            <a:ext cx="948690" cy="384048"/>
          </a:xfrm>
          <a:prstGeom prst="rect">
            <a:avLst/>
          </a:prstGeom>
          <a:noFill/>
          <a:ln/>
        </p:spPr>
        <p:txBody>
          <a:bodyPr wrap="square" lIns="0" tIns="0" rIns="0" bIns="0" rtlCol="0" anchor="t"/>
          <a:lstStyle/>
          <a:p>
            <a:pPr marL="0" indent="0">
              <a:buNone/>
            </a:pPr>
            <a:r>
              <a:rPr lang="en-US" sz="850" b="1" dirty="0">
                <a:solidFill>
                  <a:srgbClr val="FFFFFF"/>
                </a:solidFill>
                <a:latin typeface="Calibri" pitchFamily="34" charset="0"/>
                <a:ea typeface="Calibri" pitchFamily="34" charset="-122"/>
                <a:cs typeface="Calibri" pitchFamily="34" charset="-120"/>
              </a:rPr>
              <a:t>Who we work with</a:t>
            </a:r>
            <a:endParaRPr lang="en-US" sz="850" dirty="0"/>
          </a:p>
        </p:txBody>
      </p:sp>
      <p:sp>
        <p:nvSpPr>
          <p:cNvPr id="53" name="Shape 46">
            <a:extLst>
              <a:ext uri="{FF2B5EF4-FFF2-40B4-BE49-F238E27FC236}">
                <a16:creationId xmlns:a16="http://schemas.microsoft.com/office/drawing/2014/main" id="{7B67913E-830D-3199-5BEE-952D4B4BFA5A}"/>
              </a:ext>
            </a:extLst>
          </p:cNvPr>
          <p:cNvSpPr/>
          <p:nvPr/>
        </p:nvSpPr>
        <p:spPr>
          <a:xfrm>
            <a:off x="6556248" y="4334256"/>
            <a:ext cx="219456" cy="219456"/>
          </a:xfrm>
          <a:prstGeom prst="ellipse">
            <a:avLst/>
          </a:prstGeom>
          <a:solidFill>
            <a:srgbClr val="7B6CF6"/>
          </a:solidFill>
          <a:ln/>
        </p:spPr>
        <p:txBody>
          <a:bodyPr/>
          <a:lstStyle/>
          <a:p>
            <a:endParaRPr lang="en-IN"/>
          </a:p>
        </p:txBody>
      </p:sp>
      <p:sp>
        <p:nvSpPr>
          <p:cNvPr id="54" name="Text 47">
            <a:extLst>
              <a:ext uri="{FF2B5EF4-FFF2-40B4-BE49-F238E27FC236}">
                <a16:creationId xmlns:a16="http://schemas.microsoft.com/office/drawing/2014/main" id="{088F5B23-04F7-B4EC-1FBD-BD2CBDD6E610}"/>
              </a:ext>
            </a:extLst>
          </p:cNvPr>
          <p:cNvSpPr txBox="1"/>
          <p:nvPr/>
        </p:nvSpPr>
        <p:spPr>
          <a:xfrm>
            <a:off x="6556248" y="4334256"/>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5" name="Text 48">
            <a:extLst>
              <a:ext uri="{FF2B5EF4-FFF2-40B4-BE49-F238E27FC236}">
                <a16:creationId xmlns:a16="http://schemas.microsoft.com/office/drawing/2014/main" id="{99BA7477-5BFF-B13E-D97E-FADC6313E802}"/>
              </a:ext>
            </a:extLst>
          </p:cNvPr>
          <p:cNvSpPr txBox="1"/>
          <p:nvPr/>
        </p:nvSpPr>
        <p:spPr>
          <a:xfrm>
            <a:off x="5561838" y="4773168"/>
            <a:ext cx="1195578" cy="822960"/>
          </a:xfrm>
          <a:prstGeom prst="rect">
            <a:avLst/>
          </a:prstGeom>
          <a:noFill/>
          <a:ln/>
        </p:spPr>
        <p:txBody>
          <a:bodyPr wrap="square" lIns="0" tIns="0" rIns="0" bIns="0" rtlCol="0" anchor="t"/>
          <a:lstStyle/>
          <a:p>
            <a:pPr marL="0" indent="0">
              <a:buNone/>
            </a:pPr>
            <a:r>
              <a:rPr lang="en-US" sz="720" dirty="0">
                <a:solidFill>
                  <a:srgbClr val="A9A9C0"/>
                </a:solidFill>
                <a:latin typeface="Calibri" pitchFamily="34" charset="0"/>
                <a:ea typeface="Calibri" pitchFamily="34" charset="-122"/>
                <a:cs typeface="Calibri" pitchFamily="34" charset="-120"/>
              </a:rPr>
              <a:t>Operators · Carriers · Service providers · Business partners</a:t>
            </a:r>
            <a:endParaRPr lang="en-US" sz="720" dirty="0"/>
          </a:p>
        </p:txBody>
      </p:sp>
      <p:pic>
        <p:nvPicPr>
          <p:cNvPr id="56" name="Image 5" descr="preencoded.png">
            <a:extLst>
              <a:ext uri="{FF2B5EF4-FFF2-40B4-BE49-F238E27FC236}">
                <a16:creationId xmlns:a16="http://schemas.microsoft.com/office/drawing/2014/main" id="{9F1BCFC3-405F-41D3-F87F-BDF9C1EC340B}"/>
              </a:ext>
            </a:extLst>
          </p:cNvPr>
          <p:cNvPicPr>
            <a:picLocks noChangeAspect="1"/>
          </p:cNvPicPr>
          <p:nvPr/>
        </p:nvPicPr>
        <p:blipFill>
          <a:blip r:embed="rId11">
            <a:extLst>
              <a:ext uri="{BEBA8EAE-BF5A-486C-A8C5-ECC9F3942E4B}">
                <a14:imgProps xmlns:a14="http://schemas.microsoft.com/office/drawing/2010/main">
                  <a14:imgLayer r:embed="rId12">
                    <a14:imgEffect>
                      <a14:saturation sat="0"/>
                    </a14:imgEffect>
                  </a14:imgLayer>
                </a14:imgProps>
              </a:ext>
            </a:extLst>
          </a:blip>
          <a:stretch>
            <a:fillRect/>
          </a:stretch>
        </p:blipFill>
        <p:spPr>
          <a:xfrm>
            <a:off x="5561838" y="5312664"/>
            <a:ext cx="384048" cy="384048"/>
          </a:xfrm>
          <a:prstGeom prst="rect">
            <a:avLst/>
          </a:prstGeom>
        </p:spPr>
      </p:pic>
      <p:sp>
        <p:nvSpPr>
          <p:cNvPr id="57" name="Text 49">
            <a:extLst>
              <a:ext uri="{FF2B5EF4-FFF2-40B4-BE49-F238E27FC236}">
                <a16:creationId xmlns:a16="http://schemas.microsoft.com/office/drawing/2014/main" id="{6B864535-AC3D-5475-C8E4-72ABECDB562B}"/>
              </a:ext>
            </a:extLst>
          </p:cNvPr>
          <p:cNvSpPr txBox="1"/>
          <p:nvPr/>
        </p:nvSpPr>
        <p:spPr>
          <a:xfrm>
            <a:off x="6457950" y="4306824"/>
            <a:ext cx="137160" cy="137160"/>
          </a:xfrm>
          <a:prstGeom prst="rect">
            <a:avLst/>
          </a:prstGeom>
          <a:noFill/>
          <a:ln/>
        </p:spPr>
        <p:txBody>
          <a:bodyPr wrap="square" lIns="0" tIns="0" rIns="0" bIns="0" rtlCol="0" anchor="t"/>
          <a:lstStyle/>
          <a:p>
            <a:pPr marL="0" indent="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61" name="Shape 52">
            <a:extLst>
              <a:ext uri="{FF2B5EF4-FFF2-40B4-BE49-F238E27FC236}">
                <a16:creationId xmlns:a16="http://schemas.microsoft.com/office/drawing/2014/main" id="{665031EE-ABA8-C83E-6DB9-9734B1C66712}"/>
              </a:ext>
            </a:extLst>
          </p:cNvPr>
          <p:cNvSpPr/>
          <p:nvPr/>
        </p:nvSpPr>
        <p:spPr>
          <a:xfrm>
            <a:off x="7360920" y="1762128"/>
            <a:ext cx="274320" cy="274320"/>
          </a:xfrm>
          <a:prstGeom prst="ellipse">
            <a:avLst/>
          </a:prstGeom>
          <a:solidFill>
            <a:srgbClr val="ECEBFF"/>
          </a:solidFill>
          <a:ln/>
        </p:spPr>
        <p:txBody>
          <a:bodyPr/>
          <a:lstStyle/>
          <a:p>
            <a:endParaRPr lang="en-IN"/>
          </a:p>
        </p:txBody>
      </p:sp>
      <p:pic>
        <p:nvPicPr>
          <p:cNvPr id="62" name="Image 7" descr="preencoded.png">
            <a:extLst>
              <a:ext uri="{FF2B5EF4-FFF2-40B4-BE49-F238E27FC236}">
                <a16:creationId xmlns:a16="http://schemas.microsoft.com/office/drawing/2014/main" id="{0234F6B2-19A1-709D-714A-8BC004237349}"/>
              </a:ext>
            </a:extLst>
          </p:cNvPr>
          <p:cNvPicPr>
            <a:picLocks noChangeAspect="1"/>
          </p:cNvPicPr>
          <p:nvPr/>
        </p:nvPicPr>
        <p:blipFill>
          <a:blip r:embed="rId13"/>
          <a:stretch>
            <a:fillRect/>
          </a:stretch>
        </p:blipFill>
        <p:spPr>
          <a:xfrm>
            <a:off x="7429500" y="1830708"/>
            <a:ext cx="137160" cy="137160"/>
          </a:xfrm>
          <a:prstGeom prst="rect">
            <a:avLst/>
          </a:prstGeom>
        </p:spPr>
      </p:pic>
      <p:sp>
        <p:nvSpPr>
          <p:cNvPr id="63" name="Text 53">
            <a:extLst>
              <a:ext uri="{FF2B5EF4-FFF2-40B4-BE49-F238E27FC236}">
                <a16:creationId xmlns:a16="http://schemas.microsoft.com/office/drawing/2014/main" id="{B1EB6CAC-8177-A26C-06C0-7DBCD639E5F2}"/>
              </a:ext>
            </a:extLst>
          </p:cNvPr>
          <p:cNvSpPr txBox="1"/>
          <p:nvPr/>
        </p:nvSpPr>
        <p:spPr>
          <a:xfrm>
            <a:off x="7726680" y="1780416"/>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64" name="Text 54">
            <a:extLst>
              <a:ext uri="{FF2B5EF4-FFF2-40B4-BE49-F238E27FC236}">
                <a16:creationId xmlns:a16="http://schemas.microsoft.com/office/drawing/2014/main" id="{2871C6B1-B040-CD02-7D29-537EF719C62F}"/>
              </a:ext>
            </a:extLst>
          </p:cNvPr>
          <p:cNvSpPr txBox="1"/>
          <p:nvPr/>
        </p:nvSpPr>
        <p:spPr>
          <a:xfrm>
            <a:off x="7726680" y="2054736"/>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Centred heading, 4-column bento: 1 tall, 4 standard, 1 wide card</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Tablet: 2 columns; phone: 1 column</a:t>
            </a:r>
            <a:endParaRPr lang="en-US" sz="1100" dirty="0"/>
          </a:p>
        </p:txBody>
      </p:sp>
      <p:sp>
        <p:nvSpPr>
          <p:cNvPr id="65" name="Shape 55">
            <a:extLst>
              <a:ext uri="{FF2B5EF4-FFF2-40B4-BE49-F238E27FC236}">
                <a16:creationId xmlns:a16="http://schemas.microsoft.com/office/drawing/2014/main" id="{B9E9EA01-61D6-8F39-A2A2-E97309C71277}"/>
              </a:ext>
            </a:extLst>
          </p:cNvPr>
          <p:cNvSpPr/>
          <p:nvPr/>
        </p:nvSpPr>
        <p:spPr>
          <a:xfrm>
            <a:off x="7360920" y="2539368"/>
            <a:ext cx="274320" cy="274320"/>
          </a:xfrm>
          <a:prstGeom prst="ellipse">
            <a:avLst/>
          </a:prstGeom>
          <a:solidFill>
            <a:srgbClr val="ECEBFF"/>
          </a:solidFill>
          <a:ln/>
        </p:spPr>
        <p:txBody>
          <a:bodyPr/>
          <a:lstStyle/>
          <a:p>
            <a:endParaRPr lang="en-IN"/>
          </a:p>
        </p:txBody>
      </p:sp>
      <p:pic>
        <p:nvPicPr>
          <p:cNvPr id="66" name="Image 8" descr="preencoded.png">
            <a:extLst>
              <a:ext uri="{FF2B5EF4-FFF2-40B4-BE49-F238E27FC236}">
                <a16:creationId xmlns:a16="http://schemas.microsoft.com/office/drawing/2014/main" id="{A7198757-19AF-57FD-DA13-2FB9E81E8A79}"/>
              </a:ext>
            </a:extLst>
          </p:cNvPr>
          <p:cNvPicPr>
            <a:picLocks noChangeAspect="1"/>
          </p:cNvPicPr>
          <p:nvPr/>
        </p:nvPicPr>
        <p:blipFill>
          <a:blip r:embed="rId14"/>
          <a:stretch>
            <a:fillRect/>
          </a:stretch>
        </p:blipFill>
        <p:spPr>
          <a:xfrm>
            <a:off x="7429500" y="2607948"/>
            <a:ext cx="137160" cy="137160"/>
          </a:xfrm>
          <a:prstGeom prst="rect">
            <a:avLst/>
          </a:prstGeom>
        </p:spPr>
      </p:pic>
      <p:sp>
        <p:nvSpPr>
          <p:cNvPr id="67" name="Text 56">
            <a:extLst>
              <a:ext uri="{FF2B5EF4-FFF2-40B4-BE49-F238E27FC236}">
                <a16:creationId xmlns:a16="http://schemas.microsoft.com/office/drawing/2014/main" id="{BD10796C-6361-AEEB-3DDC-7303041E22FE}"/>
              </a:ext>
            </a:extLst>
          </p:cNvPr>
          <p:cNvSpPr txBox="1"/>
          <p:nvPr/>
        </p:nvSpPr>
        <p:spPr>
          <a:xfrm>
            <a:off x="7726680" y="2557656"/>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Content</a:t>
            </a:r>
            <a:endParaRPr lang="en-US" sz="1200" dirty="0"/>
          </a:p>
        </p:txBody>
      </p:sp>
      <p:sp>
        <p:nvSpPr>
          <p:cNvPr id="68" name="Text 57">
            <a:extLst>
              <a:ext uri="{FF2B5EF4-FFF2-40B4-BE49-F238E27FC236}">
                <a16:creationId xmlns:a16="http://schemas.microsoft.com/office/drawing/2014/main" id="{9EBA484F-2B6C-5F0C-D7C2-FD3F3BC3CF8D}"/>
              </a:ext>
            </a:extLst>
          </p:cNvPr>
          <p:cNvSpPr txBox="1"/>
          <p:nvPr/>
        </p:nvSpPr>
        <p:spPr>
          <a:xfrm>
            <a:off x="7726680" y="2831976"/>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Five titles + descriptions verbatim from document item 4</a:t>
            </a:r>
          </a:p>
        </p:txBody>
      </p:sp>
      <p:sp>
        <p:nvSpPr>
          <p:cNvPr id="69" name="Shape 58">
            <a:extLst>
              <a:ext uri="{FF2B5EF4-FFF2-40B4-BE49-F238E27FC236}">
                <a16:creationId xmlns:a16="http://schemas.microsoft.com/office/drawing/2014/main" id="{3666ECF6-D67D-9C62-9FBB-5D2897255D9C}"/>
              </a:ext>
            </a:extLst>
          </p:cNvPr>
          <p:cNvSpPr/>
          <p:nvPr/>
        </p:nvSpPr>
        <p:spPr>
          <a:xfrm>
            <a:off x="7360920" y="3485772"/>
            <a:ext cx="274320" cy="274320"/>
          </a:xfrm>
          <a:prstGeom prst="ellipse">
            <a:avLst/>
          </a:prstGeom>
          <a:solidFill>
            <a:srgbClr val="ECEBFF"/>
          </a:solidFill>
          <a:ln/>
        </p:spPr>
        <p:txBody>
          <a:bodyPr/>
          <a:lstStyle/>
          <a:p>
            <a:endParaRPr lang="en-IN"/>
          </a:p>
        </p:txBody>
      </p:sp>
      <p:pic>
        <p:nvPicPr>
          <p:cNvPr id="70" name="Image 9" descr="preencoded.png">
            <a:extLst>
              <a:ext uri="{FF2B5EF4-FFF2-40B4-BE49-F238E27FC236}">
                <a16:creationId xmlns:a16="http://schemas.microsoft.com/office/drawing/2014/main" id="{841DC434-BA9E-DF40-3A69-9818E082F585}"/>
              </a:ext>
            </a:extLst>
          </p:cNvPr>
          <p:cNvPicPr>
            <a:picLocks noChangeAspect="1"/>
          </p:cNvPicPr>
          <p:nvPr/>
        </p:nvPicPr>
        <p:blipFill>
          <a:blip r:embed="rId15"/>
          <a:stretch>
            <a:fillRect/>
          </a:stretch>
        </p:blipFill>
        <p:spPr>
          <a:xfrm>
            <a:off x="7429500" y="3554352"/>
            <a:ext cx="137160" cy="137160"/>
          </a:xfrm>
          <a:prstGeom prst="rect">
            <a:avLst/>
          </a:prstGeom>
        </p:spPr>
      </p:pic>
      <p:sp>
        <p:nvSpPr>
          <p:cNvPr id="71" name="Text 59">
            <a:extLst>
              <a:ext uri="{FF2B5EF4-FFF2-40B4-BE49-F238E27FC236}">
                <a16:creationId xmlns:a16="http://schemas.microsoft.com/office/drawing/2014/main" id="{5B0E3CE8-A95A-BBA6-C7D3-3383D4C621D8}"/>
              </a:ext>
            </a:extLst>
          </p:cNvPr>
          <p:cNvSpPr txBox="1"/>
          <p:nvPr/>
        </p:nvSpPr>
        <p:spPr>
          <a:xfrm>
            <a:off x="7726680" y="3504060"/>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72" name="Text 60">
            <a:extLst>
              <a:ext uri="{FF2B5EF4-FFF2-40B4-BE49-F238E27FC236}">
                <a16:creationId xmlns:a16="http://schemas.microsoft.com/office/drawing/2014/main" id="{0249A42B-01F7-F663-15C7-F2FE735EC6FC}"/>
              </a:ext>
            </a:extLst>
          </p:cNvPr>
          <p:cNvSpPr txBox="1"/>
          <p:nvPr/>
        </p:nvSpPr>
        <p:spPr>
          <a:xfrm>
            <a:off x="7726680" y="3778380"/>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Line icons per service; dark/light cards alternate</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Tall card keeps the tilted floating panel, now a voice-route visual</a:t>
            </a:r>
            <a:endParaRPr lang="en-US" sz="1100" dirty="0"/>
          </a:p>
        </p:txBody>
      </p:sp>
      <p:sp>
        <p:nvSpPr>
          <p:cNvPr id="73" name="Shape 61">
            <a:extLst>
              <a:ext uri="{FF2B5EF4-FFF2-40B4-BE49-F238E27FC236}">
                <a16:creationId xmlns:a16="http://schemas.microsoft.com/office/drawing/2014/main" id="{9E07D3BF-1265-065B-65F5-4B8A95DD2127}"/>
              </a:ext>
            </a:extLst>
          </p:cNvPr>
          <p:cNvSpPr/>
          <p:nvPr/>
        </p:nvSpPr>
        <p:spPr>
          <a:xfrm>
            <a:off x="7360920" y="4432176"/>
            <a:ext cx="274320" cy="274320"/>
          </a:xfrm>
          <a:prstGeom prst="ellipse">
            <a:avLst/>
          </a:prstGeom>
          <a:solidFill>
            <a:srgbClr val="ECEBFF"/>
          </a:solidFill>
          <a:ln/>
        </p:spPr>
        <p:txBody>
          <a:bodyPr/>
          <a:lstStyle/>
          <a:p>
            <a:endParaRPr lang="en-IN"/>
          </a:p>
        </p:txBody>
      </p:sp>
      <p:pic>
        <p:nvPicPr>
          <p:cNvPr id="74" name="Image 10" descr="preencoded.png">
            <a:extLst>
              <a:ext uri="{FF2B5EF4-FFF2-40B4-BE49-F238E27FC236}">
                <a16:creationId xmlns:a16="http://schemas.microsoft.com/office/drawing/2014/main" id="{4E0EB04D-0927-8FE5-F629-E0EEBA3E9BED}"/>
              </a:ext>
            </a:extLst>
          </p:cNvPr>
          <p:cNvPicPr>
            <a:picLocks noChangeAspect="1"/>
          </p:cNvPicPr>
          <p:nvPr/>
        </p:nvPicPr>
        <p:blipFill>
          <a:blip r:embed="rId16"/>
          <a:stretch>
            <a:fillRect/>
          </a:stretch>
        </p:blipFill>
        <p:spPr>
          <a:xfrm>
            <a:off x="7429500" y="4500756"/>
            <a:ext cx="137160" cy="137160"/>
          </a:xfrm>
          <a:prstGeom prst="rect">
            <a:avLst/>
          </a:prstGeom>
        </p:spPr>
      </p:pic>
      <p:sp>
        <p:nvSpPr>
          <p:cNvPr id="75" name="Text 62">
            <a:extLst>
              <a:ext uri="{FF2B5EF4-FFF2-40B4-BE49-F238E27FC236}">
                <a16:creationId xmlns:a16="http://schemas.microsoft.com/office/drawing/2014/main" id="{CABAB3C4-6E41-E695-34D4-F1E8717A9C9F}"/>
              </a:ext>
            </a:extLst>
          </p:cNvPr>
          <p:cNvSpPr txBox="1"/>
          <p:nvPr/>
        </p:nvSpPr>
        <p:spPr>
          <a:xfrm>
            <a:off x="7726680" y="4450464"/>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76" name="Text 63">
            <a:extLst>
              <a:ext uri="{FF2B5EF4-FFF2-40B4-BE49-F238E27FC236}">
                <a16:creationId xmlns:a16="http://schemas.microsoft.com/office/drawing/2014/main" id="{C33C785F-273B-E632-3B8F-3F3C5841FEB7}"/>
              </a:ext>
            </a:extLst>
          </p:cNvPr>
          <p:cNvSpPr txBox="1"/>
          <p:nvPr/>
        </p:nvSpPr>
        <p:spPr>
          <a:xfrm>
            <a:off x="7726680" y="4724784"/>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VoIP card → VoIP page; SMS card → SMS page</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Direct Routes → Services page; Partnerships &amp; Tailored → Contact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Whole card clickable; ↗ icon signals link</a:t>
            </a:r>
            <a:endParaRPr lang="en-US" sz="1100" dirty="0"/>
          </a:p>
        </p:txBody>
      </p:sp>
    </p:spTree>
    <p:extLst>
      <p:ext uri="{BB962C8B-B14F-4D97-AF65-F5344CB8AC3E}">
        <p14:creationId xmlns:p14="http://schemas.microsoft.com/office/powerpoint/2010/main" val="3469238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74C6D3C-7ACD-7F21-7340-C1C99A7BC0D7}"/>
              </a:ext>
            </a:extLst>
          </p:cNvPr>
          <p:cNvSpPr txBox="1">
            <a:spLocks/>
          </p:cNvSpPr>
          <p:nvPr/>
        </p:nvSpPr>
        <p:spPr>
          <a:xfrm>
            <a:off x="548640" y="457200"/>
            <a:ext cx="11064240" cy="594360"/>
          </a:xfrm>
          <a:prstGeom prst="rect">
            <a:avLst/>
          </a:prstGeom>
          <a:noFill/>
          <a:ln/>
        </p:spPr>
        <p:txBody>
          <a:bodyPr wrap="square" lIns="0" tIns="0" rIns="0" bIns="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a:solidFill>
                  <a:srgbClr val="16161F"/>
                </a:solidFill>
                <a:latin typeface="Calibri" pitchFamily="34" charset="0"/>
                <a:ea typeface="Calibri" pitchFamily="34" charset="-122"/>
                <a:cs typeface="Calibri" pitchFamily="34" charset="-120"/>
              </a:rPr>
              <a:t>Enquiry form and contact details</a:t>
            </a:r>
            <a:endParaRPr lang="en-US" sz="2800" dirty="0"/>
          </a:p>
        </p:txBody>
      </p:sp>
      <p:sp>
        <p:nvSpPr>
          <p:cNvPr id="3" name="Text 1">
            <a:extLst>
              <a:ext uri="{FF2B5EF4-FFF2-40B4-BE49-F238E27FC236}">
                <a16:creationId xmlns:a16="http://schemas.microsoft.com/office/drawing/2014/main" id="{3C815785-E92D-274D-1DC0-FCA79D8CE7C1}"/>
              </a:ext>
            </a:extLst>
          </p:cNvPr>
          <p:cNvSpPr txBox="1"/>
          <p:nvPr/>
        </p:nvSpPr>
        <p:spPr>
          <a:xfrm>
            <a:off x="548640" y="246888"/>
            <a:ext cx="9144000" cy="228600"/>
          </a:xfrm>
          <a:prstGeom prst="rect">
            <a:avLst/>
          </a:prstGeom>
          <a:noFill/>
          <a:ln/>
        </p:spPr>
        <p:txBody>
          <a:bodyPr wrap="square" lIns="0" tIns="0" rIns="0" bIns="0" rtlCol="0" anchor="t"/>
          <a:lstStyle/>
          <a:p>
            <a:pPr marL="0" indent="0">
              <a:buNone/>
            </a:pPr>
            <a:r>
              <a:rPr lang="en-US" sz="1050" b="1" kern="0" spc="200" dirty="0">
                <a:solidFill>
                  <a:srgbClr val="7B6CF6"/>
                </a:solidFill>
                <a:latin typeface="Calibri" pitchFamily="34" charset="0"/>
                <a:ea typeface="Calibri" pitchFamily="34" charset="-122"/>
                <a:cs typeface="Calibri" pitchFamily="34" charset="-120"/>
              </a:rPr>
              <a:t>CONTACT US · SECTION 1 OF 2</a:t>
            </a:r>
            <a:endParaRPr lang="en-US" sz="1050" dirty="0"/>
          </a:p>
        </p:txBody>
      </p:sp>
      <p:sp>
        <p:nvSpPr>
          <p:cNvPr id="4" name="Shape 2">
            <a:extLst>
              <a:ext uri="{FF2B5EF4-FFF2-40B4-BE49-F238E27FC236}">
                <a16:creationId xmlns:a16="http://schemas.microsoft.com/office/drawing/2014/main" id="{0D7DF720-D69F-BCC0-6FF1-2A798948F7C3}"/>
              </a:ext>
            </a:extLst>
          </p:cNvPr>
          <p:cNvSpPr/>
          <p:nvPr/>
        </p:nvSpPr>
        <p:spPr>
          <a:xfrm>
            <a:off x="548640" y="1325880"/>
            <a:ext cx="6537960" cy="4937760"/>
          </a:xfrm>
          <a:prstGeom prst="roundRect">
            <a:avLst>
              <a:gd name="adj" fmla="val 2222"/>
            </a:avLst>
          </a:prstGeom>
          <a:solidFill>
            <a:srgbClr val="FBFBFF"/>
          </a:solidFill>
          <a:ln w="9525">
            <a:solidFill>
              <a:srgbClr val="E4E3EF"/>
            </a:solidFill>
            <a:prstDash val="solid"/>
          </a:ln>
          <a:effectLst>
            <a:outerShdw blurRad="101600" dist="25400" dir="5400000" algn="bl" rotWithShape="0">
              <a:srgbClr val="28207A">
                <a:alpha val="12000"/>
              </a:srgbClr>
            </a:outerShdw>
          </a:effectLst>
        </p:spPr>
        <p:txBody>
          <a:bodyPr/>
          <a:lstStyle/>
          <a:p>
            <a:endParaRPr lang="en-IN"/>
          </a:p>
        </p:txBody>
      </p:sp>
      <p:sp>
        <p:nvSpPr>
          <p:cNvPr id="5" name="Shape 3">
            <a:extLst>
              <a:ext uri="{FF2B5EF4-FFF2-40B4-BE49-F238E27FC236}">
                <a16:creationId xmlns:a16="http://schemas.microsoft.com/office/drawing/2014/main" id="{9207B862-9D53-DCB4-5FC0-7BB9B361722D}"/>
              </a:ext>
            </a:extLst>
          </p:cNvPr>
          <p:cNvSpPr/>
          <p:nvPr/>
        </p:nvSpPr>
        <p:spPr>
          <a:xfrm>
            <a:off x="548640" y="1325880"/>
            <a:ext cx="6537960" cy="274320"/>
          </a:xfrm>
          <a:prstGeom prst="roundRect">
            <a:avLst>
              <a:gd name="adj" fmla="val 40000"/>
            </a:avLst>
          </a:prstGeom>
          <a:solidFill>
            <a:srgbClr val="EEEDF6"/>
          </a:solidFill>
          <a:ln/>
        </p:spPr>
        <p:txBody>
          <a:bodyPr/>
          <a:lstStyle/>
          <a:p>
            <a:endParaRPr lang="en-IN"/>
          </a:p>
        </p:txBody>
      </p:sp>
      <p:sp>
        <p:nvSpPr>
          <p:cNvPr id="6" name="Shape 4">
            <a:extLst>
              <a:ext uri="{FF2B5EF4-FFF2-40B4-BE49-F238E27FC236}">
                <a16:creationId xmlns:a16="http://schemas.microsoft.com/office/drawing/2014/main" id="{FED00B23-430E-8218-BCE1-3E419989A70D}"/>
              </a:ext>
            </a:extLst>
          </p:cNvPr>
          <p:cNvSpPr/>
          <p:nvPr/>
        </p:nvSpPr>
        <p:spPr>
          <a:xfrm>
            <a:off x="548640" y="1490472"/>
            <a:ext cx="6537960" cy="109728"/>
          </a:xfrm>
          <a:prstGeom prst="rect">
            <a:avLst/>
          </a:prstGeom>
          <a:solidFill>
            <a:srgbClr val="EEEDF6"/>
          </a:solidFill>
          <a:ln/>
        </p:spPr>
        <p:txBody>
          <a:bodyPr/>
          <a:lstStyle/>
          <a:p>
            <a:endParaRPr lang="en-IN"/>
          </a:p>
        </p:txBody>
      </p:sp>
      <p:sp>
        <p:nvSpPr>
          <p:cNvPr id="7" name="Shape 5">
            <a:extLst>
              <a:ext uri="{FF2B5EF4-FFF2-40B4-BE49-F238E27FC236}">
                <a16:creationId xmlns:a16="http://schemas.microsoft.com/office/drawing/2014/main" id="{3630F959-3DA3-DDEA-237D-3C7F91101084}"/>
              </a:ext>
            </a:extLst>
          </p:cNvPr>
          <p:cNvSpPr/>
          <p:nvPr/>
        </p:nvSpPr>
        <p:spPr>
          <a:xfrm>
            <a:off x="676656" y="1417320"/>
            <a:ext cx="91440" cy="91440"/>
          </a:xfrm>
          <a:prstGeom prst="ellipse">
            <a:avLst/>
          </a:prstGeom>
          <a:solidFill>
            <a:srgbClr val="F2B77A"/>
          </a:solidFill>
          <a:ln/>
        </p:spPr>
        <p:txBody>
          <a:bodyPr/>
          <a:lstStyle/>
          <a:p>
            <a:endParaRPr lang="en-IN"/>
          </a:p>
        </p:txBody>
      </p:sp>
      <p:sp>
        <p:nvSpPr>
          <p:cNvPr id="8" name="Shape 6">
            <a:extLst>
              <a:ext uri="{FF2B5EF4-FFF2-40B4-BE49-F238E27FC236}">
                <a16:creationId xmlns:a16="http://schemas.microsoft.com/office/drawing/2014/main" id="{6BD258F8-44C7-5C9A-20EA-54F262066A70}"/>
              </a:ext>
            </a:extLst>
          </p:cNvPr>
          <p:cNvSpPr/>
          <p:nvPr/>
        </p:nvSpPr>
        <p:spPr>
          <a:xfrm>
            <a:off x="822960" y="1417320"/>
            <a:ext cx="91440" cy="91440"/>
          </a:xfrm>
          <a:prstGeom prst="ellipse">
            <a:avLst/>
          </a:prstGeom>
          <a:solidFill>
            <a:srgbClr val="B3A8FF"/>
          </a:solidFill>
          <a:ln/>
        </p:spPr>
        <p:txBody>
          <a:bodyPr/>
          <a:lstStyle/>
          <a:p>
            <a:endParaRPr lang="en-IN"/>
          </a:p>
        </p:txBody>
      </p:sp>
      <p:sp>
        <p:nvSpPr>
          <p:cNvPr id="9" name="Shape 7">
            <a:extLst>
              <a:ext uri="{FF2B5EF4-FFF2-40B4-BE49-F238E27FC236}">
                <a16:creationId xmlns:a16="http://schemas.microsoft.com/office/drawing/2014/main" id="{EB7A91DD-2081-D388-450C-D1EF59F6602F}"/>
              </a:ext>
            </a:extLst>
          </p:cNvPr>
          <p:cNvSpPr/>
          <p:nvPr/>
        </p:nvSpPr>
        <p:spPr>
          <a:xfrm>
            <a:off x="969264" y="1417320"/>
            <a:ext cx="91440" cy="91440"/>
          </a:xfrm>
          <a:prstGeom prst="ellipse">
            <a:avLst/>
          </a:prstGeom>
          <a:solidFill>
            <a:srgbClr val="9DF0D4"/>
          </a:solidFill>
          <a:ln/>
        </p:spPr>
        <p:txBody>
          <a:bodyPr/>
          <a:lstStyle/>
          <a:p>
            <a:endParaRPr lang="en-IN"/>
          </a:p>
        </p:txBody>
      </p:sp>
      <p:sp>
        <p:nvSpPr>
          <p:cNvPr id="10" name="Shape 8">
            <a:extLst>
              <a:ext uri="{FF2B5EF4-FFF2-40B4-BE49-F238E27FC236}">
                <a16:creationId xmlns:a16="http://schemas.microsoft.com/office/drawing/2014/main" id="{654441EF-389A-75B0-7802-91A33674DA1D}"/>
              </a:ext>
            </a:extLst>
          </p:cNvPr>
          <p:cNvSpPr/>
          <p:nvPr/>
        </p:nvSpPr>
        <p:spPr>
          <a:xfrm>
            <a:off x="2628900" y="1380744"/>
            <a:ext cx="2377440" cy="164592"/>
          </a:xfrm>
          <a:prstGeom prst="roundRect">
            <a:avLst>
              <a:gd name="adj" fmla="val 50000"/>
            </a:avLst>
          </a:prstGeom>
          <a:solidFill>
            <a:srgbClr val="FFFFFF"/>
          </a:solidFill>
          <a:ln/>
        </p:spPr>
        <p:txBody>
          <a:bodyPr/>
          <a:lstStyle/>
          <a:p>
            <a:endParaRPr lang="en-IN"/>
          </a:p>
        </p:txBody>
      </p:sp>
      <p:sp>
        <p:nvSpPr>
          <p:cNvPr id="11" name="Text 9">
            <a:extLst>
              <a:ext uri="{FF2B5EF4-FFF2-40B4-BE49-F238E27FC236}">
                <a16:creationId xmlns:a16="http://schemas.microsoft.com/office/drawing/2014/main" id="{40EAFC73-4838-A9CF-A149-5235B2F2A516}"/>
              </a:ext>
            </a:extLst>
          </p:cNvPr>
          <p:cNvSpPr txBox="1"/>
          <p:nvPr/>
        </p:nvSpPr>
        <p:spPr>
          <a:xfrm>
            <a:off x="2628900" y="1380744"/>
            <a:ext cx="2377440" cy="164592"/>
          </a:xfrm>
          <a:prstGeom prst="rect">
            <a:avLst/>
          </a:prstGeom>
          <a:noFill/>
          <a:ln/>
        </p:spPr>
        <p:txBody>
          <a:bodyPr wrap="square" lIns="0" tIns="0" rIns="0" bIns="0" rtlCol="0" anchor="ctr"/>
          <a:lstStyle/>
          <a:p>
            <a:pPr marL="0" indent="0" algn="ctr">
              <a:buNone/>
            </a:pPr>
            <a:r>
              <a:rPr lang="en-US" sz="700" dirty="0">
                <a:solidFill>
                  <a:srgbClr val="8B8BA3"/>
                </a:solidFill>
                <a:latin typeface="Calibri" pitchFamily="34" charset="0"/>
                <a:ea typeface="Calibri" pitchFamily="34" charset="-122"/>
                <a:cs typeface="Calibri" pitchFamily="34" charset="-120"/>
              </a:rPr>
              <a:t>omaginfo.com/contact</a:t>
            </a:r>
            <a:endParaRPr lang="en-US" sz="700" dirty="0"/>
          </a:p>
        </p:txBody>
      </p:sp>
      <p:sp>
        <p:nvSpPr>
          <p:cNvPr id="12" name="Shape 10">
            <a:extLst>
              <a:ext uri="{FF2B5EF4-FFF2-40B4-BE49-F238E27FC236}">
                <a16:creationId xmlns:a16="http://schemas.microsoft.com/office/drawing/2014/main" id="{31ED74F2-899E-8AF3-46C6-8BEC08E154D3}"/>
              </a:ext>
            </a:extLst>
          </p:cNvPr>
          <p:cNvSpPr/>
          <p:nvPr/>
        </p:nvSpPr>
        <p:spPr>
          <a:xfrm>
            <a:off x="3408426" y="1737360"/>
            <a:ext cx="818388" cy="201168"/>
          </a:xfrm>
          <a:prstGeom prst="roundRect">
            <a:avLst>
              <a:gd name="adj" fmla="val 50000"/>
            </a:avLst>
          </a:prstGeom>
          <a:solidFill>
            <a:srgbClr val="ECEBFF"/>
          </a:solidFill>
          <a:ln/>
        </p:spPr>
        <p:txBody>
          <a:bodyPr/>
          <a:lstStyle/>
          <a:p>
            <a:endParaRPr lang="en-IN"/>
          </a:p>
        </p:txBody>
      </p:sp>
      <p:sp>
        <p:nvSpPr>
          <p:cNvPr id="13" name="Text 11">
            <a:extLst>
              <a:ext uri="{FF2B5EF4-FFF2-40B4-BE49-F238E27FC236}">
                <a16:creationId xmlns:a16="http://schemas.microsoft.com/office/drawing/2014/main" id="{3D8B7FA4-CBDB-99DB-ECF4-74DEE580CEE9}"/>
              </a:ext>
            </a:extLst>
          </p:cNvPr>
          <p:cNvSpPr txBox="1"/>
          <p:nvPr/>
        </p:nvSpPr>
        <p:spPr>
          <a:xfrm>
            <a:off x="3408426" y="1737360"/>
            <a:ext cx="818388" cy="201168"/>
          </a:xfrm>
          <a:prstGeom prst="rect">
            <a:avLst/>
          </a:prstGeom>
          <a:noFill/>
          <a:ln/>
        </p:spPr>
        <p:txBody>
          <a:bodyPr wrap="square" lIns="0" tIns="0" rIns="0" bIns="0" rtlCol="0" anchor="ctr"/>
          <a:lstStyle/>
          <a:p>
            <a:pPr marL="0" indent="0" algn="ctr">
              <a:buNone/>
            </a:pPr>
            <a:r>
              <a:rPr lang="en-US" sz="700" b="1" kern="0" spc="100" dirty="0">
                <a:solidFill>
                  <a:srgbClr val="7B6CF6"/>
                </a:solidFill>
                <a:latin typeface="Calibri" pitchFamily="34" charset="0"/>
                <a:ea typeface="Calibri" pitchFamily="34" charset="-122"/>
                <a:cs typeface="Calibri" pitchFamily="34" charset="-120"/>
              </a:rPr>
              <a:t>CONTACT US</a:t>
            </a:r>
            <a:endParaRPr lang="en-US" sz="700" dirty="0"/>
          </a:p>
        </p:txBody>
      </p:sp>
      <p:sp>
        <p:nvSpPr>
          <p:cNvPr id="14" name="Text 12">
            <a:extLst>
              <a:ext uri="{FF2B5EF4-FFF2-40B4-BE49-F238E27FC236}">
                <a16:creationId xmlns:a16="http://schemas.microsoft.com/office/drawing/2014/main" id="{31B35917-A645-9D8F-39FB-35B48014871B}"/>
              </a:ext>
            </a:extLst>
          </p:cNvPr>
          <p:cNvSpPr txBox="1"/>
          <p:nvPr/>
        </p:nvSpPr>
        <p:spPr>
          <a:xfrm>
            <a:off x="749808" y="1993392"/>
            <a:ext cx="6135624" cy="365760"/>
          </a:xfrm>
          <a:prstGeom prst="rect">
            <a:avLst/>
          </a:prstGeom>
          <a:noFill/>
          <a:ln/>
        </p:spPr>
        <p:txBody>
          <a:bodyPr wrap="square" lIns="0" tIns="0" rIns="0" bIns="0" rtlCol="0" anchor="t"/>
          <a:lstStyle/>
          <a:p>
            <a:pPr marL="0" indent="0" algn="ctr">
              <a:buNone/>
            </a:pPr>
            <a:r>
              <a:rPr lang="en-US" sz="1700" b="1" dirty="0">
                <a:solidFill>
                  <a:srgbClr val="16161F"/>
                </a:solidFill>
                <a:latin typeface="Calibri" pitchFamily="34" charset="0"/>
                <a:ea typeface="Calibri" pitchFamily="34" charset="-122"/>
                <a:cs typeface="Calibri" pitchFamily="34" charset="-120"/>
              </a:rPr>
              <a:t>Connect with Omaginfo LLC</a:t>
            </a:r>
            <a:endParaRPr lang="en-US" sz="1700" dirty="0"/>
          </a:p>
        </p:txBody>
      </p:sp>
      <p:sp>
        <p:nvSpPr>
          <p:cNvPr id="15" name="Text 13">
            <a:extLst>
              <a:ext uri="{FF2B5EF4-FFF2-40B4-BE49-F238E27FC236}">
                <a16:creationId xmlns:a16="http://schemas.microsoft.com/office/drawing/2014/main" id="{AEB33E5D-9BED-09D6-D58A-19A80DDBC902}"/>
              </a:ext>
            </a:extLst>
          </p:cNvPr>
          <p:cNvSpPr txBox="1"/>
          <p:nvPr/>
        </p:nvSpPr>
        <p:spPr>
          <a:xfrm>
            <a:off x="749808" y="2359152"/>
            <a:ext cx="6135624" cy="228600"/>
          </a:xfrm>
          <a:prstGeom prst="rect">
            <a:avLst/>
          </a:prstGeom>
          <a:noFill/>
          <a:ln/>
        </p:spPr>
        <p:txBody>
          <a:bodyPr wrap="square" lIns="0" tIns="0" rIns="0" bIns="0" rtlCol="0" anchor="t"/>
          <a:lstStyle/>
          <a:p>
            <a:pPr marL="0" indent="0" algn="ctr">
              <a:buNone/>
            </a:pPr>
            <a:r>
              <a:rPr lang="en-US" sz="850" dirty="0">
                <a:solidFill>
                  <a:srgbClr val="5F6075"/>
                </a:solidFill>
                <a:latin typeface="Calibri" pitchFamily="34" charset="0"/>
                <a:ea typeface="Calibri" pitchFamily="34" charset="-122"/>
                <a:cs typeface="Calibri" pitchFamily="34" charset="-120"/>
              </a:rPr>
              <a:t>Discuss your routing requirements and explore opportunities for collaboration.</a:t>
            </a:r>
            <a:endParaRPr lang="en-US" sz="850" dirty="0"/>
          </a:p>
        </p:txBody>
      </p:sp>
      <p:sp>
        <p:nvSpPr>
          <p:cNvPr id="16" name="Shape 14">
            <a:extLst>
              <a:ext uri="{FF2B5EF4-FFF2-40B4-BE49-F238E27FC236}">
                <a16:creationId xmlns:a16="http://schemas.microsoft.com/office/drawing/2014/main" id="{C6F2D93B-5718-26EB-D0E1-337C2FA48163}"/>
              </a:ext>
            </a:extLst>
          </p:cNvPr>
          <p:cNvSpPr/>
          <p:nvPr/>
        </p:nvSpPr>
        <p:spPr>
          <a:xfrm>
            <a:off x="749808" y="2743200"/>
            <a:ext cx="3611880" cy="3337560"/>
          </a:xfrm>
          <a:prstGeom prst="roundRect">
            <a:avLst>
              <a:gd name="adj" fmla="val 4384"/>
            </a:avLst>
          </a:prstGeom>
          <a:solidFill>
            <a:srgbClr val="FFFFFF"/>
          </a:solidFill>
          <a:ln w="9525">
            <a:solidFill>
              <a:srgbClr val="E4E3EF"/>
            </a:solidFill>
            <a:prstDash val="solid"/>
          </a:ln>
        </p:spPr>
        <p:txBody>
          <a:bodyPr/>
          <a:lstStyle/>
          <a:p>
            <a:endParaRPr lang="en-IN"/>
          </a:p>
        </p:txBody>
      </p:sp>
      <p:sp>
        <p:nvSpPr>
          <p:cNvPr id="17" name="Shape 15">
            <a:extLst>
              <a:ext uri="{FF2B5EF4-FFF2-40B4-BE49-F238E27FC236}">
                <a16:creationId xmlns:a16="http://schemas.microsoft.com/office/drawing/2014/main" id="{042889B0-7D4B-BC18-2F06-679DDDBBB4EA}"/>
              </a:ext>
            </a:extLst>
          </p:cNvPr>
          <p:cNvSpPr/>
          <p:nvPr/>
        </p:nvSpPr>
        <p:spPr>
          <a:xfrm>
            <a:off x="932688" y="2907792"/>
            <a:ext cx="2926080" cy="274320"/>
          </a:xfrm>
          <a:prstGeom prst="roundRect">
            <a:avLst>
              <a:gd name="adj" fmla="val 50000"/>
            </a:avLst>
          </a:prstGeom>
          <a:solidFill>
            <a:srgbClr val="F3F2FA"/>
          </a:solidFill>
          <a:ln/>
        </p:spPr>
        <p:txBody>
          <a:bodyPr/>
          <a:lstStyle/>
          <a:p>
            <a:endParaRPr lang="en-IN"/>
          </a:p>
        </p:txBody>
      </p:sp>
      <p:sp>
        <p:nvSpPr>
          <p:cNvPr id="18" name="Shape 16">
            <a:extLst>
              <a:ext uri="{FF2B5EF4-FFF2-40B4-BE49-F238E27FC236}">
                <a16:creationId xmlns:a16="http://schemas.microsoft.com/office/drawing/2014/main" id="{FCF940BC-2B71-798A-043B-E47F796CE030}"/>
              </a:ext>
            </a:extLst>
          </p:cNvPr>
          <p:cNvSpPr/>
          <p:nvPr/>
        </p:nvSpPr>
        <p:spPr>
          <a:xfrm>
            <a:off x="960120" y="2935224"/>
            <a:ext cx="910742" cy="219456"/>
          </a:xfrm>
          <a:prstGeom prst="roundRect">
            <a:avLst>
              <a:gd name="adj" fmla="val 50000"/>
            </a:avLst>
          </a:prstGeom>
          <a:solidFill>
            <a:srgbClr val="16161F"/>
          </a:solidFill>
          <a:ln/>
        </p:spPr>
        <p:txBody>
          <a:bodyPr/>
          <a:lstStyle/>
          <a:p>
            <a:endParaRPr lang="en-IN"/>
          </a:p>
        </p:txBody>
      </p:sp>
      <p:sp>
        <p:nvSpPr>
          <p:cNvPr id="19" name="Text 17">
            <a:extLst>
              <a:ext uri="{FF2B5EF4-FFF2-40B4-BE49-F238E27FC236}">
                <a16:creationId xmlns:a16="http://schemas.microsoft.com/office/drawing/2014/main" id="{9E6BCE38-0ACB-045A-CC62-C8E7CE4A530F}"/>
              </a:ext>
            </a:extLst>
          </p:cNvPr>
          <p:cNvSpPr txBox="1"/>
          <p:nvPr/>
        </p:nvSpPr>
        <p:spPr>
          <a:xfrm>
            <a:off x="960120" y="2935224"/>
            <a:ext cx="910742"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Voice / VoIP</a:t>
            </a:r>
            <a:endParaRPr lang="en-US" sz="750" dirty="0"/>
          </a:p>
        </p:txBody>
      </p:sp>
      <p:sp>
        <p:nvSpPr>
          <p:cNvPr id="20" name="Text 18">
            <a:extLst>
              <a:ext uri="{FF2B5EF4-FFF2-40B4-BE49-F238E27FC236}">
                <a16:creationId xmlns:a16="http://schemas.microsoft.com/office/drawing/2014/main" id="{B05A77BB-DEA2-F468-2BCE-E0CDF593CD28}"/>
              </a:ext>
            </a:extLst>
          </p:cNvPr>
          <p:cNvSpPr txBox="1"/>
          <p:nvPr/>
        </p:nvSpPr>
        <p:spPr>
          <a:xfrm>
            <a:off x="1889150" y="2935224"/>
            <a:ext cx="433426" cy="219456"/>
          </a:xfrm>
          <a:prstGeom prst="rect">
            <a:avLst/>
          </a:prstGeom>
          <a:noFill/>
          <a:ln/>
        </p:spPr>
        <p:txBody>
          <a:bodyPr wrap="square" lIns="0" tIns="0" rIns="0" bIns="0" rtlCol="0" anchor="ctr"/>
          <a:lstStyle/>
          <a:p>
            <a:pPr marL="0" indent="0" algn="ctr">
              <a:buNone/>
            </a:pPr>
            <a:r>
              <a:rPr lang="en-US" sz="750" b="1" dirty="0">
                <a:solidFill>
                  <a:srgbClr val="5F6075"/>
                </a:solidFill>
                <a:latin typeface="Calibri" pitchFamily="34" charset="0"/>
                <a:ea typeface="Calibri" pitchFamily="34" charset="-122"/>
                <a:cs typeface="Calibri" pitchFamily="34" charset="-120"/>
              </a:rPr>
              <a:t>SMS</a:t>
            </a:r>
            <a:endParaRPr lang="en-US" sz="750" dirty="0"/>
          </a:p>
        </p:txBody>
      </p:sp>
      <p:sp>
        <p:nvSpPr>
          <p:cNvPr id="21" name="Text 19">
            <a:extLst>
              <a:ext uri="{FF2B5EF4-FFF2-40B4-BE49-F238E27FC236}">
                <a16:creationId xmlns:a16="http://schemas.microsoft.com/office/drawing/2014/main" id="{672C60DE-A29E-B4C8-D112-EAFDB6D842ED}"/>
              </a:ext>
            </a:extLst>
          </p:cNvPr>
          <p:cNvSpPr txBox="1"/>
          <p:nvPr/>
        </p:nvSpPr>
        <p:spPr>
          <a:xfrm>
            <a:off x="2340864" y="2935224"/>
            <a:ext cx="857707" cy="219456"/>
          </a:xfrm>
          <a:prstGeom prst="rect">
            <a:avLst/>
          </a:prstGeom>
          <a:noFill/>
          <a:ln/>
        </p:spPr>
        <p:txBody>
          <a:bodyPr wrap="square" lIns="0" tIns="0" rIns="0" bIns="0" rtlCol="0" anchor="ctr"/>
          <a:lstStyle/>
          <a:p>
            <a:pPr marL="0" indent="0" algn="ctr">
              <a:buNone/>
            </a:pPr>
            <a:r>
              <a:rPr lang="en-US" sz="750" b="1" dirty="0">
                <a:solidFill>
                  <a:srgbClr val="5F6075"/>
                </a:solidFill>
                <a:latin typeface="Calibri" pitchFamily="34" charset="0"/>
                <a:ea typeface="Calibri" pitchFamily="34" charset="-122"/>
                <a:cs typeface="Calibri" pitchFamily="34" charset="-120"/>
              </a:rPr>
              <a:t>Partnership</a:t>
            </a:r>
            <a:endParaRPr lang="en-US" sz="750" dirty="0"/>
          </a:p>
        </p:txBody>
      </p:sp>
      <p:sp>
        <p:nvSpPr>
          <p:cNvPr id="22" name="Text 20">
            <a:extLst>
              <a:ext uri="{FF2B5EF4-FFF2-40B4-BE49-F238E27FC236}">
                <a16:creationId xmlns:a16="http://schemas.microsoft.com/office/drawing/2014/main" id="{8F4679C7-429A-CE55-3EB0-DC3B820312F5}"/>
              </a:ext>
            </a:extLst>
          </p:cNvPr>
          <p:cNvSpPr txBox="1"/>
          <p:nvPr/>
        </p:nvSpPr>
        <p:spPr>
          <a:xfrm>
            <a:off x="3216859" y="2935224"/>
            <a:ext cx="645566" cy="219456"/>
          </a:xfrm>
          <a:prstGeom prst="rect">
            <a:avLst/>
          </a:prstGeom>
          <a:noFill/>
          <a:ln/>
        </p:spPr>
        <p:txBody>
          <a:bodyPr wrap="square" lIns="0" tIns="0" rIns="0" bIns="0" rtlCol="0" anchor="ctr"/>
          <a:lstStyle/>
          <a:p>
            <a:pPr marL="0" indent="0" algn="ctr">
              <a:buNone/>
            </a:pPr>
            <a:r>
              <a:rPr lang="en-US" sz="750" b="1" dirty="0">
                <a:solidFill>
                  <a:srgbClr val="5F6075"/>
                </a:solidFill>
                <a:latin typeface="Calibri" pitchFamily="34" charset="0"/>
                <a:ea typeface="Calibri" pitchFamily="34" charset="-122"/>
                <a:cs typeface="Calibri" pitchFamily="34" charset="-120"/>
              </a:rPr>
              <a:t>General</a:t>
            </a:r>
            <a:endParaRPr lang="en-US" sz="750" dirty="0"/>
          </a:p>
        </p:txBody>
      </p:sp>
      <p:sp>
        <p:nvSpPr>
          <p:cNvPr id="23" name="Text 21">
            <a:extLst>
              <a:ext uri="{FF2B5EF4-FFF2-40B4-BE49-F238E27FC236}">
                <a16:creationId xmlns:a16="http://schemas.microsoft.com/office/drawing/2014/main" id="{7D54B55B-261E-4C42-9753-35A73B0DA933}"/>
              </a:ext>
            </a:extLst>
          </p:cNvPr>
          <p:cNvSpPr txBox="1"/>
          <p:nvPr/>
        </p:nvSpPr>
        <p:spPr>
          <a:xfrm>
            <a:off x="3877056" y="2862072"/>
            <a:ext cx="137160" cy="137160"/>
          </a:xfrm>
          <a:prstGeom prst="rect">
            <a:avLst/>
          </a:prstGeom>
          <a:noFill/>
          <a:ln/>
        </p:spPr>
        <p:txBody>
          <a:bodyPr wrap="square" lIns="0" tIns="0" rIns="0" bIns="0" rtlCol="0" anchor="t"/>
          <a:lstStyle/>
          <a:p>
            <a:pPr marL="0" indent="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24" name="Text 22">
            <a:extLst>
              <a:ext uri="{FF2B5EF4-FFF2-40B4-BE49-F238E27FC236}">
                <a16:creationId xmlns:a16="http://schemas.microsoft.com/office/drawing/2014/main" id="{4E6E45E9-204C-9C9F-E47E-D3EB45C7E627}"/>
              </a:ext>
            </a:extLst>
          </p:cNvPr>
          <p:cNvSpPr txBox="1"/>
          <p:nvPr/>
        </p:nvSpPr>
        <p:spPr>
          <a:xfrm>
            <a:off x="932688" y="3310128"/>
            <a:ext cx="1554480" cy="164592"/>
          </a:xfrm>
          <a:prstGeom prst="rect">
            <a:avLst/>
          </a:prstGeom>
          <a:noFill/>
          <a:ln/>
        </p:spPr>
        <p:txBody>
          <a:bodyPr wrap="square" lIns="0" tIns="0" rIns="0" bIns="0" rtlCol="0" anchor="t"/>
          <a:lstStyle/>
          <a:p>
            <a:pPr marL="0" indent="0">
              <a:buNone/>
            </a:pPr>
            <a:r>
              <a:rPr lang="en-US" sz="750" b="1" dirty="0">
                <a:solidFill>
                  <a:srgbClr val="16161F"/>
                </a:solidFill>
                <a:latin typeface="Calibri" pitchFamily="34" charset="0"/>
                <a:ea typeface="Calibri" pitchFamily="34" charset="-122"/>
                <a:cs typeface="Calibri" pitchFamily="34" charset="-120"/>
              </a:rPr>
              <a:t>Full name *</a:t>
            </a:r>
            <a:endParaRPr lang="en-US" sz="750" dirty="0"/>
          </a:p>
        </p:txBody>
      </p:sp>
      <p:sp>
        <p:nvSpPr>
          <p:cNvPr id="25" name="Shape 23">
            <a:extLst>
              <a:ext uri="{FF2B5EF4-FFF2-40B4-BE49-F238E27FC236}">
                <a16:creationId xmlns:a16="http://schemas.microsoft.com/office/drawing/2014/main" id="{18FC6958-BA88-5130-BE55-B0B3CE363EC0}"/>
              </a:ext>
            </a:extLst>
          </p:cNvPr>
          <p:cNvSpPr/>
          <p:nvPr/>
        </p:nvSpPr>
        <p:spPr>
          <a:xfrm>
            <a:off x="932688" y="3493008"/>
            <a:ext cx="1554480" cy="274320"/>
          </a:xfrm>
          <a:prstGeom prst="roundRect">
            <a:avLst>
              <a:gd name="adj" fmla="val 26667"/>
            </a:avLst>
          </a:prstGeom>
          <a:solidFill>
            <a:srgbClr val="F3F2FA"/>
          </a:solidFill>
          <a:ln w="9525">
            <a:solidFill>
              <a:srgbClr val="E4E3EF"/>
            </a:solidFill>
            <a:prstDash val="solid"/>
          </a:ln>
        </p:spPr>
        <p:txBody>
          <a:bodyPr/>
          <a:lstStyle/>
          <a:p>
            <a:endParaRPr lang="en-IN"/>
          </a:p>
        </p:txBody>
      </p:sp>
      <p:sp>
        <p:nvSpPr>
          <p:cNvPr id="26" name="Text 24">
            <a:extLst>
              <a:ext uri="{FF2B5EF4-FFF2-40B4-BE49-F238E27FC236}">
                <a16:creationId xmlns:a16="http://schemas.microsoft.com/office/drawing/2014/main" id="{7EEAEA53-3A13-A0AC-8DCB-3EE3510B7CBD}"/>
              </a:ext>
            </a:extLst>
          </p:cNvPr>
          <p:cNvSpPr txBox="1"/>
          <p:nvPr/>
        </p:nvSpPr>
        <p:spPr>
          <a:xfrm>
            <a:off x="1024128" y="3493008"/>
            <a:ext cx="1371600" cy="274320"/>
          </a:xfrm>
          <a:prstGeom prst="rect">
            <a:avLst/>
          </a:prstGeom>
          <a:noFill/>
          <a:ln/>
        </p:spPr>
        <p:txBody>
          <a:bodyPr wrap="square" lIns="0" tIns="0" rIns="0" bIns="0" rtlCol="0" anchor="ctr"/>
          <a:lstStyle/>
          <a:p>
            <a:pPr marL="0" indent="0">
              <a:buNone/>
            </a:pPr>
            <a:r>
              <a:rPr lang="en-US" sz="750" dirty="0">
                <a:solidFill>
                  <a:srgbClr val="8B8BA3"/>
                </a:solidFill>
                <a:latin typeface="Calibri" pitchFamily="34" charset="0"/>
                <a:ea typeface="Calibri" pitchFamily="34" charset="-122"/>
                <a:cs typeface="Calibri" pitchFamily="34" charset="-120"/>
              </a:rPr>
              <a:t>Your name</a:t>
            </a:r>
            <a:endParaRPr lang="en-US" sz="750" dirty="0"/>
          </a:p>
        </p:txBody>
      </p:sp>
      <p:sp>
        <p:nvSpPr>
          <p:cNvPr id="27" name="Text 25">
            <a:extLst>
              <a:ext uri="{FF2B5EF4-FFF2-40B4-BE49-F238E27FC236}">
                <a16:creationId xmlns:a16="http://schemas.microsoft.com/office/drawing/2014/main" id="{E4341185-FFDE-71E2-1FC1-46551DC13DAB}"/>
              </a:ext>
            </a:extLst>
          </p:cNvPr>
          <p:cNvSpPr txBox="1"/>
          <p:nvPr/>
        </p:nvSpPr>
        <p:spPr>
          <a:xfrm>
            <a:off x="2624328" y="3310128"/>
            <a:ext cx="1554480" cy="164592"/>
          </a:xfrm>
          <a:prstGeom prst="rect">
            <a:avLst/>
          </a:prstGeom>
          <a:noFill/>
          <a:ln/>
        </p:spPr>
        <p:txBody>
          <a:bodyPr wrap="square" lIns="0" tIns="0" rIns="0" bIns="0" rtlCol="0" anchor="t"/>
          <a:lstStyle/>
          <a:p>
            <a:pPr marL="0" indent="0">
              <a:buNone/>
            </a:pPr>
            <a:r>
              <a:rPr lang="en-US" sz="750" b="1" dirty="0">
                <a:solidFill>
                  <a:srgbClr val="16161F"/>
                </a:solidFill>
                <a:latin typeface="Calibri" pitchFamily="34" charset="0"/>
                <a:ea typeface="Calibri" pitchFamily="34" charset="-122"/>
                <a:cs typeface="Calibri" pitchFamily="34" charset="-120"/>
              </a:rPr>
              <a:t>Company *</a:t>
            </a:r>
            <a:endParaRPr lang="en-US" sz="750" dirty="0"/>
          </a:p>
        </p:txBody>
      </p:sp>
      <p:sp>
        <p:nvSpPr>
          <p:cNvPr id="28" name="Shape 26">
            <a:extLst>
              <a:ext uri="{FF2B5EF4-FFF2-40B4-BE49-F238E27FC236}">
                <a16:creationId xmlns:a16="http://schemas.microsoft.com/office/drawing/2014/main" id="{4CF7667B-2DD4-3D72-486D-17D11756C784}"/>
              </a:ext>
            </a:extLst>
          </p:cNvPr>
          <p:cNvSpPr/>
          <p:nvPr/>
        </p:nvSpPr>
        <p:spPr>
          <a:xfrm>
            <a:off x="2624328" y="3493008"/>
            <a:ext cx="1554480" cy="274320"/>
          </a:xfrm>
          <a:prstGeom prst="roundRect">
            <a:avLst>
              <a:gd name="adj" fmla="val 26667"/>
            </a:avLst>
          </a:prstGeom>
          <a:solidFill>
            <a:srgbClr val="F3F2FA"/>
          </a:solidFill>
          <a:ln w="9525">
            <a:solidFill>
              <a:srgbClr val="E4E3EF"/>
            </a:solidFill>
            <a:prstDash val="solid"/>
          </a:ln>
        </p:spPr>
        <p:txBody>
          <a:bodyPr/>
          <a:lstStyle/>
          <a:p>
            <a:endParaRPr lang="en-IN"/>
          </a:p>
        </p:txBody>
      </p:sp>
      <p:sp>
        <p:nvSpPr>
          <p:cNvPr id="29" name="Text 27">
            <a:extLst>
              <a:ext uri="{FF2B5EF4-FFF2-40B4-BE49-F238E27FC236}">
                <a16:creationId xmlns:a16="http://schemas.microsoft.com/office/drawing/2014/main" id="{C23C525D-933F-BA5E-49C3-AEF9D864525C}"/>
              </a:ext>
            </a:extLst>
          </p:cNvPr>
          <p:cNvSpPr txBox="1"/>
          <p:nvPr/>
        </p:nvSpPr>
        <p:spPr>
          <a:xfrm>
            <a:off x="2715768" y="3493008"/>
            <a:ext cx="1371600" cy="274320"/>
          </a:xfrm>
          <a:prstGeom prst="rect">
            <a:avLst/>
          </a:prstGeom>
          <a:noFill/>
          <a:ln/>
        </p:spPr>
        <p:txBody>
          <a:bodyPr wrap="square" lIns="0" tIns="0" rIns="0" bIns="0" rtlCol="0" anchor="ctr"/>
          <a:lstStyle/>
          <a:p>
            <a:pPr marL="0" indent="0">
              <a:buNone/>
            </a:pPr>
            <a:r>
              <a:rPr lang="en-US" sz="750" dirty="0">
                <a:solidFill>
                  <a:srgbClr val="8B8BA3"/>
                </a:solidFill>
                <a:latin typeface="Calibri" pitchFamily="34" charset="0"/>
                <a:ea typeface="Calibri" pitchFamily="34" charset="-122"/>
                <a:cs typeface="Calibri" pitchFamily="34" charset="-120"/>
              </a:rPr>
              <a:t>Company name</a:t>
            </a:r>
            <a:endParaRPr lang="en-US" sz="750" dirty="0"/>
          </a:p>
        </p:txBody>
      </p:sp>
      <p:sp>
        <p:nvSpPr>
          <p:cNvPr id="30" name="Text 28">
            <a:extLst>
              <a:ext uri="{FF2B5EF4-FFF2-40B4-BE49-F238E27FC236}">
                <a16:creationId xmlns:a16="http://schemas.microsoft.com/office/drawing/2014/main" id="{3FD59854-51AB-5953-3CE2-37F2366B75DD}"/>
              </a:ext>
            </a:extLst>
          </p:cNvPr>
          <p:cNvSpPr txBox="1"/>
          <p:nvPr/>
        </p:nvSpPr>
        <p:spPr>
          <a:xfrm>
            <a:off x="932688" y="3840480"/>
            <a:ext cx="1554480" cy="164592"/>
          </a:xfrm>
          <a:prstGeom prst="rect">
            <a:avLst/>
          </a:prstGeom>
          <a:noFill/>
          <a:ln/>
        </p:spPr>
        <p:txBody>
          <a:bodyPr wrap="square" lIns="0" tIns="0" rIns="0" bIns="0" rtlCol="0" anchor="t"/>
          <a:lstStyle/>
          <a:p>
            <a:pPr marL="0" indent="0">
              <a:buNone/>
            </a:pPr>
            <a:r>
              <a:rPr lang="en-US" sz="750" b="1" dirty="0">
                <a:solidFill>
                  <a:srgbClr val="16161F"/>
                </a:solidFill>
                <a:latin typeface="Calibri" pitchFamily="34" charset="0"/>
                <a:ea typeface="Calibri" pitchFamily="34" charset="-122"/>
                <a:cs typeface="Calibri" pitchFamily="34" charset="-120"/>
              </a:rPr>
              <a:t>Business email *</a:t>
            </a:r>
            <a:endParaRPr lang="en-US" sz="750" dirty="0"/>
          </a:p>
        </p:txBody>
      </p:sp>
      <p:sp>
        <p:nvSpPr>
          <p:cNvPr id="31" name="Shape 29">
            <a:extLst>
              <a:ext uri="{FF2B5EF4-FFF2-40B4-BE49-F238E27FC236}">
                <a16:creationId xmlns:a16="http://schemas.microsoft.com/office/drawing/2014/main" id="{90A4BB7A-D989-0ABF-98CE-ACBE3510D01A}"/>
              </a:ext>
            </a:extLst>
          </p:cNvPr>
          <p:cNvSpPr/>
          <p:nvPr/>
        </p:nvSpPr>
        <p:spPr>
          <a:xfrm>
            <a:off x="932688" y="4023360"/>
            <a:ext cx="1554480" cy="274320"/>
          </a:xfrm>
          <a:prstGeom prst="roundRect">
            <a:avLst>
              <a:gd name="adj" fmla="val 26667"/>
            </a:avLst>
          </a:prstGeom>
          <a:solidFill>
            <a:srgbClr val="F3F2FA"/>
          </a:solidFill>
          <a:ln w="9525">
            <a:solidFill>
              <a:srgbClr val="E4E3EF"/>
            </a:solidFill>
            <a:prstDash val="solid"/>
          </a:ln>
        </p:spPr>
        <p:txBody>
          <a:bodyPr/>
          <a:lstStyle/>
          <a:p>
            <a:endParaRPr lang="en-IN"/>
          </a:p>
        </p:txBody>
      </p:sp>
      <p:sp>
        <p:nvSpPr>
          <p:cNvPr id="32" name="Text 30">
            <a:extLst>
              <a:ext uri="{FF2B5EF4-FFF2-40B4-BE49-F238E27FC236}">
                <a16:creationId xmlns:a16="http://schemas.microsoft.com/office/drawing/2014/main" id="{8AD8C0B7-7E0A-B6D9-0D2B-78F4DE341EAC}"/>
              </a:ext>
            </a:extLst>
          </p:cNvPr>
          <p:cNvSpPr txBox="1"/>
          <p:nvPr/>
        </p:nvSpPr>
        <p:spPr>
          <a:xfrm>
            <a:off x="1024128" y="4023360"/>
            <a:ext cx="1371600" cy="274320"/>
          </a:xfrm>
          <a:prstGeom prst="rect">
            <a:avLst/>
          </a:prstGeom>
          <a:noFill/>
          <a:ln/>
        </p:spPr>
        <p:txBody>
          <a:bodyPr wrap="square" lIns="0" tIns="0" rIns="0" bIns="0" rtlCol="0" anchor="ctr"/>
          <a:lstStyle/>
          <a:p>
            <a:pPr marL="0" indent="0">
              <a:buNone/>
            </a:pPr>
            <a:r>
              <a:rPr lang="en-US" sz="750" dirty="0">
                <a:solidFill>
                  <a:srgbClr val="8B8BA3"/>
                </a:solidFill>
                <a:latin typeface="Calibri" pitchFamily="34" charset="0"/>
                <a:ea typeface="Calibri" pitchFamily="34" charset="-122"/>
                <a:cs typeface="Calibri" pitchFamily="34" charset="-120"/>
              </a:rPr>
              <a:t>name@company.com</a:t>
            </a:r>
            <a:endParaRPr lang="en-US" sz="750" dirty="0"/>
          </a:p>
        </p:txBody>
      </p:sp>
      <p:sp>
        <p:nvSpPr>
          <p:cNvPr id="33" name="Text 31">
            <a:extLst>
              <a:ext uri="{FF2B5EF4-FFF2-40B4-BE49-F238E27FC236}">
                <a16:creationId xmlns:a16="http://schemas.microsoft.com/office/drawing/2014/main" id="{1BA65564-5EC1-B1A1-1DB0-121655601E38}"/>
              </a:ext>
            </a:extLst>
          </p:cNvPr>
          <p:cNvSpPr txBox="1"/>
          <p:nvPr/>
        </p:nvSpPr>
        <p:spPr>
          <a:xfrm>
            <a:off x="2624328" y="3840480"/>
            <a:ext cx="1554480" cy="164592"/>
          </a:xfrm>
          <a:prstGeom prst="rect">
            <a:avLst/>
          </a:prstGeom>
          <a:noFill/>
          <a:ln/>
        </p:spPr>
        <p:txBody>
          <a:bodyPr wrap="square" lIns="0" tIns="0" rIns="0" bIns="0" rtlCol="0" anchor="t"/>
          <a:lstStyle/>
          <a:p>
            <a:pPr marL="0" indent="0">
              <a:buNone/>
            </a:pPr>
            <a:r>
              <a:rPr lang="en-US" sz="750" b="1" dirty="0">
                <a:solidFill>
                  <a:srgbClr val="16161F"/>
                </a:solidFill>
                <a:latin typeface="Calibri" pitchFamily="34" charset="0"/>
                <a:ea typeface="Calibri" pitchFamily="34" charset="-122"/>
                <a:cs typeface="Calibri" pitchFamily="34" charset="-120"/>
              </a:rPr>
              <a:t>Phone</a:t>
            </a:r>
            <a:endParaRPr lang="en-US" sz="750" dirty="0"/>
          </a:p>
        </p:txBody>
      </p:sp>
      <p:sp>
        <p:nvSpPr>
          <p:cNvPr id="34" name="Shape 32">
            <a:extLst>
              <a:ext uri="{FF2B5EF4-FFF2-40B4-BE49-F238E27FC236}">
                <a16:creationId xmlns:a16="http://schemas.microsoft.com/office/drawing/2014/main" id="{2D33128D-6C85-2CD0-4076-FDCC130DC0B0}"/>
              </a:ext>
            </a:extLst>
          </p:cNvPr>
          <p:cNvSpPr/>
          <p:nvPr/>
        </p:nvSpPr>
        <p:spPr>
          <a:xfrm>
            <a:off x="2624328" y="4023360"/>
            <a:ext cx="1554480" cy="274320"/>
          </a:xfrm>
          <a:prstGeom prst="roundRect">
            <a:avLst>
              <a:gd name="adj" fmla="val 26667"/>
            </a:avLst>
          </a:prstGeom>
          <a:solidFill>
            <a:srgbClr val="F3F2FA"/>
          </a:solidFill>
          <a:ln w="9525">
            <a:solidFill>
              <a:srgbClr val="E4E3EF"/>
            </a:solidFill>
            <a:prstDash val="solid"/>
          </a:ln>
        </p:spPr>
        <p:txBody>
          <a:bodyPr/>
          <a:lstStyle/>
          <a:p>
            <a:endParaRPr lang="en-IN"/>
          </a:p>
        </p:txBody>
      </p:sp>
      <p:sp>
        <p:nvSpPr>
          <p:cNvPr id="35" name="Text 33">
            <a:extLst>
              <a:ext uri="{FF2B5EF4-FFF2-40B4-BE49-F238E27FC236}">
                <a16:creationId xmlns:a16="http://schemas.microsoft.com/office/drawing/2014/main" id="{1220C602-1AE5-3089-A5DA-2857DA419535}"/>
              </a:ext>
            </a:extLst>
          </p:cNvPr>
          <p:cNvSpPr txBox="1"/>
          <p:nvPr/>
        </p:nvSpPr>
        <p:spPr>
          <a:xfrm>
            <a:off x="2715768" y="4023360"/>
            <a:ext cx="1371600" cy="274320"/>
          </a:xfrm>
          <a:prstGeom prst="rect">
            <a:avLst/>
          </a:prstGeom>
          <a:noFill/>
          <a:ln/>
        </p:spPr>
        <p:txBody>
          <a:bodyPr wrap="square" lIns="0" tIns="0" rIns="0" bIns="0" rtlCol="0" anchor="ctr"/>
          <a:lstStyle/>
          <a:p>
            <a:pPr marL="0" indent="0">
              <a:buNone/>
            </a:pPr>
            <a:r>
              <a:rPr lang="en-US" sz="750" dirty="0">
                <a:solidFill>
                  <a:srgbClr val="8B8BA3"/>
                </a:solidFill>
                <a:latin typeface="Calibri" pitchFamily="34" charset="0"/>
                <a:ea typeface="Calibri" pitchFamily="34" charset="-122"/>
                <a:cs typeface="Calibri" pitchFamily="34" charset="-120"/>
              </a:rPr>
              <a:t>+ country code</a:t>
            </a:r>
            <a:endParaRPr lang="en-US" sz="750" dirty="0"/>
          </a:p>
        </p:txBody>
      </p:sp>
      <p:sp>
        <p:nvSpPr>
          <p:cNvPr id="36" name="Text 34">
            <a:extLst>
              <a:ext uri="{FF2B5EF4-FFF2-40B4-BE49-F238E27FC236}">
                <a16:creationId xmlns:a16="http://schemas.microsoft.com/office/drawing/2014/main" id="{A3422078-3660-B921-BDA9-939F4999C85C}"/>
              </a:ext>
            </a:extLst>
          </p:cNvPr>
          <p:cNvSpPr txBox="1"/>
          <p:nvPr/>
        </p:nvSpPr>
        <p:spPr>
          <a:xfrm>
            <a:off x="932688" y="4370832"/>
            <a:ext cx="3246120" cy="164592"/>
          </a:xfrm>
          <a:prstGeom prst="rect">
            <a:avLst/>
          </a:prstGeom>
          <a:noFill/>
          <a:ln/>
        </p:spPr>
        <p:txBody>
          <a:bodyPr wrap="square" lIns="0" tIns="0" rIns="0" bIns="0" rtlCol="0" anchor="t"/>
          <a:lstStyle/>
          <a:p>
            <a:pPr marL="0" indent="0">
              <a:buNone/>
            </a:pPr>
            <a:r>
              <a:rPr lang="en-US" sz="750" b="1" dirty="0">
                <a:solidFill>
                  <a:srgbClr val="16161F"/>
                </a:solidFill>
                <a:latin typeface="Calibri" pitchFamily="34" charset="0"/>
                <a:ea typeface="Calibri" pitchFamily="34" charset="-122"/>
                <a:cs typeface="Calibri" pitchFamily="34" charset="-120"/>
              </a:rPr>
              <a:t>Message *</a:t>
            </a:r>
            <a:endParaRPr lang="en-US" sz="750" dirty="0"/>
          </a:p>
        </p:txBody>
      </p:sp>
      <p:sp>
        <p:nvSpPr>
          <p:cNvPr id="37" name="Shape 35">
            <a:extLst>
              <a:ext uri="{FF2B5EF4-FFF2-40B4-BE49-F238E27FC236}">
                <a16:creationId xmlns:a16="http://schemas.microsoft.com/office/drawing/2014/main" id="{74AD3EC5-6B4E-1AE0-7854-9E33553FF16A}"/>
              </a:ext>
            </a:extLst>
          </p:cNvPr>
          <p:cNvSpPr/>
          <p:nvPr/>
        </p:nvSpPr>
        <p:spPr>
          <a:xfrm>
            <a:off x="932688" y="4553712"/>
            <a:ext cx="3246120" cy="640080"/>
          </a:xfrm>
          <a:prstGeom prst="roundRect">
            <a:avLst>
              <a:gd name="adj" fmla="val 11429"/>
            </a:avLst>
          </a:prstGeom>
          <a:solidFill>
            <a:srgbClr val="F3F2FA"/>
          </a:solidFill>
          <a:ln w="9525">
            <a:solidFill>
              <a:srgbClr val="E4E3EF"/>
            </a:solidFill>
            <a:prstDash val="solid"/>
          </a:ln>
        </p:spPr>
        <p:txBody>
          <a:bodyPr/>
          <a:lstStyle/>
          <a:p>
            <a:endParaRPr lang="en-IN"/>
          </a:p>
        </p:txBody>
      </p:sp>
      <p:sp>
        <p:nvSpPr>
          <p:cNvPr id="38" name="Text 36">
            <a:extLst>
              <a:ext uri="{FF2B5EF4-FFF2-40B4-BE49-F238E27FC236}">
                <a16:creationId xmlns:a16="http://schemas.microsoft.com/office/drawing/2014/main" id="{691E5461-095F-28B4-9029-DC29E673C5F8}"/>
              </a:ext>
            </a:extLst>
          </p:cNvPr>
          <p:cNvSpPr txBox="1"/>
          <p:nvPr/>
        </p:nvSpPr>
        <p:spPr>
          <a:xfrm>
            <a:off x="1024128" y="4553712"/>
            <a:ext cx="3063240" cy="274320"/>
          </a:xfrm>
          <a:prstGeom prst="rect">
            <a:avLst/>
          </a:prstGeom>
          <a:noFill/>
          <a:ln/>
        </p:spPr>
        <p:txBody>
          <a:bodyPr wrap="square" lIns="0" tIns="0" rIns="0" bIns="0" rtlCol="0" anchor="ctr"/>
          <a:lstStyle/>
          <a:p>
            <a:pPr marL="0" indent="0">
              <a:buNone/>
            </a:pPr>
            <a:r>
              <a:rPr lang="en-US" sz="750" dirty="0">
                <a:solidFill>
                  <a:srgbClr val="8B8BA3"/>
                </a:solidFill>
                <a:latin typeface="Calibri" pitchFamily="34" charset="0"/>
                <a:ea typeface="Calibri" pitchFamily="34" charset="-122"/>
                <a:cs typeface="Calibri" pitchFamily="34" charset="-120"/>
              </a:rPr>
              <a:t>Tell us about your destinations and traffic requirements</a:t>
            </a:r>
            <a:endParaRPr lang="en-US" sz="750" dirty="0"/>
          </a:p>
        </p:txBody>
      </p:sp>
      <p:sp>
        <p:nvSpPr>
          <p:cNvPr id="39" name="Shape 37">
            <a:extLst>
              <a:ext uri="{FF2B5EF4-FFF2-40B4-BE49-F238E27FC236}">
                <a16:creationId xmlns:a16="http://schemas.microsoft.com/office/drawing/2014/main" id="{89B2E940-8A64-572D-4022-EDDD4B906E8E}"/>
              </a:ext>
            </a:extLst>
          </p:cNvPr>
          <p:cNvSpPr/>
          <p:nvPr/>
        </p:nvSpPr>
        <p:spPr>
          <a:xfrm>
            <a:off x="932688" y="5257800"/>
            <a:ext cx="118872" cy="118872"/>
          </a:xfrm>
          <a:prstGeom prst="roundRect">
            <a:avLst>
              <a:gd name="adj" fmla="val 15385"/>
            </a:avLst>
          </a:prstGeom>
          <a:solidFill>
            <a:srgbClr val="FFFFFF"/>
          </a:solidFill>
          <a:ln w="9525">
            <a:solidFill>
              <a:srgbClr val="5F6075"/>
            </a:solidFill>
            <a:prstDash val="solid"/>
          </a:ln>
        </p:spPr>
        <p:txBody>
          <a:bodyPr/>
          <a:lstStyle/>
          <a:p>
            <a:endParaRPr lang="en-IN"/>
          </a:p>
        </p:txBody>
      </p:sp>
      <p:sp>
        <p:nvSpPr>
          <p:cNvPr id="40" name="Text 38">
            <a:extLst>
              <a:ext uri="{FF2B5EF4-FFF2-40B4-BE49-F238E27FC236}">
                <a16:creationId xmlns:a16="http://schemas.microsoft.com/office/drawing/2014/main" id="{D2B86936-2A22-55C8-1CE7-BB915A792089}"/>
              </a:ext>
            </a:extLst>
          </p:cNvPr>
          <p:cNvSpPr txBox="1"/>
          <p:nvPr/>
        </p:nvSpPr>
        <p:spPr>
          <a:xfrm>
            <a:off x="1115568" y="5230368"/>
            <a:ext cx="2286000" cy="182880"/>
          </a:xfrm>
          <a:prstGeom prst="rect">
            <a:avLst/>
          </a:prstGeom>
          <a:noFill/>
          <a:ln/>
        </p:spPr>
        <p:txBody>
          <a:bodyPr wrap="square" lIns="0" tIns="0" rIns="0" bIns="0" rtlCol="0" anchor="t"/>
          <a:lstStyle/>
          <a:p>
            <a:pPr marL="0" indent="0">
              <a:buNone/>
            </a:pPr>
            <a:r>
              <a:rPr lang="en-US" sz="700" dirty="0">
                <a:solidFill>
                  <a:srgbClr val="5F6075"/>
                </a:solidFill>
                <a:latin typeface="Calibri" pitchFamily="34" charset="0"/>
                <a:ea typeface="Calibri" pitchFamily="34" charset="-122"/>
                <a:cs typeface="Calibri" pitchFamily="34" charset="-120"/>
              </a:rPr>
              <a:t>I agree to the Privacy Policy</a:t>
            </a:r>
            <a:endParaRPr lang="en-US" sz="700" dirty="0"/>
          </a:p>
        </p:txBody>
      </p:sp>
      <p:sp>
        <p:nvSpPr>
          <p:cNvPr id="41" name="Shape 39">
            <a:extLst>
              <a:ext uri="{FF2B5EF4-FFF2-40B4-BE49-F238E27FC236}">
                <a16:creationId xmlns:a16="http://schemas.microsoft.com/office/drawing/2014/main" id="{0D2EDBCD-E8DE-67E2-306A-E6A670086CC3}"/>
              </a:ext>
            </a:extLst>
          </p:cNvPr>
          <p:cNvSpPr/>
          <p:nvPr/>
        </p:nvSpPr>
        <p:spPr>
          <a:xfrm>
            <a:off x="932688" y="5577840"/>
            <a:ext cx="964143" cy="256032"/>
          </a:xfrm>
          <a:prstGeom prst="roundRect">
            <a:avLst>
              <a:gd name="adj" fmla="val 50000"/>
            </a:avLst>
          </a:prstGeom>
          <a:solidFill>
            <a:srgbClr val="7B6CF6"/>
          </a:solidFill>
          <a:ln/>
        </p:spPr>
        <p:txBody>
          <a:bodyPr/>
          <a:lstStyle/>
          <a:p>
            <a:endParaRPr lang="en-IN"/>
          </a:p>
        </p:txBody>
      </p:sp>
      <p:sp>
        <p:nvSpPr>
          <p:cNvPr id="42" name="Text 40">
            <a:extLst>
              <a:ext uri="{FF2B5EF4-FFF2-40B4-BE49-F238E27FC236}">
                <a16:creationId xmlns:a16="http://schemas.microsoft.com/office/drawing/2014/main" id="{D967C97B-934A-3A68-D280-724AD20C65F7}"/>
              </a:ext>
            </a:extLst>
          </p:cNvPr>
          <p:cNvSpPr txBox="1"/>
          <p:nvPr/>
        </p:nvSpPr>
        <p:spPr>
          <a:xfrm>
            <a:off x="932688" y="5577840"/>
            <a:ext cx="964143" cy="256032"/>
          </a:xfrm>
          <a:prstGeom prst="rect">
            <a:avLst/>
          </a:prstGeom>
          <a:solidFill>
            <a:schemeClr val="bg1">
              <a:lumMod val="75000"/>
            </a:schemeClr>
          </a:solid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Send Enquiry</a:t>
            </a:r>
            <a:endParaRPr lang="en-US" sz="850" dirty="0"/>
          </a:p>
        </p:txBody>
      </p:sp>
      <p:sp>
        <p:nvSpPr>
          <p:cNvPr id="43" name="Text 41">
            <a:extLst>
              <a:ext uri="{FF2B5EF4-FFF2-40B4-BE49-F238E27FC236}">
                <a16:creationId xmlns:a16="http://schemas.microsoft.com/office/drawing/2014/main" id="{99FFCE0C-5FFE-3D79-BCAE-3664918561E3}"/>
              </a:ext>
            </a:extLst>
          </p:cNvPr>
          <p:cNvSpPr txBox="1"/>
          <p:nvPr/>
        </p:nvSpPr>
        <p:spPr>
          <a:xfrm>
            <a:off x="1878543" y="5532120"/>
            <a:ext cx="137160" cy="137160"/>
          </a:xfrm>
          <a:prstGeom prst="rect">
            <a:avLst/>
          </a:prstGeom>
          <a:noFill/>
          <a:ln/>
        </p:spPr>
        <p:txBody>
          <a:bodyPr wrap="square" lIns="0" tIns="0" rIns="0" bIns="0" rtlCol="0" anchor="t"/>
          <a:lstStyle/>
          <a:p>
            <a:pPr marL="0" indent="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sp>
        <p:nvSpPr>
          <p:cNvPr id="44" name="Text 42">
            <a:extLst>
              <a:ext uri="{FF2B5EF4-FFF2-40B4-BE49-F238E27FC236}">
                <a16:creationId xmlns:a16="http://schemas.microsoft.com/office/drawing/2014/main" id="{994067D1-8DA2-241C-B35E-AC8479E65BB3}"/>
              </a:ext>
            </a:extLst>
          </p:cNvPr>
          <p:cNvSpPr txBox="1"/>
          <p:nvPr/>
        </p:nvSpPr>
        <p:spPr>
          <a:xfrm>
            <a:off x="2167128" y="5623560"/>
            <a:ext cx="2103120" cy="182880"/>
          </a:xfrm>
          <a:prstGeom prst="rect">
            <a:avLst/>
          </a:prstGeom>
          <a:noFill/>
          <a:ln/>
        </p:spPr>
        <p:txBody>
          <a:bodyPr wrap="square" lIns="0" tIns="0" rIns="0" bIns="0" rtlCol="0" anchor="t"/>
          <a:lstStyle/>
          <a:p>
            <a:pPr marL="0" indent="0">
              <a:buNone/>
            </a:pPr>
            <a:r>
              <a:rPr lang="en-US" sz="650" i="1" dirty="0">
                <a:solidFill>
                  <a:srgbClr val="7B6CF6"/>
                </a:solidFill>
                <a:latin typeface="Calibri" pitchFamily="34" charset="0"/>
                <a:ea typeface="Calibri" pitchFamily="34" charset="-122"/>
                <a:cs typeface="Calibri" pitchFamily="34" charset="-120"/>
              </a:rPr>
              <a:t>✱ Field labels, placeholders and toggle are proposed</a:t>
            </a:r>
            <a:endParaRPr lang="en-US" sz="650" dirty="0"/>
          </a:p>
        </p:txBody>
      </p:sp>
      <p:sp>
        <p:nvSpPr>
          <p:cNvPr id="45" name="Shape 43">
            <a:extLst>
              <a:ext uri="{FF2B5EF4-FFF2-40B4-BE49-F238E27FC236}">
                <a16:creationId xmlns:a16="http://schemas.microsoft.com/office/drawing/2014/main" id="{A5FA824F-140E-0A69-FED1-B248EAB883F4}"/>
              </a:ext>
            </a:extLst>
          </p:cNvPr>
          <p:cNvSpPr/>
          <p:nvPr/>
        </p:nvSpPr>
        <p:spPr>
          <a:xfrm>
            <a:off x="4498848" y="2743200"/>
            <a:ext cx="2386584" cy="3337560"/>
          </a:xfrm>
          <a:prstGeom prst="roundRect">
            <a:avLst>
              <a:gd name="adj" fmla="val 6130"/>
            </a:avLst>
          </a:prstGeom>
          <a:solidFill>
            <a:schemeClr val="tx1">
              <a:lumMod val="75000"/>
              <a:lumOff val="25000"/>
            </a:schemeClr>
          </a:solidFill>
          <a:ln/>
        </p:spPr>
        <p:txBody>
          <a:bodyPr/>
          <a:lstStyle/>
          <a:p>
            <a:endParaRPr lang="en-IN"/>
          </a:p>
        </p:txBody>
      </p:sp>
      <p:sp>
        <p:nvSpPr>
          <p:cNvPr id="46" name="Text 44">
            <a:extLst>
              <a:ext uri="{FF2B5EF4-FFF2-40B4-BE49-F238E27FC236}">
                <a16:creationId xmlns:a16="http://schemas.microsoft.com/office/drawing/2014/main" id="{65376928-0E4B-2BF8-39EA-45F6E78AEC57}"/>
              </a:ext>
            </a:extLst>
          </p:cNvPr>
          <p:cNvSpPr txBox="1"/>
          <p:nvPr/>
        </p:nvSpPr>
        <p:spPr>
          <a:xfrm>
            <a:off x="4681728" y="2907792"/>
            <a:ext cx="1828800" cy="274320"/>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Get in Touch</a:t>
            </a:r>
            <a:endParaRPr lang="en-US" sz="1100" dirty="0"/>
          </a:p>
        </p:txBody>
      </p:sp>
      <p:sp>
        <p:nvSpPr>
          <p:cNvPr id="47" name="Text 45">
            <a:extLst>
              <a:ext uri="{FF2B5EF4-FFF2-40B4-BE49-F238E27FC236}">
                <a16:creationId xmlns:a16="http://schemas.microsoft.com/office/drawing/2014/main" id="{1D8BF284-B5BB-6AAE-F20E-BDA4F7AD8BCE}"/>
              </a:ext>
            </a:extLst>
          </p:cNvPr>
          <p:cNvSpPr txBox="1"/>
          <p:nvPr/>
        </p:nvSpPr>
        <p:spPr>
          <a:xfrm>
            <a:off x="5550408" y="2862072"/>
            <a:ext cx="137160" cy="137160"/>
          </a:xfrm>
          <a:prstGeom prst="rect">
            <a:avLst/>
          </a:prstGeom>
          <a:noFill/>
          <a:ln/>
        </p:spPr>
        <p:txBody>
          <a:bodyPr wrap="square" lIns="0" tIns="0" rIns="0" bIns="0" rtlCol="0" anchor="t"/>
          <a:lstStyle/>
          <a:p>
            <a:pPr marL="0" indent="0">
              <a:buNone/>
            </a:pPr>
            <a:r>
              <a:rPr lang="en-US" sz="800" b="1" dirty="0">
                <a:solidFill>
                  <a:srgbClr val="7B6CF6"/>
                </a:solidFill>
                <a:latin typeface="Calibri" pitchFamily="34" charset="0"/>
                <a:ea typeface="Calibri" pitchFamily="34" charset="-122"/>
                <a:cs typeface="Calibri" pitchFamily="34" charset="-120"/>
              </a:rPr>
              <a:t>✱</a:t>
            </a:r>
            <a:endParaRPr lang="en-US" sz="800" dirty="0"/>
          </a:p>
        </p:txBody>
      </p:sp>
      <p:pic>
        <p:nvPicPr>
          <p:cNvPr id="48" name="Image 0" descr="preencoded.png">
            <a:extLst>
              <a:ext uri="{FF2B5EF4-FFF2-40B4-BE49-F238E27FC236}">
                <a16:creationId xmlns:a16="http://schemas.microsoft.com/office/drawing/2014/main" id="{62857E30-3F06-0095-1854-176E7EBC10B3}"/>
              </a:ext>
            </a:extLst>
          </p:cNvPr>
          <p:cNvPicPr>
            <a:picLocks noChangeAspect="1"/>
          </p:cNvPicPr>
          <p:nvPr/>
        </p:nvPicPr>
        <p:blipFill>
          <a:blip r:embed="rId3">
            <a:duotone>
              <a:schemeClr val="bg2">
                <a:shade val="45000"/>
                <a:satMod val="135000"/>
              </a:schemeClr>
              <a:prstClr val="white"/>
            </a:duotone>
          </a:blip>
          <a:stretch>
            <a:fillRect/>
          </a:stretch>
        </p:blipFill>
        <p:spPr>
          <a:xfrm>
            <a:off x="4681728" y="3319272"/>
            <a:ext cx="155448" cy="155448"/>
          </a:xfrm>
          <a:prstGeom prst="rect">
            <a:avLst/>
          </a:prstGeom>
        </p:spPr>
      </p:pic>
      <p:sp>
        <p:nvSpPr>
          <p:cNvPr id="49" name="Text 46">
            <a:extLst>
              <a:ext uri="{FF2B5EF4-FFF2-40B4-BE49-F238E27FC236}">
                <a16:creationId xmlns:a16="http://schemas.microsoft.com/office/drawing/2014/main" id="{CF86D717-8558-CF76-25C4-B1E5B2C87B9D}"/>
              </a:ext>
            </a:extLst>
          </p:cNvPr>
          <p:cNvSpPr txBox="1"/>
          <p:nvPr/>
        </p:nvSpPr>
        <p:spPr>
          <a:xfrm>
            <a:off x="4937760" y="3291840"/>
            <a:ext cx="1371600" cy="146304"/>
          </a:xfrm>
          <a:prstGeom prst="rect">
            <a:avLst/>
          </a:prstGeom>
          <a:noFill/>
          <a:ln/>
        </p:spPr>
        <p:txBody>
          <a:bodyPr wrap="square" lIns="0" tIns="0" rIns="0" bIns="0" rtlCol="0" anchor="t"/>
          <a:lstStyle/>
          <a:p>
            <a:pPr marL="0" indent="0">
              <a:buNone/>
            </a:pPr>
            <a:r>
              <a:rPr lang="en-US" sz="650" kern="0" spc="100" dirty="0">
                <a:solidFill>
                  <a:srgbClr val="8B8BA3"/>
                </a:solidFill>
                <a:latin typeface="Calibri" pitchFamily="34" charset="0"/>
                <a:ea typeface="Calibri" pitchFamily="34" charset="-122"/>
                <a:cs typeface="Calibri" pitchFamily="34" charset="-120"/>
              </a:rPr>
              <a:t>EMAIL</a:t>
            </a:r>
            <a:endParaRPr lang="en-US" sz="650" dirty="0"/>
          </a:p>
        </p:txBody>
      </p:sp>
      <p:sp>
        <p:nvSpPr>
          <p:cNvPr id="50" name="Text 47">
            <a:extLst>
              <a:ext uri="{FF2B5EF4-FFF2-40B4-BE49-F238E27FC236}">
                <a16:creationId xmlns:a16="http://schemas.microsoft.com/office/drawing/2014/main" id="{136FBED0-2543-E30A-4079-4E987818BF30}"/>
              </a:ext>
            </a:extLst>
          </p:cNvPr>
          <p:cNvSpPr txBox="1"/>
          <p:nvPr/>
        </p:nvSpPr>
        <p:spPr>
          <a:xfrm>
            <a:off x="4937760" y="3438144"/>
            <a:ext cx="1837944" cy="201168"/>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info@test.com</a:t>
            </a:r>
            <a:endParaRPr lang="en-US" sz="800" dirty="0"/>
          </a:p>
        </p:txBody>
      </p:sp>
      <p:pic>
        <p:nvPicPr>
          <p:cNvPr id="51" name="Image 1" descr="preencoded.png">
            <a:extLst>
              <a:ext uri="{FF2B5EF4-FFF2-40B4-BE49-F238E27FC236}">
                <a16:creationId xmlns:a16="http://schemas.microsoft.com/office/drawing/2014/main" id="{223A7D59-C497-5258-F28F-1D3AF22B7515}"/>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4681728" y="3886200"/>
            <a:ext cx="155448" cy="155448"/>
          </a:xfrm>
          <a:prstGeom prst="rect">
            <a:avLst/>
          </a:prstGeom>
        </p:spPr>
      </p:pic>
      <p:sp>
        <p:nvSpPr>
          <p:cNvPr id="52" name="Text 48">
            <a:extLst>
              <a:ext uri="{FF2B5EF4-FFF2-40B4-BE49-F238E27FC236}">
                <a16:creationId xmlns:a16="http://schemas.microsoft.com/office/drawing/2014/main" id="{4A457C97-F237-634E-79D6-4D2840D9012A}"/>
              </a:ext>
            </a:extLst>
          </p:cNvPr>
          <p:cNvSpPr txBox="1"/>
          <p:nvPr/>
        </p:nvSpPr>
        <p:spPr>
          <a:xfrm>
            <a:off x="4937760" y="3858768"/>
            <a:ext cx="1371600" cy="146304"/>
          </a:xfrm>
          <a:prstGeom prst="rect">
            <a:avLst/>
          </a:prstGeom>
          <a:noFill/>
          <a:ln/>
        </p:spPr>
        <p:txBody>
          <a:bodyPr wrap="square" lIns="0" tIns="0" rIns="0" bIns="0" rtlCol="0" anchor="t"/>
          <a:lstStyle/>
          <a:p>
            <a:pPr marL="0" indent="0">
              <a:buNone/>
            </a:pPr>
            <a:r>
              <a:rPr lang="en-US" sz="650" kern="0" spc="100" dirty="0">
                <a:solidFill>
                  <a:srgbClr val="8B8BA3"/>
                </a:solidFill>
                <a:latin typeface="Calibri" pitchFamily="34" charset="0"/>
                <a:ea typeface="Calibri" pitchFamily="34" charset="-122"/>
                <a:cs typeface="Calibri" pitchFamily="34" charset="-120"/>
              </a:rPr>
              <a:t>PHONE</a:t>
            </a:r>
            <a:endParaRPr lang="en-US" sz="650" dirty="0"/>
          </a:p>
        </p:txBody>
      </p:sp>
      <p:sp>
        <p:nvSpPr>
          <p:cNvPr id="53" name="Text 49">
            <a:extLst>
              <a:ext uri="{FF2B5EF4-FFF2-40B4-BE49-F238E27FC236}">
                <a16:creationId xmlns:a16="http://schemas.microsoft.com/office/drawing/2014/main" id="{9249D5DE-4F21-F874-BF0F-878060F21771}"/>
              </a:ext>
            </a:extLst>
          </p:cNvPr>
          <p:cNvSpPr txBox="1"/>
          <p:nvPr/>
        </p:nvSpPr>
        <p:spPr>
          <a:xfrm>
            <a:off x="4937760" y="4005072"/>
            <a:ext cx="1837944" cy="201168"/>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+1 (725) 999-99999</a:t>
            </a:r>
            <a:endParaRPr lang="en-US" sz="800" dirty="0"/>
          </a:p>
        </p:txBody>
      </p:sp>
      <p:pic>
        <p:nvPicPr>
          <p:cNvPr id="54" name="Image 2" descr="preencoded.png">
            <a:extLst>
              <a:ext uri="{FF2B5EF4-FFF2-40B4-BE49-F238E27FC236}">
                <a16:creationId xmlns:a16="http://schemas.microsoft.com/office/drawing/2014/main" id="{4CC7D9E1-992E-0D08-3F3B-26E58922E40E}"/>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Lst>
          </a:blip>
          <a:stretch>
            <a:fillRect/>
          </a:stretch>
        </p:blipFill>
        <p:spPr>
          <a:xfrm>
            <a:off x="4681728" y="4453128"/>
            <a:ext cx="155448" cy="155448"/>
          </a:xfrm>
          <a:prstGeom prst="rect">
            <a:avLst/>
          </a:prstGeom>
        </p:spPr>
      </p:pic>
      <p:sp>
        <p:nvSpPr>
          <p:cNvPr id="55" name="Text 50">
            <a:extLst>
              <a:ext uri="{FF2B5EF4-FFF2-40B4-BE49-F238E27FC236}">
                <a16:creationId xmlns:a16="http://schemas.microsoft.com/office/drawing/2014/main" id="{D15996AC-1212-C7CB-7815-B0F66CA8FC06}"/>
              </a:ext>
            </a:extLst>
          </p:cNvPr>
          <p:cNvSpPr txBox="1"/>
          <p:nvPr/>
        </p:nvSpPr>
        <p:spPr>
          <a:xfrm>
            <a:off x="4937760" y="4425696"/>
            <a:ext cx="1371600" cy="146304"/>
          </a:xfrm>
          <a:prstGeom prst="rect">
            <a:avLst/>
          </a:prstGeom>
          <a:noFill/>
          <a:ln/>
        </p:spPr>
        <p:txBody>
          <a:bodyPr wrap="square" lIns="0" tIns="0" rIns="0" bIns="0" rtlCol="0" anchor="t"/>
          <a:lstStyle/>
          <a:p>
            <a:pPr marL="0" indent="0">
              <a:buNone/>
            </a:pPr>
            <a:r>
              <a:rPr lang="en-US" sz="650" kern="0" spc="100" dirty="0">
                <a:solidFill>
                  <a:srgbClr val="8B8BA3"/>
                </a:solidFill>
                <a:latin typeface="Calibri" pitchFamily="34" charset="0"/>
                <a:ea typeface="Calibri" pitchFamily="34" charset="-122"/>
                <a:cs typeface="Calibri" pitchFamily="34" charset="-120"/>
              </a:rPr>
              <a:t>OFFICE</a:t>
            </a:r>
            <a:endParaRPr lang="en-US" sz="650" dirty="0"/>
          </a:p>
        </p:txBody>
      </p:sp>
      <p:sp>
        <p:nvSpPr>
          <p:cNvPr id="56" name="Text 51">
            <a:extLst>
              <a:ext uri="{FF2B5EF4-FFF2-40B4-BE49-F238E27FC236}">
                <a16:creationId xmlns:a16="http://schemas.microsoft.com/office/drawing/2014/main" id="{D26BF641-233F-7B5D-4509-92E8C38C6BE9}"/>
              </a:ext>
            </a:extLst>
          </p:cNvPr>
          <p:cNvSpPr txBox="1"/>
          <p:nvPr/>
        </p:nvSpPr>
        <p:spPr>
          <a:xfrm>
            <a:off x="4937760" y="4572000"/>
            <a:ext cx="1837944" cy="411480"/>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273, test street . London</a:t>
            </a:r>
          </a:p>
          <a:p>
            <a:pPr marL="0" indent="0">
              <a:buNone/>
            </a:pPr>
            <a:r>
              <a:rPr lang="en-US" sz="800" dirty="0">
                <a:solidFill>
                  <a:srgbClr val="FFFFFF"/>
                </a:solidFill>
                <a:latin typeface="Calibri" pitchFamily="34" charset="0"/>
                <a:ea typeface="Calibri" pitchFamily="34" charset="-122"/>
                <a:cs typeface="Calibri" pitchFamily="34" charset="-120"/>
              </a:rPr>
              <a:t>UK</a:t>
            </a:r>
            <a:endParaRPr lang="en-US" sz="800" dirty="0"/>
          </a:p>
        </p:txBody>
      </p:sp>
      <p:pic>
        <p:nvPicPr>
          <p:cNvPr id="57" name="Image 3" descr="preencoded.png">
            <a:extLst>
              <a:ext uri="{FF2B5EF4-FFF2-40B4-BE49-F238E27FC236}">
                <a16:creationId xmlns:a16="http://schemas.microsoft.com/office/drawing/2014/main" id="{828FECD8-24CE-2417-C06A-B064200600D1}"/>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Lst>
          </a:blip>
          <a:stretch>
            <a:fillRect/>
          </a:stretch>
        </p:blipFill>
        <p:spPr>
          <a:xfrm>
            <a:off x="4681728" y="5020056"/>
            <a:ext cx="155448" cy="155448"/>
          </a:xfrm>
          <a:prstGeom prst="rect">
            <a:avLst/>
          </a:prstGeom>
        </p:spPr>
      </p:pic>
      <p:sp>
        <p:nvSpPr>
          <p:cNvPr id="58" name="Text 52">
            <a:extLst>
              <a:ext uri="{FF2B5EF4-FFF2-40B4-BE49-F238E27FC236}">
                <a16:creationId xmlns:a16="http://schemas.microsoft.com/office/drawing/2014/main" id="{605F3CF8-8826-6207-1278-8C635BBEC263}"/>
              </a:ext>
            </a:extLst>
          </p:cNvPr>
          <p:cNvSpPr txBox="1"/>
          <p:nvPr/>
        </p:nvSpPr>
        <p:spPr>
          <a:xfrm>
            <a:off x="4937760" y="4992624"/>
            <a:ext cx="1371600" cy="146304"/>
          </a:xfrm>
          <a:prstGeom prst="rect">
            <a:avLst/>
          </a:prstGeom>
          <a:noFill/>
          <a:ln/>
        </p:spPr>
        <p:txBody>
          <a:bodyPr wrap="square" lIns="0" tIns="0" rIns="0" bIns="0" rtlCol="0" anchor="t"/>
          <a:lstStyle/>
          <a:p>
            <a:pPr marL="0" indent="0">
              <a:buNone/>
            </a:pPr>
            <a:r>
              <a:rPr lang="en-US" sz="650" kern="0" spc="100" dirty="0">
                <a:solidFill>
                  <a:srgbClr val="8B8BA3"/>
                </a:solidFill>
                <a:latin typeface="Calibri" pitchFamily="34" charset="0"/>
                <a:ea typeface="Calibri" pitchFamily="34" charset="-122"/>
                <a:cs typeface="Calibri" pitchFamily="34" charset="-120"/>
              </a:rPr>
              <a:t>LINKEDIN</a:t>
            </a:r>
            <a:endParaRPr lang="en-US" sz="650" dirty="0"/>
          </a:p>
        </p:txBody>
      </p:sp>
      <p:sp>
        <p:nvSpPr>
          <p:cNvPr id="59" name="Text 53">
            <a:extLst>
              <a:ext uri="{FF2B5EF4-FFF2-40B4-BE49-F238E27FC236}">
                <a16:creationId xmlns:a16="http://schemas.microsoft.com/office/drawing/2014/main" id="{7954C64E-53FE-BE1D-4D89-C9F26571E5F8}"/>
              </a:ext>
            </a:extLst>
          </p:cNvPr>
          <p:cNvSpPr txBox="1"/>
          <p:nvPr/>
        </p:nvSpPr>
        <p:spPr>
          <a:xfrm>
            <a:off x="4937760" y="5138928"/>
            <a:ext cx="1837944" cy="201168"/>
          </a:xfrm>
          <a:prstGeom prst="rect">
            <a:avLst/>
          </a:prstGeom>
          <a:noFill/>
          <a:ln/>
        </p:spPr>
        <p:txBody>
          <a:bodyPr wrap="square" lIns="0" tIns="0" rIns="0" bIns="0" rtlCol="0" anchor="t"/>
          <a:lstStyle/>
          <a:p>
            <a:pPr marL="0" indent="0">
              <a:buNone/>
            </a:pPr>
            <a:r>
              <a:rPr lang="en-US" sz="800" dirty="0">
                <a:solidFill>
                  <a:srgbClr val="FFFFFF"/>
                </a:solidFill>
                <a:latin typeface="Calibri" pitchFamily="34" charset="0"/>
                <a:ea typeface="Calibri" pitchFamily="34" charset="-122"/>
                <a:cs typeface="Calibri" pitchFamily="34" charset="-120"/>
              </a:rPr>
              <a:t>www.linkedIn.com</a:t>
            </a:r>
            <a:endParaRPr lang="en-US" sz="800" dirty="0"/>
          </a:p>
        </p:txBody>
      </p:sp>
      <p:sp>
        <p:nvSpPr>
          <p:cNvPr id="60" name="Shape 54">
            <a:extLst>
              <a:ext uri="{FF2B5EF4-FFF2-40B4-BE49-F238E27FC236}">
                <a16:creationId xmlns:a16="http://schemas.microsoft.com/office/drawing/2014/main" id="{71B22BEF-64FB-D602-36B5-AA31D25D998A}"/>
              </a:ext>
            </a:extLst>
          </p:cNvPr>
          <p:cNvSpPr/>
          <p:nvPr/>
        </p:nvSpPr>
        <p:spPr>
          <a:xfrm>
            <a:off x="5687568" y="4407408"/>
            <a:ext cx="537210" cy="182880"/>
          </a:xfrm>
          <a:prstGeom prst="roundRect">
            <a:avLst>
              <a:gd name="adj" fmla="val 50000"/>
            </a:avLst>
          </a:prstGeom>
          <a:solidFill>
            <a:srgbClr val="FDE9D3"/>
          </a:solidFill>
          <a:ln/>
        </p:spPr>
        <p:txBody>
          <a:bodyPr/>
          <a:lstStyle/>
          <a:p>
            <a:endParaRPr lang="en-IN"/>
          </a:p>
        </p:txBody>
      </p:sp>
      <p:sp>
        <p:nvSpPr>
          <p:cNvPr id="61" name="Text 55">
            <a:extLst>
              <a:ext uri="{FF2B5EF4-FFF2-40B4-BE49-F238E27FC236}">
                <a16:creationId xmlns:a16="http://schemas.microsoft.com/office/drawing/2014/main" id="{0A7824CF-65F4-61F3-B5F4-9A9565FB9320}"/>
              </a:ext>
            </a:extLst>
          </p:cNvPr>
          <p:cNvSpPr txBox="1"/>
          <p:nvPr/>
        </p:nvSpPr>
        <p:spPr>
          <a:xfrm>
            <a:off x="5687568" y="4407408"/>
            <a:ext cx="537210" cy="182880"/>
          </a:xfrm>
          <a:prstGeom prst="rect">
            <a:avLst/>
          </a:prstGeom>
          <a:noFill/>
          <a:ln/>
        </p:spPr>
        <p:txBody>
          <a:bodyPr wrap="square" lIns="0" tIns="0" rIns="0" bIns="0" rtlCol="0" anchor="ctr"/>
          <a:lstStyle/>
          <a:p>
            <a:pPr marL="0" indent="0" algn="ctr">
              <a:buNone/>
            </a:pPr>
            <a:r>
              <a:rPr lang="en-US" sz="700" b="1" dirty="0">
                <a:solidFill>
                  <a:srgbClr val="A0561C"/>
                </a:solidFill>
                <a:latin typeface="Calibri" pitchFamily="34" charset="0"/>
                <a:ea typeface="Calibri" pitchFamily="34" charset="-122"/>
                <a:cs typeface="Calibri" pitchFamily="34" charset="-120"/>
              </a:rPr>
              <a:t>ZIP TBC</a:t>
            </a:r>
            <a:endParaRPr lang="en-US" sz="700" dirty="0"/>
          </a:p>
        </p:txBody>
      </p:sp>
      <p:sp>
        <p:nvSpPr>
          <p:cNvPr id="62" name="Shape 56">
            <a:extLst>
              <a:ext uri="{FF2B5EF4-FFF2-40B4-BE49-F238E27FC236}">
                <a16:creationId xmlns:a16="http://schemas.microsoft.com/office/drawing/2014/main" id="{BCF213FA-409A-9A97-9493-0E00C3935542}"/>
              </a:ext>
            </a:extLst>
          </p:cNvPr>
          <p:cNvSpPr/>
          <p:nvPr/>
        </p:nvSpPr>
        <p:spPr>
          <a:xfrm>
            <a:off x="4681728" y="5532120"/>
            <a:ext cx="2020824" cy="384048"/>
          </a:xfrm>
          <a:prstGeom prst="roundRect">
            <a:avLst>
              <a:gd name="adj" fmla="val 19048"/>
            </a:avLst>
          </a:prstGeom>
          <a:solidFill>
            <a:srgbClr val="2A2A3C"/>
          </a:solidFill>
          <a:ln/>
        </p:spPr>
        <p:txBody>
          <a:bodyPr/>
          <a:lstStyle/>
          <a:p>
            <a:endParaRPr lang="en-IN"/>
          </a:p>
        </p:txBody>
      </p:sp>
      <p:sp>
        <p:nvSpPr>
          <p:cNvPr id="63" name="Text 57">
            <a:extLst>
              <a:ext uri="{FF2B5EF4-FFF2-40B4-BE49-F238E27FC236}">
                <a16:creationId xmlns:a16="http://schemas.microsoft.com/office/drawing/2014/main" id="{3FAA713F-B523-B8F8-7684-89BF5ECF3848}"/>
              </a:ext>
            </a:extLst>
          </p:cNvPr>
          <p:cNvSpPr txBox="1"/>
          <p:nvPr/>
        </p:nvSpPr>
        <p:spPr>
          <a:xfrm>
            <a:off x="4773168" y="5532120"/>
            <a:ext cx="1463040" cy="384048"/>
          </a:xfrm>
          <a:prstGeom prst="rect">
            <a:avLst/>
          </a:prstGeom>
          <a:noFill/>
          <a:ln/>
        </p:spPr>
        <p:txBody>
          <a:bodyPr wrap="square" lIns="0" tIns="0" rIns="0" bIns="0" rtlCol="0" anchor="ctr"/>
          <a:lstStyle/>
          <a:p>
            <a:pPr marL="0" indent="0">
              <a:buNone/>
            </a:pPr>
            <a:r>
              <a:rPr lang="en-US" sz="700" dirty="0">
                <a:solidFill>
                  <a:srgbClr val="C9C9DA"/>
                </a:solidFill>
                <a:latin typeface="Calibri" pitchFamily="34" charset="0"/>
                <a:ea typeface="Calibri" pitchFamily="34" charset="-122"/>
                <a:cs typeface="Calibri" pitchFamily="34" charset="-120"/>
              </a:rPr>
              <a:t>Business hours / time zone</a:t>
            </a:r>
            <a:endParaRPr lang="en-US" sz="700" dirty="0"/>
          </a:p>
        </p:txBody>
      </p:sp>
      <p:sp>
        <p:nvSpPr>
          <p:cNvPr id="64" name="Shape 58">
            <a:extLst>
              <a:ext uri="{FF2B5EF4-FFF2-40B4-BE49-F238E27FC236}">
                <a16:creationId xmlns:a16="http://schemas.microsoft.com/office/drawing/2014/main" id="{B5E15659-D3D4-88D0-1C77-377C793DADC9}"/>
              </a:ext>
            </a:extLst>
          </p:cNvPr>
          <p:cNvSpPr/>
          <p:nvPr/>
        </p:nvSpPr>
        <p:spPr>
          <a:xfrm>
            <a:off x="6291072" y="5632704"/>
            <a:ext cx="345186" cy="182880"/>
          </a:xfrm>
          <a:prstGeom prst="roundRect">
            <a:avLst>
              <a:gd name="adj" fmla="val 50000"/>
            </a:avLst>
          </a:prstGeom>
          <a:solidFill>
            <a:srgbClr val="FDE9D3"/>
          </a:solidFill>
          <a:ln/>
        </p:spPr>
        <p:txBody>
          <a:bodyPr/>
          <a:lstStyle/>
          <a:p>
            <a:endParaRPr lang="en-IN"/>
          </a:p>
        </p:txBody>
      </p:sp>
      <p:sp>
        <p:nvSpPr>
          <p:cNvPr id="65" name="Text 59">
            <a:extLst>
              <a:ext uri="{FF2B5EF4-FFF2-40B4-BE49-F238E27FC236}">
                <a16:creationId xmlns:a16="http://schemas.microsoft.com/office/drawing/2014/main" id="{B6258E6E-2CF7-DCEC-584E-0D33BA6B1503}"/>
              </a:ext>
            </a:extLst>
          </p:cNvPr>
          <p:cNvSpPr txBox="1"/>
          <p:nvPr/>
        </p:nvSpPr>
        <p:spPr>
          <a:xfrm>
            <a:off x="6291072" y="5632704"/>
            <a:ext cx="345186" cy="182880"/>
          </a:xfrm>
          <a:prstGeom prst="rect">
            <a:avLst/>
          </a:prstGeom>
          <a:noFill/>
          <a:ln/>
        </p:spPr>
        <p:txBody>
          <a:bodyPr wrap="square" lIns="0" tIns="0" rIns="0" bIns="0" rtlCol="0" anchor="ctr"/>
          <a:lstStyle/>
          <a:p>
            <a:pPr marL="0" indent="0" algn="ctr">
              <a:buNone/>
            </a:pPr>
            <a:r>
              <a:rPr lang="en-US" sz="700" b="1" dirty="0">
                <a:solidFill>
                  <a:srgbClr val="A0561C"/>
                </a:solidFill>
                <a:latin typeface="Calibri" pitchFamily="34" charset="0"/>
                <a:ea typeface="Calibri" pitchFamily="34" charset="-122"/>
                <a:cs typeface="Calibri" pitchFamily="34" charset="-120"/>
              </a:rPr>
              <a:t>TBC</a:t>
            </a:r>
            <a:endParaRPr lang="en-US" sz="700" dirty="0"/>
          </a:p>
        </p:txBody>
      </p:sp>
      <p:sp>
        <p:nvSpPr>
          <p:cNvPr id="69" name="Shape 62">
            <a:extLst>
              <a:ext uri="{FF2B5EF4-FFF2-40B4-BE49-F238E27FC236}">
                <a16:creationId xmlns:a16="http://schemas.microsoft.com/office/drawing/2014/main" id="{9A81F02B-B326-BC33-1D02-4D0EF0C0DAF4}"/>
              </a:ext>
            </a:extLst>
          </p:cNvPr>
          <p:cNvSpPr/>
          <p:nvPr/>
        </p:nvSpPr>
        <p:spPr>
          <a:xfrm>
            <a:off x="7360920" y="1860921"/>
            <a:ext cx="274320" cy="274320"/>
          </a:xfrm>
          <a:prstGeom prst="ellipse">
            <a:avLst/>
          </a:prstGeom>
          <a:solidFill>
            <a:srgbClr val="ECEBFF"/>
          </a:solidFill>
          <a:ln/>
        </p:spPr>
        <p:txBody>
          <a:bodyPr/>
          <a:lstStyle/>
          <a:p>
            <a:endParaRPr lang="en-IN"/>
          </a:p>
        </p:txBody>
      </p:sp>
      <p:pic>
        <p:nvPicPr>
          <p:cNvPr id="70" name="Image 5" descr="preencoded.png">
            <a:extLst>
              <a:ext uri="{FF2B5EF4-FFF2-40B4-BE49-F238E27FC236}">
                <a16:creationId xmlns:a16="http://schemas.microsoft.com/office/drawing/2014/main" id="{9225411F-5A02-4D19-19B4-E4648E6CAD9B}"/>
              </a:ext>
            </a:extLst>
          </p:cNvPr>
          <p:cNvPicPr>
            <a:picLocks noChangeAspect="1"/>
          </p:cNvPicPr>
          <p:nvPr/>
        </p:nvPicPr>
        <p:blipFill>
          <a:blip r:embed="rId10"/>
          <a:stretch>
            <a:fillRect/>
          </a:stretch>
        </p:blipFill>
        <p:spPr>
          <a:xfrm>
            <a:off x="7429500" y="1929501"/>
            <a:ext cx="137160" cy="137160"/>
          </a:xfrm>
          <a:prstGeom prst="rect">
            <a:avLst/>
          </a:prstGeom>
        </p:spPr>
      </p:pic>
      <p:sp>
        <p:nvSpPr>
          <p:cNvPr id="71" name="Text 63">
            <a:extLst>
              <a:ext uri="{FF2B5EF4-FFF2-40B4-BE49-F238E27FC236}">
                <a16:creationId xmlns:a16="http://schemas.microsoft.com/office/drawing/2014/main" id="{B86ED35D-655C-72B9-CA6A-0B13B76D43E6}"/>
              </a:ext>
            </a:extLst>
          </p:cNvPr>
          <p:cNvSpPr txBox="1"/>
          <p:nvPr/>
        </p:nvSpPr>
        <p:spPr>
          <a:xfrm>
            <a:off x="7726680" y="1879209"/>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72" name="Text 64">
            <a:extLst>
              <a:ext uri="{FF2B5EF4-FFF2-40B4-BE49-F238E27FC236}">
                <a16:creationId xmlns:a16="http://schemas.microsoft.com/office/drawing/2014/main" id="{33B7CAF2-A1C0-5D09-B0EF-839A18E0C8F6}"/>
              </a:ext>
            </a:extLst>
          </p:cNvPr>
          <p:cNvSpPr txBox="1"/>
          <p:nvPr/>
        </p:nvSpPr>
        <p:spPr>
          <a:xfrm>
            <a:off x="7726680" y="2153529"/>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Centred heading; form card (1.5) + dark info card (1)</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Mobile: form first, info card below; fields one per row</a:t>
            </a:r>
            <a:endParaRPr lang="en-US" sz="1100" dirty="0"/>
          </a:p>
        </p:txBody>
      </p:sp>
      <p:sp>
        <p:nvSpPr>
          <p:cNvPr id="73" name="Shape 65">
            <a:extLst>
              <a:ext uri="{FF2B5EF4-FFF2-40B4-BE49-F238E27FC236}">
                <a16:creationId xmlns:a16="http://schemas.microsoft.com/office/drawing/2014/main" id="{70961120-A106-1EB1-2671-8001607F4647}"/>
              </a:ext>
            </a:extLst>
          </p:cNvPr>
          <p:cNvSpPr/>
          <p:nvPr/>
        </p:nvSpPr>
        <p:spPr>
          <a:xfrm>
            <a:off x="7360920" y="2638161"/>
            <a:ext cx="274320" cy="274320"/>
          </a:xfrm>
          <a:prstGeom prst="ellipse">
            <a:avLst/>
          </a:prstGeom>
          <a:solidFill>
            <a:srgbClr val="ECEBFF"/>
          </a:solidFill>
          <a:ln/>
        </p:spPr>
        <p:txBody>
          <a:bodyPr/>
          <a:lstStyle/>
          <a:p>
            <a:endParaRPr lang="en-IN"/>
          </a:p>
        </p:txBody>
      </p:sp>
      <p:pic>
        <p:nvPicPr>
          <p:cNvPr id="74" name="Image 6" descr="preencoded.png">
            <a:extLst>
              <a:ext uri="{FF2B5EF4-FFF2-40B4-BE49-F238E27FC236}">
                <a16:creationId xmlns:a16="http://schemas.microsoft.com/office/drawing/2014/main" id="{78853031-7E9D-7645-B6F5-FFF55E1403BA}"/>
              </a:ext>
            </a:extLst>
          </p:cNvPr>
          <p:cNvPicPr>
            <a:picLocks noChangeAspect="1"/>
          </p:cNvPicPr>
          <p:nvPr/>
        </p:nvPicPr>
        <p:blipFill>
          <a:blip r:embed="rId11"/>
          <a:stretch>
            <a:fillRect/>
          </a:stretch>
        </p:blipFill>
        <p:spPr>
          <a:xfrm>
            <a:off x="7429500" y="2706741"/>
            <a:ext cx="137160" cy="137160"/>
          </a:xfrm>
          <a:prstGeom prst="rect">
            <a:avLst/>
          </a:prstGeom>
        </p:spPr>
      </p:pic>
      <p:sp>
        <p:nvSpPr>
          <p:cNvPr id="75" name="Text 66">
            <a:extLst>
              <a:ext uri="{FF2B5EF4-FFF2-40B4-BE49-F238E27FC236}">
                <a16:creationId xmlns:a16="http://schemas.microsoft.com/office/drawing/2014/main" id="{9B0453DE-75BD-A9A6-3202-42952315EB79}"/>
              </a:ext>
            </a:extLst>
          </p:cNvPr>
          <p:cNvSpPr txBox="1"/>
          <p:nvPr/>
        </p:nvSpPr>
        <p:spPr>
          <a:xfrm>
            <a:off x="7726680" y="2656449"/>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Content</a:t>
            </a:r>
            <a:endParaRPr lang="en-US" sz="1200" dirty="0"/>
          </a:p>
        </p:txBody>
      </p:sp>
      <p:sp>
        <p:nvSpPr>
          <p:cNvPr id="76" name="Text 67">
            <a:extLst>
              <a:ext uri="{FF2B5EF4-FFF2-40B4-BE49-F238E27FC236}">
                <a16:creationId xmlns:a16="http://schemas.microsoft.com/office/drawing/2014/main" id="{F73C062E-DCD3-E3D0-8B9B-2A4180D3045E}"/>
              </a:ext>
            </a:extLst>
          </p:cNvPr>
          <p:cNvSpPr txBox="1"/>
          <p:nvPr/>
        </p:nvSpPr>
        <p:spPr>
          <a:xfrm>
            <a:off x="7726680" y="2930769"/>
            <a:ext cx="3931920" cy="882396"/>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Heading adapted from document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Email, phone, address and LinkedIn exactly as supplied </a:t>
            </a:r>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Sample status panel</a:t>
            </a:r>
            <a:endParaRPr lang="en-US" sz="1100" dirty="0"/>
          </a:p>
        </p:txBody>
      </p:sp>
      <p:sp>
        <p:nvSpPr>
          <p:cNvPr id="77" name="Shape 68">
            <a:extLst>
              <a:ext uri="{FF2B5EF4-FFF2-40B4-BE49-F238E27FC236}">
                <a16:creationId xmlns:a16="http://schemas.microsoft.com/office/drawing/2014/main" id="{21D8EC6A-722E-3773-ECD4-165F216E49CB}"/>
              </a:ext>
            </a:extLst>
          </p:cNvPr>
          <p:cNvSpPr/>
          <p:nvPr/>
        </p:nvSpPr>
        <p:spPr>
          <a:xfrm>
            <a:off x="7360920" y="3922893"/>
            <a:ext cx="274320" cy="274320"/>
          </a:xfrm>
          <a:prstGeom prst="ellipse">
            <a:avLst/>
          </a:prstGeom>
          <a:solidFill>
            <a:srgbClr val="ECEBFF"/>
          </a:solidFill>
          <a:ln/>
        </p:spPr>
        <p:txBody>
          <a:bodyPr/>
          <a:lstStyle/>
          <a:p>
            <a:endParaRPr lang="en-IN"/>
          </a:p>
        </p:txBody>
      </p:sp>
      <p:pic>
        <p:nvPicPr>
          <p:cNvPr id="78" name="Image 7" descr="preencoded.png">
            <a:extLst>
              <a:ext uri="{FF2B5EF4-FFF2-40B4-BE49-F238E27FC236}">
                <a16:creationId xmlns:a16="http://schemas.microsoft.com/office/drawing/2014/main" id="{2C778DCE-C82D-C11A-B806-1D842AC471AC}"/>
              </a:ext>
            </a:extLst>
          </p:cNvPr>
          <p:cNvPicPr>
            <a:picLocks noChangeAspect="1"/>
          </p:cNvPicPr>
          <p:nvPr/>
        </p:nvPicPr>
        <p:blipFill>
          <a:blip r:embed="rId12"/>
          <a:stretch>
            <a:fillRect/>
          </a:stretch>
        </p:blipFill>
        <p:spPr>
          <a:xfrm>
            <a:off x="7429500" y="3991473"/>
            <a:ext cx="137160" cy="137160"/>
          </a:xfrm>
          <a:prstGeom prst="rect">
            <a:avLst/>
          </a:prstGeom>
        </p:spPr>
      </p:pic>
      <p:sp>
        <p:nvSpPr>
          <p:cNvPr id="79" name="Text 69">
            <a:extLst>
              <a:ext uri="{FF2B5EF4-FFF2-40B4-BE49-F238E27FC236}">
                <a16:creationId xmlns:a16="http://schemas.microsoft.com/office/drawing/2014/main" id="{E3D41C2A-3B7D-6C50-1F6D-DE2F6F179993}"/>
              </a:ext>
            </a:extLst>
          </p:cNvPr>
          <p:cNvSpPr txBox="1"/>
          <p:nvPr/>
        </p:nvSpPr>
        <p:spPr>
          <a:xfrm>
            <a:off x="7726680" y="3941181"/>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80" name="Text 70">
            <a:extLst>
              <a:ext uri="{FF2B5EF4-FFF2-40B4-BE49-F238E27FC236}">
                <a16:creationId xmlns:a16="http://schemas.microsoft.com/office/drawing/2014/main" id="{B9B4DACD-8619-BE77-DF0A-A5273DC572CD}"/>
              </a:ext>
            </a:extLst>
          </p:cNvPr>
          <p:cNvSpPr txBox="1"/>
          <p:nvPr/>
        </p:nvSpPr>
        <p:spPr>
          <a:xfrm>
            <a:off x="7726680" y="4215501"/>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Line icons for each contact item</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Optional map embed of the office address (client to approve)</a:t>
            </a:r>
            <a:endParaRPr lang="en-US" sz="1100" dirty="0"/>
          </a:p>
        </p:txBody>
      </p:sp>
      <p:sp>
        <p:nvSpPr>
          <p:cNvPr id="81" name="Shape 71">
            <a:extLst>
              <a:ext uri="{FF2B5EF4-FFF2-40B4-BE49-F238E27FC236}">
                <a16:creationId xmlns:a16="http://schemas.microsoft.com/office/drawing/2014/main" id="{444A7F79-6181-245C-7D08-B956E57067FD}"/>
              </a:ext>
            </a:extLst>
          </p:cNvPr>
          <p:cNvSpPr/>
          <p:nvPr/>
        </p:nvSpPr>
        <p:spPr>
          <a:xfrm>
            <a:off x="7360920" y="4700133"/>
            <a:ext cx="274320" cy="274320"/>
          </a:xfrm>
          <a:prstGeom prst="ellipse">
            <a:avLst/>
          </a:prstGeom>
          <a:solidFill>
            <a:srgbClr val="ECEBFF"/>
          </a:solidFill>
          <a:ln/>
        </p:spPr>
        <p:txBody>
          <a:bodyPr/>
          <a:lstStyle/>
          <a:p>
            <a:endParaRPr lang="en-IN"/>
          </a:p>
        </p:txBody>
      </p:sp>
      <p:pic>
        <p:nvPicPr>
          <p:cNvPr id="82" name="Image 8" descr="preencoded.png">
            <a:extLst>
              <a:ext uri="{FF2B5EF4-FFF2-40B4-BE49-F238E27FC236}">
                <a16:creationId xmlns:a16="http://schemas.microsoft.com/office/drawing/2014/main" id="{82526756-49FF-F5C5-CC12-83348931C090}"/>
              </a:ext>
            </a:extLst>
          </p:cNvPr>
          <p:cNvPicPr>
            <a:picLocks noChangeAspect="1"/>
          </p:cNvPicPr>
          <p:nvPr/>
        </p:nvPicPr>
        <p:blipFill>
          <a:blip r:embed="rId13"/>
          <a:stretch>
            <a:fillRect/>
          </a:stretch>
        </p:blipFill>
        <p:spPr>
          <a:xfrm>
            <a:off x="7429500" y="4768713"/>
            <a:ext cx="137160" cy="137160"/>
          </a:xfrm>
          <a:prstGeom prst="rect">
            <a:avLst/>
          </a:prstGeom>
        </p:spPr>
      </p:pic>
      <p:sp>
        <p:nvSpPr>
          <p:cNvPr id="83" name="Text 72">
            <a:extLst>
              <a:ext uri="{FF2B5EF4-FFF2-40B4-BE49-F238E27FC236}">
                <a16:creationId xmlns:a16="http://schemas.microsoft.com/office/drawing/2014/main" id="{BF5DD062-3B6C-9B44-5B39-B629A96D4D4E}"/>
              </a:ext>
            </a:extLst>
          </p:cNvPr>
          <p:cNvSpPr txBox="1"/>
          <p:nvPr/>
        </p:nvSpPr>
        <p:spPr>
          <a:xfrm>
            <a:off x="7726680" y="4718421"/>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84" name="Text 73">
            <a:extLst>
              <a:ext uri="{FF2B5EF4-FFF2-40B4-BE49-F238E27FC236}">
                <a16:creationId xmlns:a16="http://schemas.microsoft.com/office/drawing/2014/main" id="{E619396F-8ED2-D5F0-5BD5-FEA09006966A}"/>
              </a:ext>
            </a:extLst>
          </p:cNvPr>
          <p:cNvSpPr txBox="1"/>
          <p:nvPr/>
        </p:nvSpPr>
        <p:spPr>
          <a:xfrm>
            <a:off x="7726680" y="4992741"/>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Email → mailto:, phone → tel:, LinkedIn → company page</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Form behaviour detailed on the next slide</a:t>
            </a:r>
            <a:endParaRPr lang="en-US" sz="1100" dirty="0"/>
          </a:p>
        </p:txBody>
      </p:sp>
    </p:spTree>
    <p:extLst>
      <p:ext uri="{BB962C8B-B14F-4D97-AF65-F5344CB8AC3E}">
        <p14:creationId xmlns:p14="http://schemas.microsoft.com/office/powerpoint/2010/main" val="1360690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4698E77-5B0E-2087-CD06-4B139C08E7EA}"/>
              </a:ext>
            </a:extLst>
          </p:cNvPr>
          <p:cNvSpPr txBox="1">
            <a:spLocks/>
          </p:cNvSpPr>
          <p:nvPr/>
        </p:nvSpPr>
        <p:spPr>
          <a:xfrm>
            <a:off x="548640" y="457200"/>
            <a:ext cx="11064240" cy="594360"/>
          </a:xfrm>
          <a:prstGeom prst="rect">
            <a:avLst/>
          </a:prstGeom>
          <a:noFill/>
          <a:ln/>
        </p:spPr>
        <p:txBody>
          <a:bodyPr wrap="square" lIns="0" tIns="0" rIns="0" bIns="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a:solidFill>
                  <a:srgbClr val="16161F"/>
                </a:solidFill>
                <a:latin typeface="Calibri" pitchFamily="34" charset="0"/>
                <a:ea typeface="Calibri" pitchFamily="34" charset="-122"/>
                <a:cs typeface="Calibri" pitchFamily="34" charset="-120"/>
              </a:rPr>
              <a:t>Footer</a:t>
            </a:r>
            <a:endParaRPr lang="en-US" sz="2800" dirty="0"/>
          </a:p>
        </p:txBody>
      </p:sp>
      <p:sp>
        <p:nvSpPr>
          <p:cNvPr id="3" name="Text 1">
            <a:extLst>
              <a:ext uri="{FF2B5EF4-FFF2-40B4-BE49-F238E27FC236}">
                <a16:creationId xmlns:a16="http://schemas.microsoft.com/office/drawing/2014/main" id="{55F8DA2F-7F0E-CE63-151E-FA051F413C56}"/>
              </a:ext>
            </a:extLst>
          </p:cNvPr>
          <p:cNvSpPr txBox="1"/>
          <p:nvPr/>
        </p:nvSpPr>
        <p:spPr>
          <a:xfrm>
            <a:off x="548640" y="246888"/>
            <a:ext cx="9144000" cy="228600"/>
          </a:xfrm>
          <a:prstGeom prst="rect">
            <a:avLst/>
          </a:prstGeom>
          <a:noFill/>
          <a:ln/>
        </p:spPr>
        <p:txBody>
          <a:bodyPr wrap="square" lIns="0" tIns="0" rIns="0" bIns="0" rtlCol="0" anchor="t"/>
          <a:lstStyle/>
          <a:p>
            <a:pPr marL="0" indent="0">
              <a:buNone/>
            </a:pPr>
            <a:r>
              <a:rPr lang="en-US" sz="1050" b="1" kern="0" spc="200" dirty="0">
                <a:solidFill>
                  <a:srgbClr val="7B6CF6"/>
                </a:solidFill>
                <a:latin typeface="Calibri" pitchFamily="34" charset="0"/>
                <a:ea typeface="Calibri" pitchFamily="34" charset="-122"/>
                <a:cs typeface="Calibri" pitchFamily="34" charset="-120"/>
              </a:rPr>
              <a:t>GLOBAL · FOOTER</a:t>
            </a:r>
            <a:endParaRPr lang="en-US" sz="1050" dirty="0"/>
          </a:p>
        </p:txBody>
      </p:sp>
      <p:sp>
        <p:nvSpPr>
          <p:cNvPr id="4" name="Shape 2">
            <a:extLst>
              <a:ext uri="{FF2B5EF4-FFF2-40B4-BE49-F238E27FC236}">
                <a16:creationId xmlns:a16="http://schemas.microsoft.com/office/drawing/2014/main" id="{90E25D61-46A8-D692-A08D-D95352CC8B31}"/>
              </a:ext>
            </a:extLst>
          </p:cNvPr>
          <p:cNvSpPr/>
          <p:nvPr/>
        </p:nvSpPr>
        <p:spPr>
          <a:xfrm>
            <a:off x="548640" y="1325880"/>
            <a:ext cx="6537960" cy="3017520"/>
          </a:xfrm>
          <a:prstGeom prst="roundRect">
            <a:avLst>
              <a:gd name="adj" fmla="val 3636"/>
            </a:avLst>
          </a:prstGeom>
          <a:solidFill>
            <a:srgbClr val="FBFBFF"/>
          </a:solidFill>
          <a:ln w="9525">
            <a:solidFill>
              <a:srgbClr val="E4E3EF"/>
            </a:solidFill>
            <a:prstDash val="solid"/>
          </a:ln>
          <a:effectLst>
            <a:outerShdw blurRad="101600" dist="25400" dir="5400000" algn="bl" rotWithShape="0">
              <a:srgbClr val="28207A">
                <a:alpha val="12000"/>
              </a:srgbClr>
            </a:outerShdw>
          </a:effectLst>
        </p:spPr>
        <p:txBody>
          <a:bodyPr/>
          <a:lstStyle/>
          <a:p>
            <a:endParaRPr lang="en-IN"/>
          </a:p>
        </p:txBody>
      </p:sp>
      <p:sp>
        <p:nvSpPr>
          <p:cNvPr id="5" name="Shape 3">
            <a:extLst>
              <a:ext uri="{FF2B5EF4-FFF2-40B4-BE49-F238E27FC236}">
                <a16:creationId xmlns:a16="http://schemas.microsoft.com/office/drawing/2014/main" id="{D046027E-9EA5-5AAD-EDC0-0A6853581512}"/>
              </a:ext>
            </a:extLst>
          </p:cNvPr>
          <p:cNvSpPr/>
          <p:nvPr/>
        </p:nvSpPr>
        <p:spPr>
          <a:xfrm>
            <a:off x="548640" y="1325880"/>
            <a:ext cx="6537960" cy="274320"/>
          </a:xfrm>
          <a:prstGeom prst="roundRect">
            <a:avLst>
              <a:gd name="adj" fmla="val 40000"/>
            </a:avLst>
          </a:prstGeom>
          <a:solidFill>
            <a:srgbClr val="EEEDF6"/>
          </a:solidFill>
          <a:ln/>
        </p:spPr>
        <p:txBody>
          <a:bodyPr/>
          <a:lstStyle/>
          <a:p>
            <a:endParaRPr lang="en-IN"/>
          </a:p>
        </p:txBody>
      </p:sp>
      <p:sp>
        <p:nvSpPr>
          <p:cNvPr id="6" name="Shape 4">
            <a:extLst>
              <a:ext uri="{FF2B5EF4-FFF2-40B4-BE49-F238E27FC236}">
                <a16:creationId xmlns:a16="http://schemas.microsoft.com/office/drawing/2014/main" id="{0439C20C-D56E-CC9B-7D4F-9E256C486720}"/>
              </a:ext>
            </a:extLst>
          </p:cNvPr>
          <p:cNvSpPr/>
          <p:nvPr/>
        </p:nvSpPr>
        <p:spPr>
          <a:xfrm>
            <a:off x="548640" y="1490472"/>
            <a:ext cx="6537960" cy="109728"/>
          </a:xfrm>
          <a:prstGeom prst="rect">
            <a:avLst/>
          </a:prstGeom>
          <a:solidFill>
            <a:srgbClr val="EEEDF6"/>
          </a:solidFill>
          <a:ln/>
        </p:spPr>
        <p:txBody>
          <a:bodyPr/>
          <a:lstStyle/>
          <a:p>
            <a:endParaRPr lang="en-IN"/>
          </a:p>
        </p:txBody>
      </p:sp>
      <p:sp>
        <p:nvSpPr>
          <p:cNvPr id="7" name="Shape 5">
            <a:extLst>
              <a:ext uri="{FF2B5EF4-FFF2-40B4-BE49-F238E27FC236}">
                <a16:creationId xmlns:a16="http://schemas.microsoft.com/office/drawing/2014/main" id="{DC681975-1AAB-1161-3F53-710CF74A667F}"/>
              </a:ext>
            </a:extLst>
          </p:cNvPr>
          <p:cNvSpPr/>
          <p:nvPr/>
        </p:nvSpPr>
        <p:spPr>
          <a:xfrm>
            <a:off x="676656" y="1417320"/>
            <a:ext cx="91440" cy="91440"/>
          </a:xfrm>
          <a:prstGeom prst="ellipse">
            <a:avLst/>
          </a:prstGeom>
          <a:solidFill>
            <a:srgbClr val="F2B77A"/>
          </a:solidFill>
          <a:ln/>
        </p:spPr>
        <p:txBody>
          <a:bodyPr/>
          <a:lstStyle/>
          <a:p>
            <a:endParaRPr lang="en-IN"/>
          </a:p>
        </p:txBody>
      </p:sp>
      <p:sp>
        <p:nvSpPr>
          <p:cNvPr id="8" name="Shape 6">
            <a:extLst>
              <a:ext uri="{FF2B5EF4-FFF2-40B4-BE49-F238E27FC236}">
                <a16:creationId xmlns:a16="http://schemas.microsoft.com/office/drawing/2014/main" id="{D0E2791B-6328-5F86-A38A-15B72CA2AAB8}"/>
              </a:ext>
            </a:extLst>
          </p:cNvPr>
          <p:cNvSpPr/>
          <p:nvPr/>
        </p:nvSpPr>
        <p:spPr>
          <a:xfrm>
            <a:off x="822960" y="1417320"/>
            <a:ext cx="91440" cy="91440"/>
          </a:xfrm>
          <a:prstGeom prst="ellipse">
            <a:avLst/>
          </a:prstGeom>
          <a:solidFill>
            <a:srgbClr val="B3A8FF"/>
          </a:solidFill>
          <a:ln/>
        </p:spPr>
        <p:txBody>
          <a:bodyPr/>
          <a:lstStyle/>
          <a:p>
            <a:endParaRPr lang="en-IN"/>
          </a:p>
        </p:txBody>
      </p:sp>
      <p:sp>
        <p:nvSpPr>
          <p:cNvPr id="9" name="Shape 7">
            <a:extLst>
              <a:ext uri="{FF2B5EF4-FFF2-40B4-BE49-F238E27FC236}">
                <a16:creationId xmlns:a16="http://schemas.microsoft.com/office/drawing/2014/main" id="{918A0391-09B0-CCB5-B187-A9E6DE5956A9}"/>
              </a:ext>
            </a:extLst>
          </p:cNvPr>
          <p:cNvSpPr/>
          <p:nvPr/>
        </p:nvSpPr>
        <p:spPr>
          <a:xfrm>
            <a:off x="969264" y="1417320"/>
            <a:ext cx="91440" cy="91440"/>
          </a:xfrm>
          <a:prstGeom prst="ellipse">
            <a:avLst/>
          </a:prstGeom>
          <a:solidFill>
            <a:srgbClr val="9DF0D4"/>
          </a:solidFill>
          <a:ln/>
        </p:spPr>
        <p:txBody>
          <a:bodyPr/>
          <a:lstStyle/>
          <a:p>
            <a:endParaRPr lang="en-IN"/>
          </a:p>
        </p:txBody>
      </p:sp>
      <p:sp>
        <p:nvSpPr>
          <p:cNvPr id="10" name="Shape 8">
            <a:extLst>
              <a:ext uri="{FF2B5EF4-FFF2-40B4-BE49-F238E27FC236}">
                <a16:creationId xmlns:a16="http://schemas.microsoft.com/office/drawing/2014/main" id="{EAAA902B-A260-B7BF-B721-D12C73328352}"/>
              </a:ext>
            </a:extLst>
          </p:cNvPr>
          <p:cNvSpPr/>
          <p:nvPr/>
        </p:nvSpPr>
        <p:spPr>
          <a:xfrm>
            <a:off x="2628900" y="1380744"/>
            <a:ext cx="2377440" cy="164592"/>
          </a:xfrm>
          <a:prstGeom prst="roundRect">
            <a:avLst>
              <a:gd name="adj" fmla="val 50000"/>
            </a:avLst>
          </a:prstGeom>
          <a:solidFill>
            <a:srgbClr val="FFFFFF"/>
          </a:solidFill>
          <a:ln/>
        </p:spPr>
        <p:txBody>
          <a:bodyPr/>
          <a:lstStyle/>
          <a:p>
            <a:endParaRPr lang="en-IN"/>
          </a:p>
        </p:txBody>
      </p:sp>
      <p:sp>
        <p:nvSpPr>
          <p:cNvPr id="11" name="Text 9">
            <a:extLst>
              <a:ext uri="{FF2B5EF4-FFF2-40B4-BE49-F238E27FC236}">
                <a16:creationId xmlns:a16="http://schemas.microsoft.com/office/drawing/2014/main" id="{B0006A88-5844-7BF4-944D-DAF4FAD43F6D}"/>
              </a:ext>
            </a:extLst>
          </p:cNvPr>
          <p:cNvSpPr txBox="1"/>
          <p:nvPr/>
        </p:nvSpPr>
        <p:spPr>
          <a:xfrm>
            <a:off x="2628900" y="1380744"/>
            <a:ext cx="2377440" cy="164592"/>
          </a:xfrm>
          <a:prstGeom prst="rect">
            <a:avLst/>
          </a:prstGeom>
          <a:noFill/>
          <a:ln/>
        </p:spPr>
        <p:txBody>
          <a:bodyPr wrap="square" lIns="0" tIns="0" rIns="0" bIns="0" rtlCol="0" anchor="ctr"/>
          <a:lstStyle/>
          <a:p>
            <a:pPr marL="0" indent="0" algn="ctr">
              <a:buNone/>
            </a:pPr>
            <a:r>
              <a:rPr lang="en-US" sz="700" dirty="0">
                <a:solidFill>
                  <a:srgbClr val="8B8BA3"/>
                </a:solidFill>
                <a:latin typeface="Calibri" pitchFamily="34" charset="0"/>
                <a:ea typeface="Calibri" pitchFamily="34" charset="-122"/>
                <a:cs typeface="Calibri" pitchFamily="34" charset="-120"/>
              </a:rPr>
              <a:t>omaginfo.com</a:t>
            </a:r>
            <a:endParaRPr lang="en-US" sz="700" dirty="0"/>
          </a:p>
        </p:txBody>
      </p:sp>
      <p:sp>
        <p:nvSpPr>
          <p:cNvPr id="12" name="Shape 10">
            <a:extLst>
              <a:ext uri="{FF2B5EF4-FFF2-40B4-BE49-F238E27FC236}">
                <a16:creationId xmlns:a16="http://schemas.microsoft.com/office/drawing/2014/main" id="{DB699A76-D859-E776-749E-6C1D6A202CAA}"/>
              </a:ext>
            </a:extLst>
          </p:cNvPr>
          <p:cNvSpPr/>
          <p:nvPr/>
        </p:nvSpPr>
        <p:spPr>
          <a:xfrm>
            <a:off x="548640" y="1600200"/>
            <a:ext cx="6537960" cy="2743200"/>
          </a:xfrm>
          <a:prstGeom prst="roundRect">
            <a:avLst>
              <a:gd name="adj" fmla="val 4000"/>
            </a:avLst>
          </a:prstGeom>
          <a:solidFill>
            <a:schemeClr val="tx1">
              <a:lumMod val="65000"/>
              <a:lumOff val="35000"/>
            </a:schemeClr>
          </a:solidFill>
          <a:ln/>
        </p:spPr>
        <p:txBody>
          <a:bodyPr/>
          <a:lstStyle/>
          <a:p>
            <a:endParaRPr lang="en-IN"/>
          </a:p>
        </p:txBody>
      </p:sp>
      <p:sp>
        <p:nvSpPr>
          <p:cNvPr id="13" name="Shape 11">
            <a:extLst>
              <a:ext uri="{FF2B5EF4-FFF2-40B4-BE49-F238E27FC236}">
                <a16:creationId xmlns:a16="http://schemas.microsoft.com/office/drawing/2014/main" id="{F59AFC9B-A916-38F9-929A-32A7E880FFA0}"/>
              </a:ext>
            </a:extLst>
          </p:cNvPr>
          <p:cNvSpPr/>
          <p:nvPr/>
        </p:nvSpPr>
        <p:spPr>
          <a:xfrm>
            <a:off x="749808" y="1828800"/>
            <a:ext cx="1234440" cy="292608"/>
          </a:xfrm>
          <a:prstGeom prst="roundRect">
            <a:avLst>
              <a:gd name="adj" fmla="val 18750"/>
            </a:avLst>
          </a:prstGeom>
          <a:solidFill>
            <a:srgbClr val="2A2A3C"/>
          </a:solidFill>
          <a:ln w="9525">
            <a:solidFill>
              <a:srgbClr val="5A4FD0"/>
            </a:solidFill>
            <a:prstDash val="dash"/>
          </a:ln>
        </p:spPr>
        <p:txBody>
          <a:bodyPr/>
          <a:lstStyle/>
          <a:p>
            <a:endParaRPr lang="en-IN"/>
          </a:p>
        </p:txBody>
      </p:sp>
      <p:sp>
        <p:nvSpPr>
          <p:cNvPr id="14" name="Text 12">
            <a:extLst>
              <a:ext uri="{FF2B5EF4-FFF2-40B4-BE49-F238E27FC236}">
                <a16:creationId xmlns:a16="http://schemas.microsoft.com/office/drawing/2014/main" id="{77246B8B-88A6-374C-B39B-8B8B0B8DFF44}"/>
              </a:ext>
            </a:extLst>
          </p:cNvPr>
          <p:cNvSpPr txBox="1"/>
          <p:nvPr/>
        </p:nvSpPr>
        <p:spPr>
          <a:xfrm>
            <a:off x="749808" y="1828800"/>
            <a:ext cx="1234440" cy="292608"/>
          </a:xfrm>
          <a:prstGeom prst="rect">
            <a:avLst/>
          </a:prstGeom>
          <a:solidFill>
            <a:schemeClr val="bg2">
              <a:lumMod val="50000"/>
            </a:schemeClr>
          </a:solidFill>
          <a:ln/>
        </p:spPr>
        <p:txBody>
          <a:bodyPr wrap="square" lIns="0" tIns="0" rIns="0" bIns="0" rtlCol="0" anchor="ctr"/>
          <a:lstStyle/>
          <a:p>
            <a:pPr marL="0" indent="0" algn="ctr">
              <a:buNone/>
            </a:pPr>
            <a:r>
              <a:rPr lang="en-US" sz="750" i="1" dirty="0">
                <a:solidFill>
                  <a:srgbClr val="C9C1FF"/>
                </a:solidFill>
                <a:latin typeface="Calibri" pitchFamily="34" charset="0"/>
                <a:ea typeface="Calibri" pitchFamily="34" charset="-122"/>
                <a:cs typeface="Calibri" pitchFamily="34" charset="-120"/>
              </a:rPr>
              <a:t>Logo (light version)</a:t>
            </a:r>
            <a:endParaRPr lang="en-US" sz="750" dirty="0"/>
          </a:p>
        </p:txBody>
      </p:sp>
      <p:sp>
        <p:nvSpPr>
          <p:cNvPr id="15" name="Text 13">
            <a:extLst>
              <a:ext uri="{FF2B5EF4-FFF2-40B4-BE49-F238E27FC236}">
                <a16:creationId xmlns:a16="http://schemas.microsoft.com/office/drawing/2014/main" id="{CE290544-B339-2E92-6B0D-39E1B0C3B24C}"/>
              </a:ext>
            </a:extLst>
          </p:cNvPr>
          <p:cNvSpPr txBox="1"/>
          <p:nvPr/>
        </p:nvSpPr>
        <p:spPr>
          <a:xfrm>
            <a:off x="749808" y="2240280"/>
            <a:ext cx="1645920" cy="411480"/>
          </a:xfrm>
          <a:prstGeom prst="rect">
            <a:avLst/>
          </a:prstGeom>
          <a:noFill/>
          <a:ln/>
        </p:spPr>
        <p:txBody>
          <a:bodyPr wrap="square" lIns="0" tIns="0" rIns="0" bIns="0" rtlCol="0" anchor="t"/>
          <a:lstStyle/>
          <a:p>
            <a:pPr marL="0" indent="0">
              <a:buNone/>
            </a:pPr>
            <a:r>
              <a:rPr lang="en-US" sz="850" dirty="0">
                <a:solidFill>
                  <a:srgbClr val="A9A9C0"/>
                </a:solidFill>
                <a:latin typeface="Calibri" pitchFamily="34" charset="0"/>
                <a:ea typeface="Calibri" pitchFamily="34" charset="-122"/>
                <a:cs typeface="Calibri" pitchFamily="34" charset="-120"/>
              </a:rPr>
              <a:t>Global Connectivity. Trusted Partnerships.</a:t>
            </a:r>
            <a:endParaRPr lang="en-US" sz="850" dirty="0"/>
          </a:p>
        </p:txBody>
      </p:sp>
      <p:sp>
        <p:nvSpPr>
          <p:cNvPr id="16" name="Shape 14">
            <a:extLst>
              <a:ext uri="{FF2B5EF4-FFF2-40B4-BE49-F238E27FC236}">
                <a16:creationId xmlns:a16="http://schemas.microsoft.com/office/drawing/2014/main" id="{AD1109E5-0DA2-6B65-0BB1-2BDF75E047F0}"/>
              </a:ext>
            </a:extLst>
          </p:cNvPr>
          <p:cNvSpPr/>
          <p:nvPr/>
        </p:nvSpPr>
        <p:spPr>
          <a:xfrm>
            <a:off x="749808" y="2743200"/>
            <a:ext cx="274320" cy="274320"/>
          </a:xfrm>
          <a:prstGeom prst="roundRect">
            <a:avLst>
              <a:gd name="adj" fmla="val 50000"/>
            </a:avLst>
          </a:prstGeom>
          <a:solidFill>
            <a:srgbClr val="2A2A3C"/>
          </a:solidFill>
          <a:ln/>
        </p:spPr>
        <p:txBody>
          <a:bodyPr/>
          <a:lstStyle/>
          <a:p>
            <a:endParaRPr lang="en-IN"/>
          </a:p>
        </p:txBody>
      </p:sp>
      <p:sp>
        <p:nvSpPr>
          <p:cNvPr id="17" name="Text 15">
            <a:extLst>
              <a:ext uri="{FF2B5EF4-FFF2-40B4-BE49-F238E27FC236}">
                <a16:creationId xmlns:a16="http://schemas.microsoft.com/office/drawing/2014/main" id="{E2FFE923-9CCE-CA1A-4CEE-448E6615D4A7}"/>
              </a:ext>
            </a:extLst>
          </p:cNvPr>
          <p:cNvSpPr txBox="1"/>
          <p:nvPr/>
        </p:nvSpPr>
        <p:spPr>
          <a:xfrm>
            <a:off x="749808" y="274320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in</a:t>
            </a:r>
            <a:endParaRPr lang="en-US" sz="900" dirty="0"/>
          </a:p>
        </p:txBody>
      </p:sp>
      <p:sp>
        <p:nvSpPr>
          <p:cNvPr id="18" name="Text 16">
            <a:extLst>
              <a:ext uri="{FF2B5EF4-FFF2-40B4-BE49-F238E27FC236}">
                <a16:creationId xmlns:a16="http://schemas.microsoft.com/office/drawing/2014/main" id="{D4D3D217-7A88-3295-7A0A-D907C421EDF8}"/>
              </a:ext>
            </a:extLst>
          </p:cNvPr>
          <p:cNvSpPr txBox="1"/>
          <p:nvPr/>
        </p:nvSpPr>
        <p:spPr>
          <a:xfrm>
            <a:off x="2578608" y="1828800"/>
            <a:ext cx="1463040" cy="201168"/>
          </a:xfrm>
          <a:prstGeom prst="rect">
            <a:avLst/>
          </a:prstGeom>
          <a:noFill/>
          <a:ln/>
        </p:spPr>
        <p:txBody>
          <a:bodyPr wrap="square" lIns="0" tIns="0" rIns="0" bIns="0" rtlCol="0" anchor="t"/>
          <a:lstStyle/>
          <a:p>
            <a:pPr marL="0" indent="0">
              <a:buNone/>
            </a:pPr>
            <a:r>
              <a:rPr lang="en-US" sz="900" b="1" dirty="0">
                <a:solidFill>
                  <a:srgbClr val="FFFFFF"/>
                </a:solidFill>
                <a:latin typeface="Calibri" pitchFamily="34" charset="0"/>
                <a:ea typeface="Calibri" pitchFamily="34" charset="-122"/>
                <a:cs typeface="Calibri" pitchFamily="34" charset="-120"/>
              </a:rPr>
              <a:t>Company</a:t>
            </a:r>
            <a:endParaRPr lang="en-US" sz="900" dirty="0"/>
          </a:p>
        </p:txBody>
      </p:sp>
      <p:sp>
        <p:nvSpPr>
          <p:cNvPr id="19" name="Text 17">
            <a:extLst>
              <a:ext uri="{FF2B5EF4-FFF2-40B4-BE49-F238E27FC236}">
                <a16:creationId xmlns:a16="http://schemas.microsoft.com/office/drawing/2014/main" id="{EFF699DF-2FE1-ACF8-9616-AEC00F28E854}"/>
              </a:ext>
            </a:extLst>
          </p:cNvPr>
          <p:cNvSpPr txBox="1"/>
          <p:nvPr/>
        </p:nvSpPr>
        <p:spPr>
          <a:xfrm>
            <a:off x="2578608" y="2121408"/>
            <a:ext cx="1417320" cy="201168"/>
          </a:xfrm>
          <a:prstGeom prst="rect">
            <a:avLst/>
          </a:prstGeom>
          <a:noFill/>
          <a:ln/>
        </p:spPr>
        <p:txBody>
          <a:bodyPr wrap="square" lIns="0" tIns="0" rIns="0" bIns="0" rtlCol="0" anchor="t"/>
          <a:lstStyle/>
          <a:p>
            <a:pPr marL="0" indent="0">
              <a:buNone/>
            </a:pPr>
            <a:r>
              <a:rPr lang="en-US" sz="800" dirty="0">
                <a:solidFill>
                  <a:srgbClr val="A9A9C0"/>
                </a:solidFill>
                <a:latin typeface="Calibri" pitchFamily="34" charset="0"/>
                <a:ea typeface="Calibri" pitchFamily="34" charset="-122"/>
                <a:cs typeface="Calibri" pitchFamily="34" charset="-120"/>
              </a:rPr>
              <a:t>About Us</a:t>
            </a:r>
            <a:endParaRPr lang="en-US" sz="800" dirty="0"/>
          </a:p>
        </p:txBody>
      </p:sp>
      <p:sp>
        <p:nvSpPr>
          <p:cNvPr id="20" name="Text 18">
            <a:extLst>
              <a:ext uri="{FF2B5EF4-FFF2-40B4-BE49-F238E27FC236}">
                <a16:creationId xmlns:a16="http://schemas.microsoft.com/office/drawing/2014/main" id="{5D2F8131-4C39-9EE7-BD02-A272C0AEEC6A}"/>
              </a:ext>
            </a:extLst>
          </p:cNvPr>
          <p:cNvSpPr txBox="1"/>
          <p:nvPr/>
        </p:nvSpPr>
        <p:spPr>
          <a:xfrm>
            <a:off x="2578608" y="2350008"/>
            <a:ext cx="1417320" cy="201168"/>
          </a:xfrm>
          <a:prstGeom prst="rect">
            <a:avLst/>
          </a:prstGeom>
          <a:noFill/>
          <a:ln/>
        </p:spPr>
        <p:txBody>
          <a:bodyPr wrap="square" lIns="0" tIns="0" rIns="0" bIns="0" rtlCol="0" anchor="t"/>
          <a:lstStyle/>
          <a:p>
            <a:pPr marL="0" indent="0">
              <a:buNone/>
            </a:pPr>
            <a:r>
              <a:rPr lang="en-US" sz="800" dirty="0">
                <a:solidFill>
                  <a:srgbClr val="A9A9C0"/>
                </a:solidFill>
                <a:latin typeface="Calibri" pitchFamily="34" charset="0"/>
                <a:ea typeface="Calibri" pitchFamily="34" charset="-122"/>
                <a:cs typeface="Calibri" pitchFamily="34" charset="-120"/>
              </a:rPr>
              <a:t>Leadership</a:t>
            </a:r>
            <a:endParaRPr lang="en-US" sz="800" dirty="0"/>
          </a:p>
        </p:txBody>
      </p:sp>
      <p:sp>
        <p:nvSpPr>
          <p:cNvPr id="21" name="Text 19">
            <a:extLst>
              <a:ext uri="{FF2B5EF4-FFF2-40B4-BE49-F238E27FC236}">
                <a16:creationId xmlns:a16="http://schemas.microsoft.com/office/drawing/2014/main" id="{8F777406-3208-8B9C-C546-4C47C5FF540F}"/>
              </a:ext>
            </a:extLst>
          </p:cNvPr>
          <p:cNvSpPr txBox="1"/>
          <p:nvPr/>
        </p:nvSpPr>
        <p:spPr>
          <a:xfrm>
            <a:off x="2578608" y="2578608"/>
            <a:ext cx="1417320" cy="201168"/>
          </a:xfrm>
          <a:prstGeom prst="rect">
            <a:avLst/>
          </a:prstGeom>
          <a:noFill/>
          <a:ln/>
        </p:spPr>
        <p:txBody>
          <a:bodyPr wrap="square" lIns="0" tIns="0" rIns="0" bIns="0" rtlCol="0" anchor="t"/>
          <a:lstStyle/>
          <a:p>
            <a:pPr marL="0" indent="0">
              <a:buNone/>
            </a:pPr>
            <a:r>
              <a:rPr lang="en-US" sz="800" dirty="0">
                <a:solidFill>
                  <a:srgbClr val="A9A9C0"/>
                </a:solidFill>
                <a:latin typeface="Calibri" pitchFamily="34" charset="0"/>
                <a:ea typeface="Calibri" pitchFamily="34" charset="-122"/>
                <a:cs typeface="Calibri" pitchFamily="34" charset="-120"/>
              </a:rPr>
              <a:t>Contact Us</a:t>
            </a:r>
            <a:endParaRPr lang="en-US" sz="800" dirty="0"/>
          </a:p>
        </p:txBody>
      </p:sp>
      <p:sp>
        <p:nvSpPr>
          <p:cNvPr id="22" name="Text 20">
            <a:extLst>
              <a:ext uri="{FF2B5EF4-FFF2-40B4-BE49-F238E27FC236}">
                <a16:creationId xmlns:a16="http://schemas.microsoft.com/office/drawing/2014/main" id="{10D1B7DD-9321-95E2-0018-70F1A2DE8962}"/>
              </a:ext>
            </a:extLst>
          </p:cNvPr>
          <p:cNvSpPr txBox="1"/>
          <p:nvPr/>
        </p:nvSpPr>
        <p:spPr>
          <a:xfrm>
            <a:off x="4041648" y="1828800"/>
            <a:ext cx="1463040" cy="201168"/>
          </a:xfrm>
          <a:prstGeom prst="rect">
            <a:avLst/>
          </a:prstGeom>
          <a:noFill/>
          <a:ln/>
        </p:spPr>
        <p:txBody>
          <a:bodyPr wrap="square" lIns="0" tIns="0" rIns="0" bIns="0" rtlCol="0" anchor="t"/>
          <a:lstStyle/>
          <a:p>
            <a:pPr marL="0" indent="0">
              <a:buNone/>
            </a:pPr>
            <a:r>
              <a:rPr lang="en-US" sz="900" b="1" dirty="0">
                <a:solidFill>
                  <a:srgbClr val="FFFFFF"/>
                </a:solidFill>
                <a:latin typeface="Calibri" pitchFamily="34" charset="0"/>
                <a:ea typeface="Calibri" pitchFamily="34" charset="-122"/>
                <a:cs typeface="Calibri" pitchFamily="34" charset="-120"/>
              </a:rPr>
              <a:t>Services</a:t>
            </a:r>
            <a:endParaRPr lang="en-US" sz="900" dirty="0"/>
          </a:p>
        </p:txBody>
      </p:sp>
      <p:sp>
        <p:nvSpPr>
          <p:cNvPr id="23" name="Text 21">
            <a:extLst>
              <a:ext uri="{FF2B5EF4-FFF2-40B4-BE49-F238E27FC236}">
                <a16:creationId xmlns:a16="http://schemas.microsoft.com/office/drawing/2014/main" id="{F4DC8A79-5DFF-783A-AEF0-3129E26C3A16}"/>
              </a:ext>
            </a:extLst>
          </p:cNvPr>
          <p:cNvSpPr txBox="1"/>
          <p:nvPr/>
        </p:nvSpPr>
        <p:spPr>
          <a:xfrm>
            <a:off x="4041648" y="2121408"/>
            <a:ext cx="1417320" cy="201168"/>
          </a:xfrm>
          <a:prstGeom prst="rect">
            <a:avLst/>
          </a:prstGeom>
          <a:noFill/>
          <a:ln/>
        </p:spPr>
        <p:txBody>
          <a:bodyPr wrap="square" lIns="0" tIns="0" rIns="0" bIns="0" rtlCol="0" anchor="t"/>
          <a:lstStyle/>
          <a:p>
            <a:pPr marL="0" indent="0">
              <a:buNone/>
            </a:pPr>
            <a:r>
              <a:rPr lang="en-US" sz="800" dirty="0">
                <a:solidFill>
                  <a:srgbClr val="A9A9C0"/>
                </a:solidFill>
                <a:latin typeface="Calibri" pitchFamily="34" charset="0"/>
                <a:ea typeface="Calibri" pitchFamily="34" charset="-122"/>
                <a:cs typeface="Calibri" pitchFamily="34" charset="-120"/>
              </a:rPr>
              <a:t>VoIP &amp; Voice Termination</a:t>
            </a:r>
            <a:endParaRPr lang="en-US" sz="800" dirty="0"/>
          </a:p>
        </p:txBody>
      </p:sp>
      <p:sp>
        <p:nvSpPr>
          <p:cNvPr id="24" name="Text 22">
            <a:extLst>
              <a:ext uri="{FF2B5EF4-FFF2-40B4-BE49-F238E27FC236}">
                <a16:creationId xmlns:a16="http://schemas.microsoft.com/office/drawing/2014/main" id="{53BDF5CB-6A66-5809-9B49-7EC0B721D33C}"/>
              </a:ext>
            </a:extLst>
          </p:cNvPr>
          <p:cNvSpPr txBox="1"/>
          <p:nvPr/>
        </p:nvSpPr>
        <p:spPr>
          <a:xfrm>
            <a:off x="4041648" y="2350008"/>
            <a:ext cx="1417320" cy="201168"/>
          </a:xfrm>
          <a:prstGeom prst="rect">
            <a:avLst/>
          </a:prstGeom>
          <a:noFill/>
          <a:ln/>
        </p:spPr>
        <p:txBody>
          <a:bodyPr wrap="square" lIns="0" tIns="0" rIns="0" bIns="0" rtlCol="0" anchor="t"/>
          <a:lstStyle/>
          <a:p>
            <a:pPr marL="0" indent="0">
              <a:buNone/>
            </a:pPr>
            <a:r>
              <a:rPr lang="en-US" sz="800" dirty="0">
                <a:solidFill>
                  <a:srgbClr val="A9A9C0"/>
                </a:solidFill>
                <a:latin typeface="Calibri" pitchFamily="34" charset="0"/>
                <a:ea typeface="Calibri" pitchFamily="34" charset="-122"/>
                <a:cs typeface="Calibri" pitchFamily="34" charset="-120"/>
              </a:rPr>
              <a:t>SMS Connectivity</a:t>
            </a:r>
            <a:endParaRPr lang="en-US" sz="800" dirty="0"/>
          </a:p>
        </p:txBody>
      </p:sp>
      <p:sp>
        <p:nvSpPr>
          <p:cNvPr id="25" name="Text 23">
            <a:extLst>
              <a:ext uri="{FF2B5EF4-FFF2-40B4-BE49-F238E27FC236}">
                <a16:creationId xmlns:a16="http://schemas.microsoft.com/office/drawing/2014/main" id="{FC8816AB-D9FD-D08A-D1B5-4D7BABCBBAAB}"/>
              </a:ext>
            </a:extLst>
          </p:cNvPr>
          <p:cNvSpPr txBox="1"/>
          <p:nvPr/>
        </p:nvSpPr>
        <p:spPr>
          <a:xfrm>
            <a:off x="4041648" y="2578608"/>
            <a:ext cx="1417320" cy="201168"/>
          </a:xfrm>
          <a:prstGeom prst="rect">
            <a:avLst/>
          </a:prstGeom>
          <a:noFill/>
          <a:ln/>
        </p:spPr>
        <p:txBody>
          <a:bodyPr wrap="square" lIns="0" tIns="0" rIns="0" bIns="0" rtlCol="0" anchor="t"/>
          <a:lstStyle/>
          <a:p>
            <a:pPr marL="0" indent="0">
              <a:buNone/>
            </a:pPr>
            <a:r>
              <a:rPr lang="en-US" sz="800" dirty="0">
                <a:solidFill>
                  <a:srgbClr val="A9A9C0"/>
                </a:solidFill>
                <a:latin typeface="Calibri" pitchFamily="34" charset="0"/>
                <a:ea typeface="Calibri" pitchFamily="34" charset="-122"/>
                <a:cs typeface="Calibri" pitchFamily="34" charset="-120"/>
              </a:rPr>
              <a:t>Direct Route Solutions</a:t>
            </a:r>
            <a:endParaRPr lang="en-US" sz="800" dirty="0"/>
          </a:p>
        </p:txBody>
      </p:sp>
      <p:sp>
        <p:nvSpPr>
          <p:cNvPr id="26" name="Text 24">
            <a:extLst>
              <a:ext uri="{FF2B5EF4-FFF2-40B4-BE49-F238E27FC236}">
                <a16:creationId xmlns:a16="http://schemas.microsoft.com/office/drawing/2014/main" id="{3E31091E-AD85-895F-0ADC-42796FF6C78A}"/>
              </a:ext>
            </a:extLst>
          </p:cNvPr>
          <p:cNvSpPr txBox="1"/>
          <p:nvPr/>
        </p:nvSpPr>
        <p:spPr>
          <a:xfrm>
            <a:off x="4041648" y="2807208"/>
            <a:ext cx="1417320" cy="201168"/>
          </a:xfrm>
          <a:prstGeom prst="rect">
            <a:avLst/>
          </a:prstGeom>
          <a:noFill/>
          <a:ln/>
        </p:spPr>
        <p:txBody>
          <a:bodyPr wrap="square" lIns="0" tIns="0" rIns="0" bIns="0" rtlCol="0" anchor="t"/>
          <a:lstStyle/>
          <a:p>
            <a:pPr marL="0" indent="0">
              <a:buNone/>
            </a:pPr>
            <a:r>
              <a:rPr lang="en-US" sz="800" dirty="0">
                <a:solidFill>
                  <a:srgbClr val="A9A9C0"/>
                </a:solidFill>
                <a:latin typeface="Calibri" pitchFamily="34" charset="0"/>
                <a:ea typeface="Calibri" pitchFamily="34" charset="-122"/>
                <a:cs typeface="Calibri" pitchFamily="34" charset="-120"/>
              </a:rPr>
              <a:t>All Services</a:t>
            </a:r>
            <a:endParaRPr lang="en-US" sz="800" dirty="0"/>
          </a:p>
        </p:txBody>
      </p:sp>
      <p:sp>
        <p:nvSpPr>
          <p:cNvPr id="27" name="Text 25">
            <a:extLst>
              <a:ext uri="{FF2B5EF4-FFF2-40B4-BE49-F238E27FC236}">
                <a16:creationId xmlns:a16="http://schemas.microsoft.com/office/drawing/2014/main" id="{13D5BB13-1B9D-8AFB-9071-255B95B9EBF8}"/>
              </a:ext>
            </a:extLst>
          </p:cNvPr>
          <p:cNvSpPr txBox="1"/>
          <p:nvPr/>
        </p:nvSpPr>
        <p:spPr>
          <a:xfrm>
            <a:off x="5504688" y="1828800"/>
            <a:ext cx="1463040" cy="201168"/>
          </a:xfrm>
          <a:prstGeom prst="rect">
            <a:avLst/>
          </a:prstGeom>
          <a:noFill/>
          <a:ln/>
        </p:spPr>
        <p:txBody>
          <a:bodyPr wrap="square" lIns="0" tIns="0" rIns="0" bIns="0" rtlCol="0" anchor="t"/>
          <a:lstStyle/>
          <a:p>
            <a:pPr marL="0" indent="0">
              <a:buNone/>
            </a:pPr>
            <a:r>
              <a:rPr lang="en-US" sz="900" b="1" dirty="0">
                <a:solidFill>
                  <a:srgbClr val="FFFFFF"/>
                </a:solidFill>
                <a:latin typeface="Calibri" pitchFamily="34" charset="0"/>
                <a:ea typeface="Calibri" pitchFamily="34" charset="-122"/>
                <a:cs typeface="Calibri" pitchFamily="34" charset="-120"/>
              </a:rPr>
              <a:t>Contact</a:t>
            </a:r>
            <a:endParaRPr lang="en-US" sz="900" dirty="0"/>
          </a:p>
        </p:txBody>
      </p:sp>
      <p:sp>
        <p:nvSpPr>
          <p:cNvPr id="28" name="Text 26">
            <a:extLst>
              <a:ext uri="{FF2B5EF4-FFF2-40B4-BE49-F238E27FC236}">
                <a16:creationId xmlns:a16="http://schemas.microsoft.com/office/drawing/2014/main" id="{6A35B64F-6E47-FD8F-AE1E-75B92A233710}"/>
              </a:ext>
            </a:extLst>
          </p:cNvPr>
          <p:cNvSpPr txBox="1"/>
          <p:nvPr/>
        </p:nvSpPr>
        <p:spPr>
          <a:xfrm>
            <a:off x="5504688" y="2121408"/>
            <a:ext cx="1600200" cy="201168"/>
          </a:xfrm>
          <a:prstGeom prst="rect">
            <a:avLst/>
          </a:prstGeom>
          <a:noFill/>
          <a:ln/>
        </p:spPr>
        <p:txBody>
          <a:bodyPr wrap="square" lIns="0" tIns="0" rIns="0" bIns="0" rtlCol="0" anchor="t"/>
          <a:lstStyle/>
          <a:p>
            <a:pPr marL="0" indent="0">
              <a:buNone/>
            </a:pPr>
            <a:r>
              <a:rPr lang="en-US" sz="800" dirty="0">
                <a:solidFill>
                  <a:srgbClr val="A9A9C0"/>
                </a:solidFill>
                <a:latin typeface="Calibri" pitchFamily="34" charset="0"/>
                <a:ea typeface="Calibri" pitchFamily="34" charset="-122"/>
                <a:cs typeface="Calibri" pitchFamily="34" charset="-120"/>
              </a:rPr>
              <a:t>info@omaginfo.com</a:t>
            </a:r>
            <a:endParaRPr lang="en-US" sz="800" dirty="0"/>
          </a:p>
        </p:txBody>
      </p:sp>
      <p:sp>
        <p:nvSpPr>
          <p:cNvPr id="29" name="Text 27">
            <a:extLst>
              <a:ext uri="{FF2B5EF4-FFF2-40B4-BE49-F238E27FC236}">
                <a16:creationId xmlns:a16="http://schemas.microsoft.com/office/drawing/2014/main" id="{2D40885F-07A0-3F1A-D090-FA95951B6214}"/>
              </a:ext>
            </a:extLst>
          </p:cNvPr>
          <p:cNvSpPr txBox="1"/>
          <p:nvPr/>
        </p:nvSpPr>
        <p:spPr>
          <a:xfrm>
            <a:off x="5504688" y="2350008"/>
            <a:ext cx="1600200" cy="201168"/>
          </a:xfrm>
          <a:prstGeom prst="rect">
            <a:avLst/>
          </a:prstGeom>
          <a:noFill/>
          <a:ln/>
        </p:spPr>
        <p:txBody>
          <a:bodyPr wrap="square" lIns="0" tIns="0" rIns="0" bIns="0" rtlCol="0" anchor="t"/>
          <a:lstStyle/>
          <a:p>
            <a:pPr marL="0" indent="0">
              <a:buNone/>
            </a:pPr>
            <a:r>
              <a:rPr lang="en-US" sz="800" dirty="0">
                <a:solidFill>
                  <a:srgbClr val="A9A9C0"/>
                </a:solidFill>
                <a:latin typeface="Calibri" pitchFamily="34" charset="0"/>
                <a:ea typeface="Calibri" pitchFamily="34" charset="-122"/>
                <a:cs typeface="Calibri" pitchFamily="34" charset="-120"/>
              </a:rPr>
              <a:t>+1 (725) 465-8316</a:t>
            </a:r>
            <a:endParaRPr lang="en-US" sz="800" dirty="0"/>
          </a:p>
        </p:txBody>
      </p:sp>
      <p:sp>
        <p:nvSpPr>
          <p:cNvPr id="30" name="Text 28">
            <a:extLst>
              <a:ext uri="{FF2B5EF4-FFF2-40B4-BE49-F238E27FC236}">
                <a16:creationId xmlns:a16="http://schemas.microsoft.com/office/drawing/2014/main" id="{5ECB8CBF-A0D7-1A17-A8F5-765167627C51}"/>
              </a:ext>
            </a:extLst>
          </p:cNvPr>
          <p:cNvSpPr txBox="1"/>
          <p:nvPr/>
        </p:nvSpPr>
        <p:spPr>
          <a:xfrm>
            <a:off x="5504688" y="2578608"/>
            <a:ext cx="1600200" cy="201168"/>
          </a:xfrm>
          <a:prstGeom prst="rect">
            <a:avLst/>
          </a:prstGeom>
          <a:noFill/>
          <a:ln/>
        </p:spPr>
        <p:txBody>
          <a:bodyPr wrap="square" lIns="0" tIns="0" rIns="0" bIns="0" rtlCol="0" anchor="t"/>
          <a:lstStyle/>
          <a:p>
            <a:pPr marL="0" indent="0">
              <a:buNone/>
            </a:pPr>
            <a:r>
              <a:rPr lang="en-US" sz="800" dirty="0">
                <a:solidFill>
                  <a:srgbClr val="A9A9C0"/>
                </a:solidFill>
                <a:latin typeface="Calibri" pitchFamily="34" charset="0"/>
                <a:ea typeface="Calibri" pitchFamily="34" charset="-122"/>
                <a:cs typeface="Calibri" pitchFamily="34" charset="-120"/>
              </a:rPr>
              <a:t>1309 Coffeen Avenue, STE 1200,</a:t>
            </a:r>
            <a:endParaRPr lang="en-US" sz="800" dirty="0"/>
          </a:p>
        </p:txBody>
      </p:sp>
      <p:sp>
        <p:nvSpPr>
          <p:cNvPr id="31" name="Text 29">
            <a:extLst>
              <a:ext uri="{FF2B5EF4-FFF2-40B4-BE49-F238E27FC236}">
                <a16:creationId xmlns:a16="http://schemas.microsoft.com/office/drawing/2014/main" id="{9324B6BF-E1B8-451A-5DF2-3A7EA18ACD5B}"/>
              </a:ext>
            </a:extLst>
          </p:cNvPr>
          <p:cNvSpPr txBox="1"/>
          <p:nvPr/>
        </p:nvSpPr>
        <p:spPr>
          <a:xfrm>
            <a:off x="5504688" y="2807208"/>
            <a:ext cx="1600200" cy="201168"/>
          </a:xfrm>
          <a:prstGeom prst="rect">
            <a:avLst/>
          </a:prstGeom>
          <a:noFill/>
          <a:ln/>
        </p:spPr>
        <p:txBody>
          <a:bodyPr wrap="square" lIns="0" tIns="0" rIns="0" bIns="0" rtlCol="0" anchor="t"/>
          <a:lstStyle/>
          <a:p>
            <a:pPr marL="0" indent="0">
              <a:buNone/>
            </a:pPr>
            <a:r>
              <a:rPr lang="en-US" sz="800" dirty="0">
                <a:solidFill>
                  <a:srgbClr val="A9A9C0"/>
                </a:solidFill>
                <a:latin typeface="Calibri" pitchFamily="34" charset="0"/>
                <a:ea typeface="Calibri" pitchFamily="34" charset="-122"/>
                <a:cs typeface="Calibri" pitchFamily="34" charset="-120"/>
              </a:rPr>
              <a:t>Sheridan, Wyoming, USA 8280</a:t>
            </a:r>
            <a:endParaRPr lang="en-US" sz="800" dirty="0"/>
          </a:p>
        </p:txBody>
      </p:sp>
      <p:sp>
        <p:nvSpPr>
          <p:cNvPr id="32" name="Shape 30">
            <a:extLst>
              <a:ext uri="{FF2B5EF4-FFF2-40B4-BE49-F238E27FC236}">
                <a16:creationId xmlns:a16="http://schemas.microsoft.com/office/drawing/2014/main" id="{C073F958-3C6B-2111-9543-ECE4EDBF5E49}"/>
              </a:ext>
            </a:extLst>
          </p:cNvPr>
          <p:cNvSpPr/>
          <p:nvPr/>
        </p:nvSpPr>
        <p:spPr>
          <a:xfrm>
            <a:off x="5870448" y="3063240"/>
            <a:ext cx="537210" cy="182880"/>
          </a:xfrm>
          <a:prstGeom prst="roundRect">
            <a:avLst>
              <a:gd name="adj" fmla="val 50000"/>
            </a:avLst>
          </a:prstGeom>
          <a:solidFill>
            <a:srgbClr val="FDE9D3"/>
          </a:solidFill>
          <a:ln/>
        </p:spPr>
        <p:txBody>
          <a:bodyPr/>
          <a:lstStyle/>
          <a:p>
            <a:endParaRPr lang="en-IN"/>
          </a:p>
        </p:txBody>
      </p:sp>
      <p:sp>
        <p:nvSpPr>
          <p:cNvPr id="33" name="Text 31">
            <a:extLst>
              <a:ext uri="{FF2B5EF4-FFF2-40B4-BE49-F238E27FC236}">
                <a16:creationId xmlns:a16="http://schemas.microsoft.com/office/drawing/2014/main" id="{BCAEF856-59D8-C4FE-96FF-2AD8B30B705D}"/>
              </a:ext>
            </a:extLst>
          </p:cNvPr>
          <p:cNvSpPr txBox="1"/>
          <p:nvPr/>
        </p:nvSpPr>
        <p:spPr>
          <a:xfrm>
            <a:off x="5870448" y="3063240"/>
            <a:ext cx="537210" cy="182880"/>
          </a:xfrm>
          <a:prstGeom prst="rect">
            <a:avLst/>
          </a:prstGeom>
          <a:noFill/>
          <a:ln/>
        </p:spPr>
        <p:txBody>
          <a:bodyPr wrap="square" lIns="0" tIns="0" rIns="0" bIns="0" rtlCol="0" anchor="ctr"/>
          <a:lstStyle/>
          <a:p>
            <a:pPr marL="0" indent="0" algn="ctr">
              <a:buNone/>
            </a:pPr>
            <a:r>
              <a:rPr lang="en-US" sz="700" b="1" dirty="0">
                <a:solidFill>
                  <a:srgbClr val="A0561C"/>
                </a:solidFill>
                <a:latin typeface="Calibri" pitchFamily="34" charset="0"/>
                <a:ea typeface="Calibri" pitchFamily="34" charset="-122"/>
                <a:cs typeface="Calibri" pitchFamily="34" charset="-120"/>
              </a:rPr>
              <a:t>ZIP TBC</a:t>
            </a:r>
            <a:endParaRPr lang="en-US" sz="700" dirty="0"/>
          </a:p>
        </p:txBody>
      </p:sp>
      <p:sp>
        <p:nvSpPr>
          <p:cNvPr id="34" name="Shape 32">
            <a:extLst>
              <a:ext uri="{FF2B5EF4-FFF2-40B4-BE49-F238E27FC236}">
                <a16:creationId xmlns:a16="http://schemas.microsoft.com/office/drawing/2014/main" id="{4BF652C2-E937-3B5B-08F2-8C833339C8AB}"/>
              </a:ext>
            </a:extLst>
          </p:cNvPr>
          <p:cNvSpPr/>
          <p:nvPr/>
        </p:nvSpPr>
        <p:spPr>
          <a:xfrm>
            <a:off x="749808" y="3566160"/>
            <a:ext cx="6135624" cy="0"/>
          </a:xfrm>
          <a:prstGeom prst="line">
            <a:avLst/>
          </a:prstGeom>
          <a:noFill/>
          <a:ln w="12700">
            <a:solidFill>
              <a:srgbClr val="2E2E40"/>
            </a:solidFill>
            <a:prstDash val="solid"/>
          </a:ln>
        </p:spPr>
        <p:txBody>
          <a:bodyPr/>
          <a:lstStyle/>
          <a:p>
            <a:endParaRPr lang="en-IN"/>
          </a:p>
        </p:txBody>
      </p:sp>
      <p:sp>
        <p:nvSpPr>
          <p:cNvPr id="35" name="Text 33">
            <a:extLst>
              <a:ext uri="{FF2B5EF4-FFF2-40B4-BE49-F238E27FC236}">
                <a16:creationId xmlns:a16="http://schemas.microsoft.com/office/drawing/2014/main" id="{DE1C56FB-43EE-44FA-FA78-8EC455E9034A}"/>
              </a:ext>
            </a:extLst>
          </p:cNvPr>
          <p:cNvSpPr txBox="1"/>
          <p:nvPr/>
        </p:nvSpPr>
        <p:spPr>
          <a:xfrm>
            <a:off x="749808" y="3703320"/>
            <a:ext cx="2743200" cy="201168"/>
          </a:xfrm>
          <a:prstGeom prst="rect">
            <a:avLst/>
          </a:prstGeom>
          <a:noFill/>
          <a:ln/>
        </p:spPr>
        <p:txBody>
          <a:bodyPr wrap="square" lIns="0" tIns="0" rIns="0" bIns="0" rtlCol="0" anchor="t"/>
          <a:lstStyle/>
          <a:p>
            <a:pPr marL="0" indent="0">
              <a:buNone/>
            </a:pPr>
            <a:r>
              <a:rPr lang="en-US" sz="800" dirty="0">
                <a:solidFill>
                  <a:srgbClr val="8B8BA3"/>
                </a:solidFill>
                <a:latin typeface="Calibri" pitchFamily="34" charset="0"/>
                <a:ea typeface="Calibri" pitchFamily="34" charset="-122"/>
                <a:cs typeface="Calibri" pitchFamily="34" charset="-120"/>
              </a:rPr>
              <a:t>© 2026 Omaginfo LLC. All rights reserved.</a:t>
            </a:r>
            <a:endParaRPr lang="en-US" sz="800" dirty="0"/>
          </a:p>
        </p:txBody>
      </p:sp>
      <p:sp>
        <p:nvSpPr>
          <p:cNvPr id="36" name="Text 34">
            <a:extLst>
              <a:ext uri="{FF2B5EF4-FFF2-40B4-BE49-F238E27FC236}">
                <a16:creationId xmlns:a16="http://schemas.microsoft.com/office/drawing/2014/main" id="{1D34A330-CD1D-5E83-574E-6074BD4F0691}"/>
              </a:ext>
            </a:extLst>
          </p:cNvPr>
          <p:cNvSpPr txBox="1"/>
          <p:nvPr/>
        </p:nvSpPr>
        <p:spPr>
          <a:xfrm>
            <a:off x="5056632" y="3703320"/>
            <a:ext cx="1828800" cy="201168"/>
          </a:xfrm>
          <a:prstGeom prst="rect">
            <a:avLst/>
          </a:prstGeom>
          <a:noFill/>
          <a:ln/>
        </p:spPr>
        <p:txBody>
          <a:bodyPr wrap="square" lIns="0" tIns="0" rIns="0" bIns="0" rtlCol="0" anchor="t"/>
          <a:lstStyle/>
          <a:p>
            <a:pPr marL="0" indent="0" algn="r">
              <a:buNone/>
            </a:pPr>
            <a:r>
              <a:rPr lang="en-US" sz="800" dirty="0">
                <a:solidFill>
                  <a:srgbClr val="8B8BA3"/>
                </a:solidFill>
                <a:latin typeface="Calibri" pitchFamily="34" charset="0"/>
                <a:ea typeface="Calibri" pitchFamily="34" charset="-122"/>
                <a:cs typeface="Calibri" pitchFamily="34" charset="-120"/>
              </a:rPr>
              <a:t>Privacy Policy     Terms of Use</a:t>
            </a:r>
            <a:endParaRPr lang="en-US" sz="800" dirty="0"/>
          </a:p>
        </p:txBody>
      </p:sp>
      <p:sp>
        <p:nvSpPr>
          <p:cNvPr id="37" name="Text 35">
            <a:extLst>
              <a:ext uri="{FF2B5EF4-FFF2-40B4-BE49-F238E27FC236}">
                <a16:creationId xmlns:a16="http://schemas.microsoft.com/office/drawing/2014/main" id="{856BAFEC-761D-2D51-9725-0D2DBEC9FACB}"/>
              </a:ext>
            </a:extLst>
          </p:cNvPr>
          <p:cNvSpPr txBox="1"/>
          <p:nvPr/>
        </p:nvSpPr>
        <p:spPr>
          <a:xfrm>
            <a:off x="548640" y="4526280"/>
            <a:ext cx="6537960" cy="457200"/>
          </a:xfrm>
          <a:prstGeom prst="rect">
            <a:avLst/>
          </a:prstGeom>
          <a:noFill/>
          <a:ln/>
        </p:spPr>
        <p:txBody>
          <a:bodyPr wrap="square" lIns="0" tIns="0" rIns="0" bIns="0" rtlCol="0" anchor="t"/>
          <a:lstStyle/>
          <a:p>
            <a:pPr marL="0" indent="0">
              <a:buNone/>
            </a:pPr>
            <a:r>
              <a:rPr lang="en-US" sz="1100" i="1" dirty="0">
                <a:solidFill>
                  <a:srgbClr val="5F6075"/>
                </a:solidFill>
                <a:latin typeface="Calibri" pitchFamily="34" charset="0"/>
                <a:ea typeface="Calibri" pitchFamily="34" charset="-122"/>
                <a:cs typeface="Calibri" pitchFamily="34" charset="-120"/>
              </a:rPr>
              <a:t>Year updates automatically. Newsletter column from the sample is replaced by the Contact column (no newsletter in the brief).</a:t>
            </a:r>
            <a:endParaRPr lang="en-US" sz="1100" dirty="0"/>
          </a:p>
        </p:txBody>
      </p:sp>
      <p:sp>
        <p:nvSpPr>
          <p:cNvPr id="38" name="Shape 36">
            <a:extLst>
              <a:ext uri="{FF2B5EF4-FFF2-40B4-BE49-F238E27FC236}">
                <a16:creationId xmlns:a16="http://schemas.microsoft.com/office/drawing/2014/main" id="{10639A0C-46D2-6455-14F2-6F0BDCA95885}"/>
              </a:ext>
            </a:extLst>
          </p:cNvPr>
          <p:cNvSpPr/>
          <p:nvPr/>
        </p:nvSpPr>
        <p:spPr>
          <a:xfrm>
            <a:off x="548640" y="5074920"/>
            <a:ext cx="6537960" cy="1188720"/>
          </a:xfrm>
          <a:prstGeom prst="roundRect">
            <a:avLst>
              <a:gd name="adj" fmla="val 9231"/>
            </a:avLst>
          </a:prstGeom>
          <a:solidFill>
            <a:srgbClr val="F3F2FA"/>
          </a:solidFill>
          <a:ln/>
        </p:spPr>
        <p:txBody>
          <a:bodyPr/>
          <a:lstStyle/>
          <a:p>
            <a:endParaRPr lang="en-IN"/>
          </a:p>
        </p:txBody>
      </p:sp>
      <p:sp>
        <p:nvSpPr>
          <p:cNvPr id="39" name="Text 37">
            <a:extLst>
              <a:ext uri="{FF2B5EF4-FFF2-40B4-BE49-F238E27FC236}">
                <a16:creationId xmlns:a16="http://schemas.microsoft.com/office/drawing/2014/main" id="{6A358789-4B21-B73D-AD82-8253AF93E953}"/>
              </a:ext>
            </a:extLst>
          </p:cNvPr>
          <p:cNvSpPr txBox="1"/>
          <p:nvPr/>
        </p:nvSpPr>
        <p:spPr>
          <a:xfrm>
            <a:off x="777240" y="5074920"/>
            <a:ext cx="6080760" cy="1188720"/>
          </a:xfrm>
          <a:prstGeom prst="rect">
            <a:avLst/>
          </a:prstGeom>
          <a:noFill/>
          <a:ln/>
        </p:spPr>
        <p:txBody>
          <a:bodyPr wrap="square" lIns="0" tIns="0" rIns="0" bIns="0" rtlCol="0" anchor="ctr"/>
          <a:lstStyle/>
          <a:p>
            <a:pPr marL="0" indent="0">
              <a:buNone/>
            </a:pPr>
            <a:r>
              <a:rPr lang="en-US" sz="1200" dirty="0">
                <a:solidFill>
                  <a:srgbClr val="16161F"/>
                </a:solidFill>
                <a:latin typeface="Calibri" pitchFamily="34" charset="0"/>
                <a:ea typeface="Calibri" pitchFamily="34" charset="-122"/>
                <a:cs typeface="Calibri" pitchFamily="34" charset="-120"/>
              </a:rPr>
              <a:t>Mobile: columns stack to 2 (tablet) and 1 (phone); contact items become tap-to-email / tap-to-call links.</a:t>
            </a:r>
            <a:endParaRPr lang="en-US" sz="1200" dirty="0"/>
          </a:p>
        </p:txBody>
      </p:sp>
      <p:sp>
        <p:nvSpPr>
          <p:cNvPr id="43" name="Shape 40">
            <a:extLst>
              <a:ext uri="{FF2B5EF4-FFF2-40B4-BE49-F238E27FC236}">
                <a16:creationId xmlns:a16="http://schemas.microsoft.com/office/drawing/2014/main" id="{72F48236-D7A5-3156-3537-BE687F2D244C}"/>
              </a:ext>
            </a:extLst>
          </p:cNvPr>
          <p:cNvSpPr/>
          <p:nvPr/>
        </p:nvSpPr>
        <p:spPr>
          <a:xfrm>
            <a:off x="7360920" y="1650492"/>
            <a:ext cx="274320" cy="274320"/>
          </a:xfrm>
          <a:prstGeom prst="ellipse">
            <a:avLst/>
          </a:prstGeom>
          <a:solidFill>
            <a:srgbClr val="ECEBFF"/>
          </a:solidFill>
          <a:ln/>
        </p:spPr>
        <p:txBody>
          <a:bodyPr/>
          <a:lstStyle/>
          <a:p>
            <a:endParaRPr lang="en-IN"/>
          </a:p>
        </p:txBody>
      </p:sp>
      <p:pic>
        <p:nvPicPr>
          <p:cNvPr id="44" name="Image 1" descr="preencoded.png">
            <a:extLst>
              <a:ext uri="{FF2B5EF4-FFF2-40B4-BE49-F238E27FC236}">
                <a16:creationId xmlns:a16="http://schemas.microsoft.com/office/drawing/2014/main" id="{5E5900B9-CA07-3171-6A69-30537347E7C6}"/>
              </a:ext>
            </a:extLst>
          </p:cNvPr>
          <p:cNvPicPr>
            <a:picLocks noChangeAspect="1"/>
          </p:cNvPicPr>
          <p:nvPr/>
        </p:nvPicPr>
        <p:blipFill>
          <a:blip r:embed="rId2"/>
          <a:stretch>
            <a:fillRect/>
          </a:stretch>
        </p:blipFill>
        <p:spPr>
          <a:xfrm>
            <a:off x="7429500" y="1719072"/>
            <a:ext cx="137160" cy="137160"/>
          </a:xfrm>
          <a:prstGeom prst="rect">
            <a:avLst/>
          </a:prstGeom>
        </p:spPr>
      </p:pic>
      <p:sp>
        <p:nvSpPr>
          <p:cNvPr id="45" name="Text 41">
            <a:extLst>
              <a:ext uri="{FF2B5EF4-FFF2-40B4-BE49-F238E27FC236}">
                <a16:creationId xmlns:a16="http://schemas.microsoft.com/office/drawing/2014/main" id="{06453598-DBD5-D50D-26D4-37B90FBD07AE}"/>
              </a:ext>
            </a:extLst>
          </p:cNvPr>
          <p:cNvSpPr txBox="1"/>
          <p:nvPr/>
        </p:nvSpPr>
        <p:spPr>
          <a:xfrm>
            <a:off x="7726680" y="1668780"/>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Layout</a:t>
            </a:r>
            <a:endParaRPr lang="en-US" sz="1200" dirty="0"/>
          </a:p>
        </p:txBody>
      </p:sp>
      <p:sp>
        <p:nvSpPr>
          <p:cNvPr id="46" name="Text 42">
            <a:extLst>
              <a:ext uri="{FF2B5EF4-FFF2-40B4-BE49-F238E27FC236}">
                <a16:creationId xmlns:a16="http://schemas.microsoft.com/office/drawing/2014/main" id="{86914D2B-319B-79DD-C9B8-84496EF8221E}"/>
              </a:ext>
            </a:extLst>
          </p:cNvPr>
          <p:cNvSpPr txBox="1"/>
          <p:nvPr/>
        </p:nvSpPr>
        <p:spPr>
          <a:xfrm>
            <a:off x="7726680" y="1943100"/>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Full-width dark band; 4 columns (brand, Company, Services, Contact)</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Bottom bar: copyright left, legal links right</a:t>
            </a:r>
            <a:endParaRPr lang="en-US" sz="1100" dirty="0"/>
          </a:p>
        </p:txBody>
      </p:sp>
      <p:sp>
        <p:nvSpPr>
          <p:cNvPr id="47" name="Shape 43">
            <a:extLst>
              <a:ext uri="{FF2B5EF4-FFF2-40B4-BE49-F238E27FC236}">
                <a16:creationId xmlns:a16="http://schemas.microsoft.com/office/drawing/2014/main" id="{56AEB7CD-4BA7-F46C-F7BF-CC66457EC819}"/>
              </a:ext>
            </a:extLst>
          </p:cNvPr>
          <p:cNvSpPr/>
          <p:nvPr/>
        </p:nvSpPr>
        <p:spPr>
          <a:xfrm>
            <a:off x="7360920" y="2596896"/>
            <a:ext cx="274320" cy="274320"/>
          </a:xfrm>
          <a:prstGeom prst="ellipse">
            <a:avLst/>
          </a:prstGeom>
          <a:solidFill>
            <a:srgbClr val="ECEBFF"/>
          </a:solidFill>
          <a:ln/>
        </p:spPr>
        <p:txBody>
          <a:bodyPr/>
          <a:lstStyle/>
          <a:p>
            <a:endParaRPr lang="en-IN"/>
          </a:p>
        </p:txBody>
      </p:sp>
      <p:pic>
        <p:nvPicPr>
          <p:cNvPr id="48" name="Image 2" descr="preencoded.png">
            <a:extLst>
              <a:ext uri="{FF2B5EF4-FFF2-40B4-BE49-F238E27FC236}">
                <a16:creationId xmlns:a16="http://schemas.microsoft.com/office/drawing/2014/main" id="{2D94BECC-C68F-2D82-1D24-9CC1E4BD1B72}"/>
              </a:ext>
            </a:extLst>
          </p:cNvPr>
          <p:cNvPicPr>
            <a:picLocks noChangeAspect="1"/>
          </p:cNvPicPr>
          <p:nvPr/>
        </p:nvPicPr>
        <p:blipFill>
          <a:blip r:embed="rId3"/>
          <a:stretch>
            <a:fillRect/>
          </a:stretch>
        </p:blipFill>
        <p:spPr>
          <a:xfrm>
            <a:off x="7429500" y="2665476"/>
            <a:ext cx="137160" cy="137160"/>
          </a:xfrm>
          <a:prstGeom prst="rect">
            <a:avLst/>
          </a:prstGeom>
        </p:spPr>
      </p:pic>
      <p:sp>
        <p:nvSpPr>
          <p:cNvPr id="49" name="Text 44">
            <a:extLst>
              <a:ext uri="{FF2B5EF4-FFF2-40B4-BE49-F238E27FC236}">
                <a16:creationId xmlns:a16="http://schemas.microsoft.com/office/drawing/2014/main" id="{3B7B8BB1-286C-4807-D925-3E33270CE39A}"/>
              </a:ext>
            </a:extLst>
          </p:cNvPr>
          <p:cNvSpPr txBox="1"/>
          <p:nvPr/>
        </p:nvSpPr>
        <p:spPr>
          <a:xfrm>
            <a:off x="7726680" y="2615184"/>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Content</a:t>
            </a:r>
            <a:endParaRPr lang="en-US" sz="1200" dirty="0"/>
          </a:p>
        </p:txBody>
      </p:sp>
      <p:sp>
        <p:nvSpPr>
          <p:cNvPr id="50" name="Text 45">
            <a:extLst>
              <a:ext uri="{FF2B5EF4-FFF2-40B4-BE49-F238E27FC236}">
                <a16:creationId xmlns:a16="http://schemas.microsoft.com/office/drawing/2014/main" id="{F7367C9D-92EF-352D-6BCC-38CAC3C1EE6A}"/>
              </a:ext>
            </a:extLst>
          </p:cNvPr>
          <p:cNvSpPr txBox="1"/>
          <p:nvPr/>
        </p:nvSpPr>
        <p:spPr>
          <a:xfrm>
            <a:off x="7726680" y="2889504"/>
            <a:ext cx="3931920" cy="544068"/>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Tagline: Global Connectivity. Trusted Partnerships.</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Email, phone and address exactly as supplied</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LinkedIn: linkedin.com/company/omaginfo-llc</a:t>
            </a:r>
            <a:endParaRPr lang="en-US" sz="1100" dirty="0"/>
          </a:p>
        </p:txBody>
      </p:sp>
      <p:sp>
        <p:nvSpPr>
          <p:cNvPr id="51" name="Shape 46">
            <a:extLst>
              <a:ext uri="{FF2B5EF4-FFF2-40B4-BE49-F238E27FC236}">
                <a16:creationId xmlns:a16="http://schemas.microsoft.com/office/drawing/2014/main" id="{AC45C41E-C0CA-AC73-01F0-A17E81788DB4}"/>
              </a:ext>
            </a:extLst>
          </p:cNvPr>
          <p:cNvSpPr/>
          <p:nvPr/>
        </p:nvSpPr>
        <p:spPr>
          <a:xfrm>
            <a:off x="7360920" y="3543300"/>
            <a:ext cx="274320" cy="274320"/>
          </a:xfrm>
          <a:prstGeom prst="ellipse">
            <a:avLst/>
          </a:prstGeom>
          <a:solidFill>
            <a:srgbClr val="ECEBFF"/>
          </a:solidFill>
          <a:ln/>
        </p:spPr>
        <p:txBody>
          <a:bodyPr/>
          <a:lstStyle/>
          <a:p>
            <a:endParaRPr lang="en-IN"/>
          </a:p>
        </p:txBody>
      </p:sp>
      <p:pic>
        <p:nvPicPr>
          <p:cNvPr id="52" name="Image 3" descr="preencoded.png">
            <a:extLst>
              <a:ext uri="{FF2B5EF4-FFF2-40B4-BE49-F238E27FC236}">
                <a16:creationId xmlns:a16="http://schemas.microsoft.com/office/drawing/2014/main" id="{D9DEC9B3-9408-0DD2-9B4B-988FC6E67600}"/>
              </a:ext>
            </a:extLst>
          </p:cNvPr>
          <p:cNvPicPr>
            <a:picLocks noChangeAspect="1"/>
          </p:cNvPicPr>
          <p:nvPr/>
        </p:nvPicPr>
        <p:blipFill>
          <a:blip r:embed="rId4"/>
          <a:stretch>
            <a:fillRect/>
          </a:stretch>
        </p:blipFill>
        <p:spPr>
          <a:xfrm>
            <a:off x="7429500" y="3611880"/>
            <a:ext cx="137160" cy="137160"/>
          </a:xfrm>
          <a:prstGeom prst="rect">
            <a:avLst/>
          </a:prstGeom>
        </p:spPr>
      </p:pic>
      <p:sp>
        <p:nvSpPr>
          <p:cNvPr id="53" name="Text 47">
            <a:extLst>
              <a:ext uri="{FF2B5EF4-FFF2-40B4-BE49-F238E27FC236}">
                <a16:creationId xmlns:a16="http://schemas.microsoft.com/office/drawing/2014/main" id="{3251B8B3-8F5A-74F1-6FB6-15456B8A2DD7}"/>
              </a:ext>
            </a:extLst>
          </p:cNvPr>
          <p:cNvSpPr txBox="1"/>
          <p:nvPr/>
        </p:nvSpPr>
        <p:spPr>
          <a:xfrm>
            <a:off x="7726680" y="3561588"/>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Visuals</a:t>
            </a:r>
            <a:endParaRPr lang="en-US" sz="1200" dirty="0"/>
          </a:p>
        </p:txBody>
      </p:sp>
      <p:sp>
        <p:nvSpPr>
          <p:cNvPr id="54" name="Text 48">
            <a:extLst>
              <a:ext uri="{FF2B5EF4-FFF2-40B4-BE49-F238E27FC236}">
                <a16:creationId xmlns:a16="http://schemas.microsoft.com/office/drawing/2014/main" id="{A18A21CC-7B84-1C60-9AFA-35998BDD1FF6}"/>
              </a:ext>
            </a:extLst>
          </p:cNvPr>
          <p:cNvSpPr txBox="1"/>
          <p:nvPr/>
        </p:nvSpPr>
        <p:spPr>
          <a:xfrm>
            <a:off x="7726680" y="3835908"/>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Light/white version of logo</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LinkedIn icon in a dark circle, hover turns white</a:t>
            </a:r>
            <a:endParaRPr lang="en-US" sz="1100" dirty="0"/>
          </a:p>
        </p:txBody>
      </p:sp>
      <p:sp>
        <p:nvSpPr>
          <p:cNvPr id="55" name="Shape 49">
            <a:extLst>
              <a:ext uri="{FF2B5EF4-FFF2-40B4-BE49-F238E27FC236}">
                <a16:creationId xmlns:a16="http://schemas.microsoft.com/office/drawing/2014/main" id="{F0808E58-3038-8C6B-6AF2-94491219DCA7}"/>
              </a:ext>
            </a:extLst>
          </p:cNvPr>
          <p:cNvSpPr/>
          <p:nvPr/>
        </p:nvSpPr>
        <p:spPr>
          <a:xfrm>
            <a:off x="7360920" y="4320540"/>
            <a:ext cx="274320" cy="274320"/>
          </a:xfrm>
          <a:prstGeom prst="ellipse">
            <a:avLst/>
          </a:prstGeom>
          <a:solidFill>
            <a:srgbClr val="ECEBFF"/>
          </a:solidFill>
          <a:ln/>
        </p:spPr>
        <p:txBody>
          <a:bodyPr/>
          <a:lstStyle/>
          <a:p>
            <a:endParaRPr lang="en-IN"/>
          </a:p>
        </p:txBody>
      </p:sp>
      <p:pic>
        <p:nvPicPr>
          <p:cNvPr id="56" name="Image 4" descr="preencoded.png">
            <a:extLst>
              <a:ext uri="{FF2B5EF4-FFF2-40B4-BE49-F238E27FC236}">
                <a16:creationId xmlns:a16="http://schemas.microsoft.com/office/drawing/2014/main" id="{6055BE72-8A9E-C2C9-77C2-87475851B26B}"/>
              </a:ext>
            </a:extLst>
          </p:cNvPr>
          <p:cNvPicPr>
            <a:picLocks noChangeAspect="1"/>
          </p:cNvPicPr>
          <p:nvPr/>
        </p:nvPicPr>
        <p:blipFill>
          <a:blip r:embed="rId5"/>
          <a:stretch>
            <a:fillRect/>
          </a:stretch>
        </p:blipFill>
        <p:spPr>
          <a:xfrm>
            <a:off x="7429500" y="4389120"/>
            <a:ext cx="137160" cy="137160"/>
          </a:xfrm>
          <a:prstGeom prst="rect">
            <a:avLst/>
          </a:prstGeom>
        </p:spPr>
      </p:pic>
      <p:sp>
        <p:nvSpPr>
          <p:cNvPr id="57" name="Text 50">
            <a:extLst>
              <a:ext uri="{FF2B5EF4-FFF2-40B4-BE49-F238E27FC236}">
                <a16:creationId xmlns:a16="http://schemas.microsoft.com/office/drawing/2014/main" id="{61210789-B3D7-91EA-A702-B92778785268}"/>
              </a:ext>
            </a:extLst>
          </p:cNvPr>
          <p:cNvSpPr txBox="1"/>
          <p:nvPr/>
        </p:nvSpPr>
        <p:spPr>
          <a:xfrm>
            <a:off x="7726680" y="4338828"/>
            <a:ext cx="2743200" cy="237744"/>
          </a:xfrm>
          <a:prstGeom prst="rect">
            <a:avLst/>
          </a:prstGeom>
          <a:noFill/>
          <a:ln/>
        </p:spPr>
        <p:txBody>
          <a:bodyPr wrap="square" lIns="0" tIns="0" rIns="0" bIns="0" rtlCol="0" anchor="ctr"/>
          <a:lstStyle/>
          <a:p>
            <a:pPr marL="0" indent="0">
              <a:buNone/>
            </a:pPr>
            <a:r>
              <a:rPr lang="en-US" sz="1200" b="1" dirty="0">
                <a:solidFill>
                  <a:srgbClr val="16161F"/>
                </a:solidFill>
                <a:latin typeface="Calibri" pitchFamily="34" charset="0"/>
                <a:ea typeface="Calibri" pitchFamily="34" charset="-122"/>
                <a:cs typeface="Calibri" pitchFamily="34" charset="-120"/>
              </a:rPr>
              <a:t>Functionality</a:t>
            </a:r>
            <a:endParaRPr lang="en-US" sz="1200" dirty="0"/>
          </a:p>
        </p:txBody>
      </p:sp>
      <p:sp>
        <p:nvSpPr>
          <p:cNvPr id="58" name="Text 51">
            <a:extLst>
              <a:ext uri="{FF2B5EF4-FFF2-40B4-BE49-F238E27FC236}">
                <a16:creationId xmlns:a16="http://schemas.microsoft.com/office/drawing/2014/main" id="{025EFE65-DB4F-DEC9-F989-B335322C6D13}"/>
              </a:ext>
            </a:extLst>
          </p:cNvPr>
          <p:cNvSpPr txBox="1"/>
          <p:nvPr/>
        </p:nvSpPr>
        <p:spPr>
          <a:xfrm>
            <a:off x="7726680" y="4613148"/>
            <a:ext cx="3931920" cy="374904"/>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mailto: and tel: links; LinkedIn opens in new tab</a:t>
            </a:r>
            <a:endParaRPr lang="en-US" sz="1100" dirty="0"/>
          </a:p>
          <a:p>
            <a:pPr marL="127000" indent="-127000">
              <a:spcAft>
                <a:spcPts val="200"/>
              </a:spcAft>
              <a:buSzPct val="100000"/>
              <a:buChar char="•"/>
            </a:pPr>
            <a:r>
              <a:rPr lang="en-US" sz="1100" dirty="0">
                <a:solidFill>
                  <a:srgbClr val="5F6075"/>
                </a:solidFill>
                <a:latin typeface="Calibri" pitchFamily="34" charset="0"/>
                <a:ea typeface="Calibri" pitchFamily="34" charset="-122"/>
                <a:cs typeface="Calibri" pitchFamily="34" charset="-120"/>
              </a:rPr>
              <a:t>Privacy / Terms pages need client-approved text</a:t>
            </a:r>
            <a:endParaRPr lang="en-US" sz="1100" dirty="0"/>
          </a:p>
        </p:txBody>
      </p:sp>
    </p:spTree>
    <p:extLst>
      <p:ext uri="{BB962C8B-B14F-4D97-AF65-F5344CB8AC3E}">
        <p14:creationId xmlns:p14="http://schemas.microsoft.com/office/powerpoint/2010/main" val="3922395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F9DADEEF-46D3-BDDB-BD38-52AA78E28AFA}"/>
              </a:ext>
            </a:extLst>
          </p:cNvPr>
          <p:cNvSpPr/>
          <p:nvPr/>
        </p:nvSpPr>
        <p:spPr>
          <a:xfrm>
            <a:off x="3030583" y="1325880"/>
            <a:ext cx="1874520" cy="3931920"/>
          </a:xfrm>
          <a:prstGeom prst="roundRect">
            <a:avLst>
              <a:gd name="adj" fmla="val 13659"/>
            </a:avLst>
          </a:prstGeom>
          <a:solidFill>
            <a:srgbClr val="16161F"/>
          </a:solidFill>
          <a:ln/>
          <a:effectLst>
            <a:outerShdw blurRad="101600" dist="25400" dir="5400000" algn="bl" rotWithShape="0">
              <a:srgbClr val="28207A">
                <a:alpha val="12000"/>
              </a:srgbClr>
            </a:outerShdw>
          </a:effectLst>
        </p:spPr>
        <p:txBody>
          <a:bodyPr/>
          <a:lstStyle/>
          <a:p>
            <a:endParaRPr lang="en-IN"/>
          </a:p>
        </p:txBody>
      </p:sp>
      <p:sp>
        <p:nvSpPr>
          <p:cNvPr id="5" name="Shape 3">
            <a:extLst>
              <a:ext uri="{FF2B5EF4-FFF2-40B4-BE49-F238E27FC236}">
                <a16:creationId xmlns:a16="http://schemas.microsoft.com/office/drawing/2014/main" id="{EB565221-A6A6-43E1-447F-773600D8B7CF}"/>
              </a:ext>
            </a:extLst>
          </p:cNvPr>
          <p:cNvSpPr/>
          <p:nvPr/>
        </p:nvSpPr>
        <p:spPr>
          <a:xfrm>
            <a:off x="3094591" y="1389888"/>
            <a:ext cx="1746504" cy="3803904"/>
          </a:xfrm>
          <a:prstGeom prst="roundRect">
            <a:avLst>
              <a:gd name="adj" fmla="val 11518"/>
            </a:avLst>
          </a:prstGeom>
          <a:solidFill>
            <a:srgbClr val="FBFBFF"/>
          </a:solidFill>
          <a:ln/>
        </p:spPr>
        <p:txBody>
          <a:bodyPr/>
          <a:lstStyle/>
          <a:p>
            <a:endParaRPr lang="en-IN"/>
          </a:p>
        </p:txBody>
      </p:sp>
      <p:sp>
        <p:nvSpPr>
          <p:cNvPr id="7" name="Shape 4">
            <a:extLst>
              <a:ext uri="{FF2B5EF4-FFF2-40B4-BE49-F238E27FC236}">
                <a16:creationId xmlns:a16="http://schemas.microsoft.com/office/drawing/2014/main" id="{B7F6BDB7-B5F4-2476-E746-D5739140C61C}"/>
              </a:ext>
            </a:extLst>
          </p:cNvPr>
          <p:cNvSpPr/>
          <p:nvPr/>
        </p:nvSpPr>
        <p:spPr>
          <a:xfrm>
            <a:off x="3693523" y="1435608"/>
            <a:ext cx="548640" cy="73152"/>
          </a:xfrm>
          <a:prstGeom prst="roundRect">
            <a:avLst>
              <a:gd name="adj" fmla="val 50000"/>
            </a:avLst>
          </a:prstGeom>
          <a:solidFill>
            <a:srgbClr val="16161F"/>
          </a:solidFill>
          <a:ln/>
        </p:spPr>
        <p:txBody>
          <a:bodyPr/>
          <a:lstStyle/>
          <a:p>
            <a:endParaRPr lang="en-IN"/>
          </a:p>
        </p:txBody>
      </p:sp>
      <p:sp>
        <p:nvSpPr>
          <p:cNvPr id="9" name="Shape 5">
            <a:extLst>
              <a:ext uri="{FF2B5EF4-FFF2-40B4-BE49-F238E27FC236}">
                <a16:creationId xmlns:a16="http://schemas.microsoft.com/office/drawing/2014/main" id="{DEA1451E-907B-80FC-7DFB-6D135B3FA25D}"/>
              </a:ext>
            </a:extLst>
          </p:cNvPr>
          <p:cNvSpPr/>
          <p:nvPr/>
        </p:nvSpPr>
        <p:spPr>
          <a:xfrm>
            <a:off x="3167743" y="1600200"/>
            <a:ext cx="502920" cy="137160"/>
          </a:xfrm>
          <a:prstGeom prst="roundRect">
            <a:avLst>
              <a:gd name="adj" fmla="val 20000"/>
            </a:avLst>
          </a:prstGeom>
          <a:solidFill>
            <a:srgbClr val="ECEBFF"/>
          </a:solidFill>
          <a:ln w="9525">
            <a:solidFill>
              <a:srgbClr val="B3A8FF"/>
            </a:solidFill>
            <a:prstDash val="dash"/>
          </a:ln>
        </p:spPr>
        <p:txBody>
          <a:bodyPr/>
          <a:lstStyle/>
          <a:p>
            <a:endParaRPr lang="en-IN"/>
          </a:p>
        </p:txBody>
      </p:sp>
      <p:sp>
        <p:nvSpPr>
          <p:cNvPr id="11" name="Shape 6">
            <a:extLst>
              <a:ext uri="{FF2B5EF4-FFF2-40B4-BE49-F238E27FC236}">
                <a16:creationId xmlns:a16="http://schemas.microsoft.com/office/drawing/2014/main" id="{DE851FC4-9A6D-3AF1-2F69-7AB20E83C142}"/>
              </a:ext>
            </a:extLst>
          </p:cNvPr>
          <p:cNvSpPr/>
          <p:nvPr/>
        </p:nvSpPr>
        <p:spPr>
          <a:xfrm>
            <a:off x="4585063" y="1618488"/>
            <a:ext cx="164592" cy="18288"/>
          </a:xfrm>
          <a:prstGeom prst="rect">
            <a:avLst/>
          </a:prstGeom>
          <a:solidFill>
            <a:srgbClr val="16161F"/>
          </a:solidFill>
          <a:ln/>
        </p:spPr>
        <p:txBody>
          <a:bodyPr/>
          <a:lstStyle/>
          <a:p>
            <a:endParaRPr lang="en-IN"/>
          </a:p>
        </p:txBody>
      </p:sp>
      <p:sp>
        <p:nvSpPr>
          <p:cNvPr id="13" name="Shape 7">
            <a:extLst>
              <a:ext uri="{FF2B5EF4-FFF2-40B4-BE49-F238E27FC236}">
                <a16:creationId xmlns:a16="http://schemas.microsoft.com/office/drawing/2014/main" id="{1B607976-5EDF-0CEA-2563-283950B91355}"/>
              </a:ext>
            </a:extLst>
          </p:cNvPr>
          <p:cNvSpPr/>
          <p:nvPr/>
        </p:nvSpPr>
        <p:spPr>
          <a:xfrm>
            <a:off x="4585063" y="1664208"/>
            <a:ext cx="164592" cy="18288"/>
          </a:xfrm>
          <a:prstGeom prst="rect">
            <a:avLst/>
          </a:prstGeom>
          <a:solidFill>
            <a:srgbClr val="16161F"/>
          </a:solidFill>
          <a:ln/>
        </p:spPr>
        <p:txBody>
          <a:bodyPr/>
          <a:lstStyle/>
          <a:p>
            <a:endParaRPr lang="en-IN"/>
          </a:p>
        </p:txBody>
      </p:sp>
      <p:sp>
        <p:nvSpPr>
          <p:cNvPr id="15" name="Shape 8">
            <a:extLst>
              <a:ext uri="{FF2B5EF4-FFF2-40B4-BE49-F238E27FC236}">
                <a16:creationId xmlns:a16="http://schemas.microsoft.com/office/drawing/2014/main" id="{92E573CA-E211-9134-3548-62086CE2A88C}"/>
              </a:ext>
            </a:extLst>
          </p:cNvPr>
          <p:cNvSpPr/>
          <p:nvPr/>
        </p:nvSpPr>
        <p:spPr>
          <a:xfrm>
            <a:off x="4585063" y="1709928"/>
            <a:ext cx="164592" cy="18288"/>
          </a:xfrm>
          <a:prstGeom prst="rect">
            <a:avLst/>
          </a:prstGeom>
          <a:solidFill>
            <a:srgbClr val="16161F"/>
          </a:solidFill>
          <a:ln/>
        </p:spPr>
        <p:txBody>
          <a:bodyPr/>
          <a:lstStyle/>
          <a:p>
            <a:endParaRPr lang="en-IN"/>
          </a:p>
        </p:txBody>
      </p:sp>
      <p:sp>
        <p:nvSpPr>
          <p:cNvPr id="17" name="Shape 9">
            <a:extLst>
              <a:ext uri="{FF2B5EF4-FFF2-40B4-BE49-F238E27FC236}">
                <a16:creationId xmlns:a16="http://schemas.microsoft.com/office/drawing/2014/main" id="{7A42B11E-020A-7579-F73B-B4522D67CAE3}"/>
              </a:ext>
            </a:extLst>
          </p:cNvPr>
          <p:cNvSpPr/>
          <p:nvPr/>
        </p:nvSpPr>
        <p:spPr>
          <a:xfrm>
            <a:off x="3167743" y="1874520"/>
            <a:ext cx="1600200" cy="731520"/>
          </a:xfrm>
          <a:prstGeom prst="roundRect">
            <a:avLst>
              <a:gd name="adj" fmla="val 7500"/>
            </a:avLst>
          </a:prstGeom>
          <a:solidFill>
            <a:srgbClr val="FFFFFF"/>
          </a:solidFill>
          <a:ln w="9525">
            <a:solidFill>
              <a:srgbClr val="E4E3EF"/>
            </a:solidFill>
            <a:prstDash val="solid"/>
          </a:ln>
        </p:spPr>
        <p:txBody>
          <a:bodyPr/>
          <a:lstStyle/>
          <a:p>
            <a:endParaRPr lang="en-IN"/>
          </a:p>
        </p:txBody>
      </p:sp>
      <p:sp>
        <p:nvSpPr>
          <p:cNvPr id="19" name="Text 10">
            <a:extLst>
              <a:ext uri="{FF2B5EF4-FFF2-40B4-BE49-F238E27FC236}">
                <a16:creationId xmlns:a16="http://schemas.microsoft.com/office/drawing/2014/main" id="{E591F9FB-C0E6-03E1-7093-43215F5D2710}"/>
              </a:ext>
            </a:extLst>
          </p:cNvPr>
          <p:cNvSpPr txBox="1"/>
          <p:nvPr/>
        </p:nvSpPr>
        <p:spPr>
          <a:xfrm>
            <a:off x="3222607" y="1874520"/>
            <a:ext cx="1490472" cy="731520"/>
          </a:xfrm>
          <a:prstGeom prst="rect">
            <a:avLst/>
          </a:prstGeom>
          <a:noFill/>
          <a:ln/>
        </p:spPr>
        <p:txBody>
          <a:bodyPr wrap="square" lIns="0" tIns="0" rIns="0" bIns="0" rtlCol="0" anchor="ctr"/>
          <a:lstStyle/>
          <a:p>
            <a:pPr marL="0" indent="0" algn="ctr">
              <a:buNone/>
            </a:pPr>
            <a:r>
              <a:rPr lang="en-US" sz="700" b="1" dirty="0">
                <a:solidFill>
                  <a:srgbClr val="5F6075"/>
                </a:solidFill>
                <a:latin typeface="Calibri" pitchFamily="34" charset="0"/>
                <a:ea typeface="Calibri" pitchFamily="34" charset="-122"/>
                <a:cs typeface="Calibri" pitchFamily="34" charset="-120"/>
              </a:rPr>
              <a:t>Hero text + 2 buttons</a:t>
            </a:r>
            <a:endParaRPr lang="en-US" sz="700" dirty="0"/>
          </a:p>
        </p:txBody>
      </p:sp>
      <p:sp>
        <p:nvSpPr>
          <p:cNvPr id="21" name="Shape 11">
            <a:extLst>
              <a:ext uri="{FF2B5EF4-FFF2-40B4-BE49-F238E27FC236}">
                <a16:creationId xmlns:a16="http://schemas.microsoft.com/office/drawing/2014/main" id="{D68927C9-8398-0E80-D09A-B4E802B671A8}"/>
              </a:ext>
            </a:extLst>
          </p:cNvPr>
          <p:cNvSpPr/>
          <p:nvPr/>
        </p:nvSpPr>
        <p:spPr>
          <a:xfrm>
            <a:off x="3167743" y="2660904"/>
            <a:ext cx="1600200" cy="548640"/>
          </a:xfrm>
          <a:prstGeom prst="roundRect">
            <a:avLst>
              <a:gd name="adj" fmla="val 10000"/>
            </a:avLst>
          </a:prstGeom>
          <a:solidFill>
            <a:srgbClr val="ECEBFF"/>
          </a:solidFill>
          <a:ln w="9525">
            <a:solidFill>
              <a:srgbClr val="E4E3EF"/>
            </a:solidFill>
            <a:prstDash val="solid"/>
          </a:ln>
        </p:spPr>
        <p:txBody>
          <a:bodyPr/>
          <a:lstStyle/>
          <a:p>
            <a:endParaRPr lang="en-IN"/>
          </a:p>
        </p:txBody>
      </p:sp>
      <p:sp>
        <p:nvSpPr>
          <p:cNvPr id="23" name="Text 12">
            <a:extLst>
              <a:ext uri="{FF2B5EF4-FFF2-40B4-BE49-F238E27FC236}">
                <a16:creationId xmlns:a16="http://schemas.microsoft.com/office/drawing/2014/main" id="{BE50B9D6-EDE6-71C7-FC5B-9B1C1D89C1C0}"/>
              </a:ext>
            </a:extLst>
          </p:cNvPr>
          <p:cNvSpPr txBox="1"/>
          <p:nvPr/>
        </p:nvSpPr>
        <p:spPr>
          <a:xfrm>
            <a:off x="3222607" y="2660904"/>
            <a:ext cx="1490472" cy="548640"/>
          </a:xfrm>
          <a:prstGeom prst="rect">
            <a:avLst/>
          </a:prstGeom>
          <a:noFill/>
          <a:ln/>
        </p:spPr>
        <p:txBody>
          <a:bodyPr wrap="square" lIns="0" tIns="0" rIns="0" bIns="0" rtlCol="0" anchor="ctr"/>
          <a:lstStyle/>
          <a:p>
            <a:pPr marL="0" indent="0" algn="ctr">
              <a:buNone/>
            </a:pPr>
            <a:r>
              <a:rPr lang="en-US" sz="700" b="1" dirty="0">
                <a:solidFill>
                  <a:srgbClr val="5F6075"/>
                </a:solidFill>
                <a:latin typeface="Calibri" pitchFamily="34" charset="0"/>
                <a:ea typeface="Calibri" pitchFamily="34" charset="-122"/>
                <a:cs typeface="Calibri" pitchFamily="34" charset="-120"/>
              </a:rPr>
              <a:t>Illustration</a:t>
            </a:r>
            <a:endParaRPr lang="en-US" sz="700" dirty="0"/>
          </a:p>
        </p:txBody>
      </p:sp>
      <p:sp>
        <p:nvSpPr>
          <p:cNvPr id="25" name="Shape 13">
            <a:extLst>
              <a:ext uri="{FF2B5EF4-FFF2-40B4-BE49-F238E27FC236}">
                <a16:creationId xmlns:a16="http://schemas.microsoft.com/office/drawing/2014/main" id="{18788624-EA03-0D95-0F49-C3948D10A2C9}"/>
              </a:ext>
            </a:extLst>
          </p:cNvPr>
          <p:cNvSpPr/>
          <p:nvPr/>
        </p:nvSpPr>
        <p:spPr>
          <a:xfrm>
            <a:off x="3167743" y="3264408"/>
            <a:ext cx="1600200" cy="411480"/>
          </a:xfrm>
          <a:prstGeom prst="roundRect">
            <a:avLst>
              <a:gd name="adj" fmla="val 13333"/>
            </a:avLst>
          </a:prstGeom>
          <a:solidFill>
            <a:srgbClr val="FFFFFF"/>
          </a:solidFill>
          <a:ln w="9525">
            <a:solidFill>
              <a:srgbClr val="E4E3EF"/>
            </a:solidFill>
            <a:prstDash val="solid"/>
          </a:ln>
        </p:spPr>
        <p:txBody>
          <a:bodyPr/>
          <a:lstStyle/>
          <a:p>
            <a:endParaRPr lang="en-IN"/>
          </a:p>
        </p:txBody>
      </p:sp>
      <p:sp>
        <p:nvSpPr>
          <p:cNvPr id="27" name="Text 14">
            <a:extLst>
              <a:ext uri="{FF2B5EF4-FFF2-40B4-BE49-F238E27FC236}">
                <a16:creationId xmlns:a16="http://schemas.microsoft.com/office/drawing/2014/main" id="{09404215-00FD-0CDD-10E1-F6E644608E8A}"/>
              </a:ext>
            </a:extLst>
          </p:cNvPr>
          <p:cNvSpPr txBox="1"/>
          <p:nvPr/>
        </p:nvSpPr>
        <p:spPr>
          <a:xfrm>
            <a:off x="3222607" y="3264408"/>
            <a:ext cx="1490472" cy="411480"/>
          </a:xfrm>
          <a:prstGeom prst="rect">
            <a:avLst/>
          </a:prstGeom>
          <a:noFill/>
          <a:ln/>
        </p:spPr>
        <p:txBody>
          <a:bodyPr wrap="square" lIns="0" tIns="0" rIns="0" bIns="0" rtlCol="0" anchor="ctr"/>
          <a:lstStyle/>
          <a:p>
            <a:pPr marL="0" indent="0" algn="ctr">
              <a:buNone/>
            </a:pPr>
            <a:r>
              <a:rPr lang="en-US" sz="700" b="1" dirty="0">
                <a:solidFill>
                  <a:srgbClr val="5F6075"/>
                </a:solidFill>
                <a:latin typeface="Calibri" pitchFamily="34" charset="0"/>
                <a:ea typeface="Calibri" pitchFamily="34" charset="-122"/>
                <a:cs typeface="Calibri" pitchFamily="34" charset="-120"/>
              </a:rPr>
              <a:t>Voice card</a:t>
            </a:r>
            <a:endParaRPr lang="en-US" sz="700" dirty="0"/>
          </a:p>
        </p:txBody>
      </p:sp>
      <p:sp>
        <p:nvSpPr>
          <p:cNvPr id="29" name="Shape 15">
            <a:extLst>
              <a:ext uri="{FF2B5EF4-FFF2-40B4-BE49-F238E27FC236}">
                <a16:creationId xmlns:a16="http://schemas.microsoft.com/office/drawing/2014/main" id="{598426EA-BAC3-9F3D-DC3E-2B1775F2F706}"/>
              </a:ext>
            </a:extLst>
          </p:cNvPr>
          <p:cNvSpPr/>
          <p:nvPr/>
        </p:nvSpPr>
        <p:spPr>
          <a:xfrm>
            <a:off x="3167743" y="3730752"/>
            <a:ext cx="1600200" cy="411480"/>
          </a:xfrm>
          <a:prstGeom prst="roundRect">
            <a:avLst>
              <a:gd name="adj" fmla="val 13333"/>
            </a:avLst>
          </a:prstGeom>
          <a:solidFill>
            <a:srgbClr val="1B1B28"/>
          </a:solidFill>
          <a:ln/>
        </p:spPr>
        <p:txBody>
          <a:bodyPr/>
          <a:lstStyle/>
          <a:p>
            <a:endParaRPr lang="en-IN"/>
          </a:p>
        </p:txBody>
      </p:sp>
      <p:sp>
        <p:nvSpPr>
          <p:cNvPr id="31" name="Text 16">
            <a:extLst>
              <a:ext uri="{FF2B5EF4-FFF2-40B4-BE49-F238E27FC236}">
                <a16:creationId xmlns:a16="http://schemas.microsoft.com/office/drawing/2014/main" id="{B1E62718-9249-A7A7-935F-F7ECBF7B8773}"/>
              </a:ext>
            </a:extLst>
          </p:cNvPr>
          <p:cNvSpPr txBox="1"/>
          <p:nvPr/>
        </p:nvSpPr>
        <p:spPr>
          <a:xfrm>
            <a:off x="3222607" y="3730752"/>
            <a:ext cx="1490472" cy="4114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SMS card</a:t>
            </a:r>
            <a:endParaRPr lang="en-US" sz="700" dirty="0"/>
          </a:p>
        </p:txBody>
      </p:sp>
      <p:sp>
        <p:nvSpPr>
          <p:cNvPr id="33" name="Shape 17">
            <a:extLst>
              <a:ext uri="{FF2B5EF4-FFF2-40B4-BE49-F238E27FC236}">
                <a16:creationId xmlns:a16="http://schemas.microsoft.com/office/drawing/2014/main" id="{A2F3EE91-D82A-E6B8-6326-569A6AF28EA7}"/>
              </a:ext>
            </a:extLst>
          </p:cNvPr>
          <p:cNvSpPr/>
          <p:nvPr/>
        </p:nvSpPr>
        <p:spPr>
          <a:xfrm>
            <a:off x="3167743" y="4197096"/>
            <a:ext cx="1600200" cy="502920"/>
          </a:xfrm>
          <a:prstGeom prst="roundRect">
            <a:avLst>
              <a:gd name="adj" fmla="val 10909"/>
            </a:avLst>
          </a:prstGeom>
          <a:solidFill>
            <a:srgbClr val="F3F2FA"/>
          </a:solidFill>
          <a:ln w="9525">
            <a:solidFill>
              <a:srgbClr val="E4E3EF"/>
            </a:solidFill>
            <a:prstDash val="solid"/>
          </a:ln>
        </p:spPr>
        <p:txBody>
          <a:bodyPr/>
          <a:lstStyle/>
          <a:p>
            <a:endParaRPr lang="en-IN"/>
          </a:p>
        </p:txBody>
      </p:sp>
      <p:sp>
        <p:nvSpPr>
          <p:cNvPr id="35" name="Text 18">
            <a:extLst>
              <a:ext uri="{FF2B5EF4-FFF2-40B4-BE49-F238E27FC236}">
                <a16:creationId xmlns:a16="http://schemas.microsoft.com/office/drawing/2014/main" id="{694C0DFC-5555-2036-645A-C3CC4D3BC611}"/>
              </a:ext>
            </a:extLst>
          </p:cNvPr>
          <p:cNvSpPr txBox="1"/>
          <p:nvPr/>
        </p:nvSpPr>
        <p:spPr>
          <a:xfrm>
            <a:off x="3222607" y="4197096"/>
            <a:ext cx="1490472" cy="502920"/>
          </a:xfrm>
          <a:prstGeom prst="rect">
            <a:avLst/>
          </a:prstGeom>
          <a:noFill/>
          <a:ln/>
        </p:spPr>
        <p:txBody>
          <a:bodyPr wrap="square" lIns="0" tIns="0" rIns="0" bIns="0" rtlCol="0" anchor="ctr"/>
          <a:lstStyle/>
          <a:p>
            <a:pPr marL="0" indent="0" algn="ctr">
              <a:buNone/>
            </a:pPr>
            <a:r>
              <a:rPr lang="en-US" sz="700" b="1" dirty="0">
                <a:solidFill>
                  <a:srgbClr val="5F6075"/>
                </a:solidFill>
                <a:latin typeface="Calibri" pitchFamily="34" charset="0"/>
                <a:ea typeface="Calibri" pitchFamily="34" charset="-122"/>
                <a:cs typeface="Calibri" pitchFamily="34" charset="-120"/>
              </a:rPr>
              <a:t>Service cards (1 per row)</a:t>
            </a:r>
            <a:endParaRPr lang="en-US" sz="700" dirty="0"/>
          </a:p>
        </p:txBody>
      </p:sp>
      <p:sp>
        <p:nvSpPr>
          <p:cNvPr id="37" name="Shape 19">
            <a:extLst>
              <a:ext uri="{FF2B5EF4-FFF2-40B4-BE49-F238E27FC236}">
                <a16:creationId xmlns:a16="http://schemas.microsoft.com/office/drawing/2014/main" id="{24AFE4F5-5524-A392-7841-734C42DE0352}"/>
              </a:ext>
            </a:extLst>
          </p:cNvPr>
          <p:cNvSpPr/>
          <p:nvPr/>
        </p:nvSpPr>
        <p:spPr>
          <a:xfrm>
            <a:off x="3167743" y="4754880"/>
            <a:ext cx="1600200" cy="274320"/>
          </a:xfrm>
          <a:prstGeom prst="roundRect">
            <a:avLst>
              <a:gd name="adj" fmla="val 20000"/>
            </a:avLst>
          </a:prstGeom>
          <a:solidFill>
            <a:srgbClr val="1B1B28"/>
          </a:solidFill>
          <a:ln/>
        </p:spPr>
        <p:txBody>
          <a:bodyPr/>
          <a:lstStyle/>
          <a:p>
            <a:endParaRPr lang="en-IN"/>
          </a:p>
        </p:txBody>
      </p:sp>
      <p:sp>
        <p:nvSpPr>
          <p:cNvPr id="39" name="Text 20">
            <a:extLst>
              <a:ext uri="{FF2B5EF4-FFF2-40B4-BE49-F238E27FC236}">
                <a16:creationId xmlns:a16="http://schemas.microsoft.com/office/drawing/2014/main" id="{B5CD8F87-1E69-69BD-13DF-314AF44F1C17}"/>
              </a:ext>
            </a:extLst>
          </p:cNvPr>
          <p:cNvSpPr txBox="1"/>
          <p:nvPr/>
        </p:nvSpPr>
        <p:spPr>
          <a:xfrm>
            <a:off x="3222607" y="4754880"/>
            <a:ext cx="1490472" cy="27432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Footer</a:t>
            </a:r>
            <a:endParaRPr lang="en-US" sz="700" dirty="0"/>
          </a:p>
        </p:txBody>
      </p:sp>
      <p:sp>
        <p:nvSpPr>
          <p:cNvPr id="41" name="Text 21">
            <a:extLst>
              <a:ext uri="{FF2B5EF4-FFF2-40B4-BE49-F238E27FC236}">
                <a16:creationId xmlns:a16="http://schemas.microsoft.com/office/drawing/2014/main" id="{A3A14EDF-6206-EE0A-3FB9-61F677DF99D5}"/>
              </a:ext>
            </a:extLst>
          </p:cNvPr>
          <p:cNvSpPr txBox="1"/>
          <p:nvPr/>
        </p:nvSpPr>
        <p:spPr>
          <a:xfrm>
            <a:off x="3030583" y="5349240"/>
            <a:ext cx="1874520" cy="228600"/>
          </a:xfrm>
          <a:prstGeom prst="rect">
            <a:avLst/>
          </a:prstGeom>
          <a:noFill/>
          <a:ln/>
        </p:spPr>
        <p:txBody>
          <a:bodyPr wrap="square" lIns="0" tIns="0" rIns="0" bIns="0" rtlCol="0" anchor="t"/>
          <a:lstStyle/>
          <a:p>
            <a:pPr marL="0" indent="0" algn="ctr">
              <a:buNone/>
            </a:pPr>
            <a:r>
              <a:rPr lang="en-US" sz="1100" b="1" dirty="0">
                <a:solidFill>
                  <a:srgbClr val="16161F"/>
                </a:solidFill>
                <a:latin typeface="Calibri" pitchFamily="34" charset="0"/>
                <a:ea typeface="Calibri" pitchFamily="34" charset="-122"/>
                <a:cs typeface="Calibri" pitchFamily="34" charset="-120"/>
              </a:rPr>
              <a:t>Home</a:t>
            </a:r>
            <a:endParaRPr lang="en-US" sz="1100" dirty="0"/>
          </a:p>
        </p:txBody>
      </p:sp>
      <p:sp>
        <p:nvSpPr>
          <p:cNvPr id="43" name="Shape 22">
            <a:extLst>
              <a:ext uri="{FF2B5EF4-FFF2-40B4-BE49-F238E27FC236}">
                <a16:creationId xmlns:a16="http://schemas.microsoft.com/office/drawing/2014/main" id="{287F323B-D6B9-2BD1-CF36-B07558C48655}"/>
              </a:ext>
            </a:extLst>
          </p:cNvPr>
          <p:cNvSpPr/>
          <p:nvPr/>
        </p:nvSpPr>
        <p:spPr>
          <a:xfrm>
            <a:off x="5133703" y="1325880"/>
            <a:ext cx="1874520" cy="3931920"/>
          </a:xfrm>
          <a:prstGeom prst="roundRect">
            <a:avLst>
              <a:gd name="adj" fmla="val 13659"/>
            </a:avLst>
          </a:prstGeom>
          <a:solidFill>
            <a:srgbClr val="16161F"/>
          </a:solidFill>
          <a:ln/>
          <a:effectLst>
            <a:outerShdw blurRad="101600" dist="25400" dir="5400000" algn="bl" rotWithShape="0">
              <a:srgbClr val="28207A">
                <a:alpha val="12000"/>
              </a:srgbClr>
            </a:outerShdw>
          </a:effectLst>
        </p:spPr>
        <p:txBody>
          <a:bodyPr/>
          <a:lstStyle/>
          <a:p>
            <a:endParaRPr lang="en-IN"/>
          </a:p>
        </p:txBody>
      </p:sp>
      <p:sp>
        <p:nvSpPr>
          <p:cNvPr id="45" name="Shape 23">
            <a:extLst>
              <a:ext uri="{FF2B5EF4-FFF2-40B4-BE49-F238E27FC236}">
                <a16:creationId xmlns:a16="http://schemas.microsoft.com/office/drawing/2014/main" id="{0D69B91F-D54C-5F7D-0152-770994FAD27C}"/>
              </a:ext>
            </a:extLst>
          </p:cNvPr>
          <p:cNvSpPr/>
          <p:nvPr/>
        </p:nvSpPr>
        <p:spPr>
          <a:xfrm>
            <a:off x="5197711" y="1389888"/>
            <a:ext cx="1746504" cy="3803904"/>
          </a:xfrm>
          <a:prstGeom prst="roundRect">
            <a:avLst>
              <a:gd name="adj" fmla="val 11518"/>
            </a:avLst>
          </a:prstGeom>
          <a:solidFill>
            <a:srgbClr val="FBFBFF"/>
          </a:solidFill>
          <a:ln/>
        </p:spPr>
        <p:txBody>
          <a:bodyPr/>
          <a:lstStyle/>
          <a:p>
            <a:endParaRPr lang="en-IN"/>
          </a:p>
        </p:txBody>
      </p:sp>
      <p:sp>
        <p:nvSpPr>
          <p:cNvPr id="47" name="Shape 24">
            <a:extLst>
              <a:ext uri="{FF2B5EF4-FFF2-40B4-BE49-F238E27FC236}">
                <a16:creationId xmlns:a16="http://schemas.microsoft.com/office/drawing/2014/main" id="{8088A83D-256B-4417-B9BF-27D11DA7574D}"/>
              </a:ext>
            </a:extLst>
          </p:cNvPr>
          <p:cNvSpPr/>
          <p:nvPr/>
        </p:nvSpPr>
        <p:spPr>
          <a:xfrm>
            <a:off x="5796643" y="1435608"/>
            <a:ext cx="548640" cy="73152"/>
          </a:xfrm>
          <a:prstGeom prst="roundRect">
            <a:avLst>
              <a:gd name="adj" fmla="val 50000"/>
            </a:avLst>
          </a:prstGeom>
          <a:solidFill>
            <a:srgbClr val="16161F"/>
          </a:solidFill>
          <a:ln/>
        </p:spPr>
        <p:txBody>
          <a:bodyPr/>
          <a:lstStyle/>
          <a:p>
            <a:endParaRPr lang="en-IN"/>
          </a:p>
        </p:txBody>
      </p:sp>
      <p:sp>
        <p:nvSpPr>
          <p:cNvPr id="49" name="Shape 25">
            <a:extLst>
              <a:ext uri="{FF2B5EF4-FFF2-40B4-BE49-F238E27FC236}">
                <a16:creationId xmlns:a16="http://schemas.microsoft.com/office/drawing/2014/main" id="{4507CC9D-2824-8C68-76F7-F8A539BB61F4}"/>
              </a:ext>
            </a:extLst>
          </p:cNvPr>
          <p:cNvSpPr/>
          <p:nvPr/>
        </p:nvSpPr>
        <p:spPr>
          <a:xfrm>
            <a:off x="5270863" y="1600200"/>
            <a:ext cx="502920" cy="137160"/>
          </a:xfrm>
          <a:prstGeom prst="roundRect">
            <a:avLst>
              <a:gd name="adj" fmla="val 20000"/>
            </a:avLst>
          </a:prstGeom>
          <a:solidFill>
            <a:srgbClr val="ECEBFF"/>
          </a:solidFill>
          <a:ln w="9525">
            <a:solidFill>
              <a:srgbClr val="B3A8FF"/>
            </a:solidFill>
            <a:prstDash val="dash"/>
          </a:ln>
        </p:spPr>
        <p:txBody>
          <a:bodyPr/>
          <a:lstStyle/>
          <a:p>
            <a:endParaRPr lang="en-IN"/>
          </a:p>
        </p:txBody>
      </p:sp>
      <p:sp>
        <p:nvSpPr>
          <p:cNvPr id="51" name="Shape 26">
            <a:extLst>
              <a:ext uri="{FF2B5EF4-FFF2-40B4-BE49-F238E27FC236}">
                <a16:creationId xmlns:a16="http://schemas.microsoft.com/office/drawing/2014/main" id="{56F932DC-6218-B289-FE8D-9DF3F1A7635B}"/>
              </a:ext>
            </a:extLst>
          </p:cNvPr>
          <p:cNvSpPr/>
          <p:nvPr/>
        </p:nvSpPr>
        <p:spPr>
          <a:xfrm>
            <a:off x="6688183" y="1618488"/>
            <a:ext cx="164592" cy="18288"/>
          </a:xfrm>
          <a:prstGeom prst="rect">
            <a:avLst/>
          </a:prstGeom>
          <a:solidFill>
            <a:srgbClr val="16161F"/>
          </a:solidFill>
          <a:ln/>
        </p:spPr>
        <p:txBody>
          <a:bodyPr/>
          <a:lstStyle/>
          <a:p>
            <a:endParaRPr lang="en-IN"/>
          </a:p>
        </p:txBody>
      </p:sp>
      <p:sp>
        <p:nvSpPr>
          <p:cNvPr id="53" name="Shape 27">
            <a:extLst>
              <a:ext uri="{FF2B5EF4-FFF2-40B4-BE49-F238E27FC236}">
                <a16:creationId xmlns:a16="http://schemas.microsoft.com/office/drawing/2014/main" id="{7F2C5AF6-A6B5-E934-561D-C10EC9DE3003}"/>
              </a:ext>
            </a:extLst>
          </p:cNvPr>
          <p:cNvSpPr/>
          <p:nvPr/>
        </p:nvSpPr>
        <p:spPr>
          <a:xfrm>
            <a:off x="6688183" y="1664208"/>
            <a:ext cx="164592" cy="18288"/>
          </a:xfrm>
          <a:prstGeom prst="rect">
            <a:avLst/>
          </a:prstGeom>
          <a:solidFill>
            <a:srgbClr val="16161F"/>
          </a:solidFill>
          <a:ln/>
        </p:spPr>
        <p:txBody>
          <a:bodyPr/>
          <a:lstStyle/>
          <a:p>
            <a:endParaRPr lang="en-IN"/>
          </a:p>
        </p:txBody>
      </p:sp>
      <p:sp>
        <p:nvSpPr>
          <p:cNvPr id="55" name="Shape 28">
            <a:extLst>
              <a:ext uri="{FF2B5EF4-FFF2-40B4-BE49-F238E27FC236}">
                <a16:creationId xmlns:a16="http://schemas.microsoft.com/office/drawing/2014/main" id="{AF2A26B1-78DA-D06C-469E-5A55ACD9E0F4}"/>
              </a:ext>
            </a:extLst>
          </p:cNvPr>
          <p:cNvSpPr/>
          <p:nvPr/>
        </p:nvSpPr>
        <p:spPr>
          <a:xfrm>
            <a:off x="6688183" y="1709928"/>
            <a:ext cx="164592" cy="18288"/>
          </a:xfrm>
          <a:prstGeom prst="rect">
            <a:avLst/>
          </a:prstGeom>
          <a:solidFill>
            <a:srgbClr val="16161F"/>
          </a:solidFill>
          <a:ln/>
        </p:spPr>
        <p:txBody>
          <a:bodyPr/>
          <a:lstStyle/>
          <a:p>
            <a:endParaRPr lang="en-IN"/>
          </a:p>
        </p:txBody>
      </p:sp>
      <p:sp>
        <p:nvSpPr>
          <p:cNvPr id="57" name="Shape 29">
            <a:extLst>
              <a:ext uri="{FF2B5EF4-FFF2-40B4-BE49-F238E27FC236}">
                <a16:creationId xmlns:a16="http://schemas.microsoft.com/office/drawing/2014/main" id="{4B45D30B-CB00-0980-8A76-70F566315DD5}"/>
              </a:ext>
            </a:extLst>
          </p:cNvPr>
          <p:cNvSpPr/>
          <p:nvPr/>
        </p:nvSpPr>
        <p:spPr>
          <a:xfrm>
            <a:off x="5270863" y="1874520"/>
            <a:ext cx="1600200" cy="731520"/>
          </a:xfrm>
          <a:prstGeom prst="roundRect">
            <a:avLst>
              <a:gd name="adj" fmla="val 7500"/>
            </a:avLst>
          </a:prstGeom>
          <a:solidFill>
            <a:srgbClr val="FFFFFF"/>
          </a:solidFill>
          <a:ln w="9525">
            <a:solidFill>
              <a:srgbClr val="E4E3EF"/>
            </a:solidFill>
            <a:prstDash val="solid"/>
          </a:ln>
        </p:spPr>
        <p:txBody>
          <a:bodyPr/>
          <a:lstStyle/>
          <a:p>
            <a:endParaRPr lang="en-IN"/>
          </a:p>
        </p:txBody>
      </p:sp>
      <p:sp>
        <p:nvSpPr>
          <p:cNvPr id="59" name="Text 30">
            <a:extLst>
              <a:ext uri="{FF2B5EF4-FFF2-40B4-BE49-F238E27FC236}">
                <a16:creationId xmlns:a16="http://schemas.microsoft.com/office/drawing/2014/main" id="{AA4BE717-5999-50DF-786A-8CD50622771E}"/>
              </a:ext>
            </a:extLst>
          </p:cNvPr>
          <p:cNvSpPr txBox="1"/>
          <p:nvPr/>
        </p:nvSpPr>
        <p:spPr>
          <a:xfrm>
            <a:off x="5325727" y="1874520"/>
            <a:ext cx="1490472" cy="731520"/>
          </a:xfrm>
          <a:prstGeom prst="rect">
            <a:avLst/>
          </a:prstGeom>
          <a:noFill/>
          <a:ln/>
        </p:spPr>
        <p:txBody>
          <a:bodyPr wrap="square" lIns="0" tIns="0" rIns="0" bIns="0" rtlCol="0" anchor="ctr"/>
          <a:lstStyle/>
          <a:p>
            <a:pPr marL="0" indent="0" algn="ctr">
              <a:buNone/>
            </a:pPr>
            <a:r>
              <a:rPr lang="en-US" sz="700" b="1" dirty="0">
                <a:solidFill>
                  <a:srgbClr val="5F6075"/>
                </a:solidFill>
                <a:latin typeface="Calibri" pitchFamily="34" charset="0"/>
                <a:ea typeface="Calibri" pitchFamily="34" charset="-122"/>
                <a:cs typeface="Calibri" pitchFamily="34" charset="-120"/>
              </a:rPr>
              <a:t>Breadcrumb · H1 · intro</a:t>
            </a:r>
            <a:endParaRPr lang="en-US" sz="700" dirty="0"/>
          </a:p>
        </p:txBody>
      </p:sp>
      <p:sp>
        <p:nvSpPr>
          <p:cNvPr id="61" name="Shape 31">
            <a:extLst>
              <a:ext uri="{FF2B5EF4-FFF2-40B4-BE49-F238E27FC236}">
                <a16:creationId xmlns:a16="http://schemas.microsoft.com/office/drawing/2014/main" id="{15509252-8814-FBFF-0100-6DE81FA1EDFB}"/>
              </a:ext>
            </a:extLst>
          </p:cNvPr>
          <p:cNvSpPr/>
          <p:nvPr/>
        </p:nvSpPr>
        <p:spPr>
          <a:xfrm>
            <a:off x="5270863" y="2660904"/>
            <a:ext cx="1600200" cy="457200"/>
          </a:xfrm>
          <a:prstGeom prst="roundRect">
            <a:avLst>
              <a:gd name="adj" fmla="val 12000"/>
            </a:avLst>
          </a:prstGeom>
          <a:solidFill>
            <a:srgbClr val="ECEBFF"/>
          </a:solidFill>
          <a:ln w="9525">
            <a:solidFill>
              <a:srgbClr val="E4E3EF"/>
            </a:solidFill>
            <a:prstDash val="solid"/>
          </a:ln>
        </p:spPr>
        <p:txBody>
          <a:bodyPr/>
          <a:lstStyle/>
          <a:p>
            <a:endParaRPr lang="en-IN"/>
          </a:p>
        </p:txBody>
      </p:sp>
      <p:sp>
        <p:nvSpPr>
          <p:cNvPr id="63" name="Text 32">
            <a:extLst>
              <a:ext uri="{FF2B5EF4-FFF2-40B4-BE49-F238E27FC236}">
                <a16:creationId xmlns:a16="http://schemas.microsoft.com/office/drawing/2014/main" id="{C8A5D646-00BE-16AD-2454-208360E1FA0B}"/>
              </a:ext>
            </a:extLst>
          </p:cNvPr>
          <p:cNvSpPr txBox="1"/>
          <p:nvPr/>
        </p:nvSpPr>
        <p:spPr>
          <a:xfrm>
            <a:off x="5325727" y="2660904"/>
            <a:ext cx="1490472" cy="457200"/>
          </a:xfrm>
          <a:prstGeom prst="rect">
            <a:avLst/>
          </a:prstGeom>
          <a:noFill/>
          <a:ln/>
        </p:spPr>
        <p:txBody>
          <a:bodyPr wrap="square" lIns="0" tIns="0" rIns="0" bIns="0" rtlCol="0" anchor="ctr"/>
          <a:lstStyle/>
          <a:p>
            <a:pPr marL="0" indent="0" algn="ctr">
              <a:buNone/>
            </a:pPr>
            <a:r>
              <a:rPr lang="en-US" sz="700" b="1" dirty="0">
                <a:solidFill>
                  <a:srgbClr val="5F6075"/>
                </a:solidFill>
                <a:latin typeface="Calibri" pitchFamily="34" charset="0"/>
                <a:ea typeface="Calibri" pitchFamily="34" charset="-122"/>
                <a:cs typeface="Calibri" pitchFamily="34" charset="-120"/>
              </a:rPr>
              <a:t>Illustration</a:t>
            </a:r>
            <a:endParaRPr lang="en-US" sz="700" dirty="0"/>
          </a:p>
        </p:txBody>
      </p:sp>
      <p:sp>
        <p:nvSpPr>
          <p:cNvPr id="65" name="Shape 33">
            <a:extLst>
              <a:ext uri="{FF2B5EF4-FFF2-40B4-BE49-F238E27FC236}">
                <a16:creationId xmlns:a16="http://schemas.microsoft.com/office/drawing/2014/main" id="{71EAA98C-0396-9DCF-EDD3-715AC502192D}"/>
              </a:ext>
            </a:extLst>
          </p:cNvPr>
          <p:cNvSpPr/>
          <p:nvPr/>
        </p:nvSpPr>
        <p:spPr>
          <a:xfrm>
            <a:off x="5270863" y="3172968"/>
            <a:ext cx="1600200" cy="411480"/>
          </a:xfrm>
          <a:prstGeom prst="roundRect">
            <a:avLst>
              <a:gd name="adj" fmla="val 13333"/>
            </a:avLst>
          </a:prstGeom>
          <a:solidFill>
            <a:srgbClr val="1B1B28"/>
          </a:solidFill>
          <a:ln/>
        </p:spPr>
        <p:txBody>
          <a:bodyPr/>
          <a:lstStyle/>
          <a:p>
            <a:endParaRPr lang="en-IN"/>
          </a:p>
        </p:txBody>
      </p:sp>
      <p:sp>
        <p:nvSpPr>
          <p:cNvPr id="67" name="Text 34">
            <a:extLst>
              <a:ext uri="{FF2B5EF4-FFF2-40B4-BE49-F238E27FC236}">
                <a16:creationId xmlns:a16="http://schemas.microsoft.com/office/drawing/2014/main" id="{798D9383-676A-CC43-1A7E-8833FFDB301E}"/>
              </a:ext>
            </a:extLst>
          </p:cNvPr>
          <p:cNvSpPr txBox="1"/>
          <p:nvPr/>
        </p:nvSpPr>
        <p:spPr>
          <a:xfrm>
            <a:off x="5325727" y="3172968"/>
            <a:ext cx="1490472" cy="41148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Capability card</a:t>
            </a:r>
            <a:endParaRPr lang="en-US" sz="700" dirty="0"/>
          </a:p>
        </p:txBody>
      </p:sp>
      <p:sp>
        <p:nvSpPr>
          <p:cNvPr id="69" name="Shape 35">
            <a:extLst>
              <a:ext uri="{FF2B5EF4-FFF2-40B4-BE49-F238E27FC236}">
                <a16:creationId xmlns:a16="http://schemas.microsoft.com/office/drawing/2014/main" id="{384536E6-0800-36D9-9764-8F77E40600D4}"/>
              </a:ext>
            </a:extLst>
          </p:cNvPr>
          <p:cNvSpPr/>
          <p:nvPr/>
        </p:nvSpPr>
        <p:spPr>
          <a:xfrm>
            <a:off x="5270863" y="3639312"/>
            <a:ext cx="1600200" cy="411480"/>
          </a:xfrm>
          <a:prstGeom prst="roundRect">
            <a:avLst>
              <a:gd name="adj" fmla="val 13333"/>
            </a:avLst>
          </a:prstGeom>
          <a:solidFill>
            <a:srgbClr val="FFFFFF"/>
          </a:solidFill>
          <a:ln w="9525">
            <a:solidFill>
              <a:srgbClr val="E4E3EF"/>
            </a:solidFill>
            <a:prstDash val="solid"/>
          </a:ln>
        </p:spPr>
        <p:txBody>
          <a:bodyPr/>
          <a:lstStyle/>
          <a:p>
            <a:endParaRPr lang="en-IN"/>
          </a:p>
        </p:txBody>
      </p:sp>
      <p:sp>
        <p:nvSpPr>
          <p:cNvPr id="71" name="Text 36">
            <a:extLst>
              <a:ext uri="{FF2B5EF4-FFF2-40B4-BE49-F238E27FC236}">
                <a16:creationId xmlns:a16="http://schemas.microsoft.com/office/drawing/2014/main" id="{98884D7B-8E05-3C91-09B2-27DE9912599C}"/>
              </a:ext>
            </a:extLst>
          </p:cNvPr>
          <p:cNvSpPr txBox="1"/>
          <p:nvPr/>
        </p:nvSpPr>
        <p:spPr>
          <a:xfrm>
            <a:off x="5325727" y="3639312"/>
            <a:ext cx="1490472" cy="411480"/>
          </a:xfrm>
          <a:prstGeom prst="rect">
            <a:avLst/>
          </a:prstGeom>
          <a:noFill/>
          <a:ln/>
        </p:spPr>
        <p:txBody>
          <a:bodyPr wrap="square" lIns="0" tIns="0" rIns="0" bIns="0" rtlCol="0" anchor="ctr"/>
          <a:lstStyle/>
          <a:p>
            <a:pPr marL="0" indent="0" algn="ctr">
              <a:buNone/>
            </a:pPr>
            <a:r>
              <a:rPr lang="en-US" sz="700" b="1" dirty="0">
                <a:solidFill>
                  <a:srgbClr val="5F6075"/>
                </a:solidFill>
                <a:latin typeface="Calibri" pitchFamily="34" charset="0"/>
                <a:ea typeface="Calibri" pitchFamily="34" charset="-122"/>
                <a:cs typeface="Calibri" pitchFamily="34" charset="-120"/>
              </a:rPr>
              <a:t>Capability card</a:t>
            </a:r>
            <a:endParaRPr lang="en-US" sz="700" dirty="0"/>
          </a:p>
        </p:txBody>
      </p:sp>
      <p:sp>
        <p:nvSpPr>
          <p:cNvPr id="73" name="Shape 37">
            <a:extLst>
              <a:ext uri="{FF2B5EF4-FFF2-40B4-BE49-F238E27FC236}">
                <a16:creationId xmlns:a16="http://schemas.microsoft.com/office/drawing/2014/main" id="{879D6E4B-9A22-D7E7-F4C8-65D88E1057B3}"/>
              </a:ext>
            </a:extLst>
          </p:cNvPr>
          <p:cNvSpPr/>
          <p:nvPr/>
        </p:nvSpPr>
        <p:spPr>
          <a:xfrm>
            <a:off x="5270863" y="4105656"/>
            <a:ext cx="1600200" cy="457200"/>
          </a:xfrm>
          <a:prstGeom prst="roundRect">
            <a:avLst>
              <a:gd name="adj" fmla="val 12000"/>
            </a:avLst>
          </a:prstGeom>
          <a:solidFill>
            <a:srgbClr val="F3F2FA"/>
          </a:solidFill>
          <a:ln w="9525">
            <a:solidFill>
              <a:srgbClr val="E4E3EF"/>
            </a:solidFill>
            <a:prstDash val="solid"/>
          </a:ln>
        </p:spPr>
        <p:txBody>
          <a:bodyPr/>
          <a:lstStyle/>
          <a:p>
            <a:endParaRPr lang="en-IN"/>
          </a:p>
        </p:txBody>
      </p:sp>
      <p:sp>
        <p:nvSpPr>
          <p:cNvPr id="75" name="Text 38">
            <a:extLst>
              <a:ext uri="{FF2B5EF4-FFF2-40B4-BE49-F238E27FC236}">
                <a16:creationId xmlns:a16="http://schemas.microsoft.com/office/drawing/2014/main" id="{9C62D7DB-279A-CF81-789E-2CBD1D5360C7}"/>
              </a:ext>
            </a:extLst>
          </p:cNvPr>
          <p:cNvSpPr txBox="1"/>
          <p:nvPr/>
        </p:nvSpPr>
        <p:spPr>
          <a:xfrm>
            <a:off x="5325727" y="4105656"/>
            <a:ext cx="1490472" cy="457200"/>
          </a:xfrm>
          <a:prstGeom prst="rect">
            <a:avLst/>
          </a:prstGeom>
          <a:noFill/>
          <a:ln/>
        </p:spPr>
        <p:txBody>
          <a:bodyPr wrap="square" lIns="0" tIns="0" rIns="0" bIns="0" rtlCol="0" anchor="ctr"/>
          <a:lstStyle/>
          <a:p>
            <a:pPr marL="0" indent="0" algn="ctr">
              <a:buNone/>
            </a:pPr>
            <a:r>
              <a:rPr lang="en-US" sz="700" b="1" dirty="0">
                <a:solidFill>
                  <a:srgbClr val="5F6075"/>
                </a:solidFill>
                <a:latin typeface="Calibri" pitchFamily="34" charset="0"/>
                <a:ea typeface="Calibri" pitchFamily="34" charset="-122"/>
                <a:cs typeface="Calibri" pitchFamily="34" charset="-120"/>
              </a:rPr>
              <a:t>Numbered / tick rows</a:t>
            </a:r>
            <a:endParaRPr lang="en-US" sz="700" dirty="0"/>
          </a:p>
        </p:txBody>
      </p:sp>
      <p:sp>
        <p:nvSpPr>
          <p:cNvPr id="77" name="Shape 39">
            <a:extLst>
              <a:ext uri="{FF2B5EF4-FFF2-40B4-BE49-F238E27FC236}">
                <a16:creationId xmlns:a16="http://schemas.microsoft.com/office/drawing/2014/main" id="{1274789C-BE76-3667-A5CD-C39677702801}"/>
              </a:ext>
            </a:extLst>
          </p:cNvPr>
          <p:cNvSpPr/>
          <p:nvPr/>
        </p:nvSpPr>
        <p:spPr>
          <a:xfrm>
            <a:off x="5270863" y="4617720"/>
            <a:ext cx="1600200" cy="365760"/>
          </a:xfrm>
          <a:prstGeom prst="roundRect">
            <a:avLst>
              <a:gd name="adj" fmla="val 15000"/>
            </a:avLst>
          </a:prstGeom>
          <a:solidFill>
            <a:srgbClr val="1B1B28"/>
          </a:solidFill>
          <a:ln/>
        </p:spPr>
        <p:txBody>
          <a:bodyPr/>
          <a:lstStyle/>
          <a:p>
            <a:endParaRPr lang="en-IN"/>
          </a:p>
        </p:txBody>
      </p:sp>
      <p:sp>
        <p:nvSpPr>
          <p:cNvPr id="79" name="Text 40">
            <a:extLst>
              <a:ext uri="{FF2B5EF4-FFF2-40B4-BE49-F238E27FC236}">
                <a16:creationId xmlns:a16="http://schemas.microsoft.com/office/drawing/2014/main" id="{0D74FE3C-36F9-F908-E1F2-49BAC1289D65}"/>
              </a:ext>
            </a:extLst>
          </p:cNvPr>
          <p:cNvSpPr txBox="1"/>
          <p:nvPr/>
        </p:nvSpPr>
        <p:spPr>
          <a:xfrm>
            <a:off x="5325727" y="4617720"/>
            <a:ext cx="1490472" cy="36576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CTA band</a:t>
            </a:r>
            <a:endParaRPr lang="en-US" sz="700" dirty="0"/>
          </a:p>
        </p:txBody>
      </p:sp>
      <p:sp>
        <p:nvSpPr>
          <p:cNvPr id="81" name="Text 41">
            <a:extLst>
              <a:ext uri="{FF2B5EF4-FFF2-40B4-BE49-F238E27FC236}">
                <a16:creationId xmlns:a16="http://schemas.microsoft.com/office/drawing/2014/main" id="{8D6C64AD-910D-88F9-8C80-DC58F79DB89A}"/>
              </a:ext>
            </a:extLst>
          </p:cNvPr>
          <p:cNvSpPr txBox="1"/>
          <p:nvPr/>
        </p:nvSpPr>
        <p:spPr>
          <a:xfrm>
            <a:off x="5133703" y="5349240"/>
            <a:ext cx="1874520" cy="228600"/>
          </a:xfrm>
          <a:prstGeom prst="rect">
            <a:avLst/>
          </a:prstGeom>
          <a:noFill/>
          <a:ln/>
        </p:spPr>
        <p:txBody>
          <a:bodyPr wrap="square" lIns="0" tIns="0" rIns="0" bIns="0" rtlCol="0" anchor="t"/>
          <a:lstStyle/>
          <a:p>
            <a:pPr marL="0" indent="0" algn="ctr">
              <a:buNone/>
            </a:pPr>
            <a:r>
              <a:rPr lang="en-US" sz="1100" b="1" dirty="0">
                <a:solidFill>
                  <a:srgbClr val="16161F"/>
                </a:solidFill>
                <a:latin typeface="Calibri" pitchFamily="34" charset="0"/>
                <a:ea typeface="Calibri" pitchFamily="34" charset="-122"/>
                <a:cs typeface="Calibri" pitchFamily="34" charset="-120"/>
              </a:rPr>
              <a:t>VoIP / SMS</a:t>
            </a:r>
            <a:endParaRPr lang="en-US" sz="1100" dirty="0"/>
          </a:p>
        </p:txBody>
      </p:sp>
      <p:sp>
        <p:nvSpPr>
          <p:cNvPr id="83" name="Shape 42">
            <a:extLst>
              <a:ext uri="{FF2B5EF4-FFF2-40B4-BE49-F238E27FC236}">
                <a16:creationId xmlns:a16="http://schemas.microsoft.com/office/drawing/2014/main" id="{E0C1CC82-4E2C-754C-2884-6436837CDB65}"/>
              </a:ext>
            </a:extLst>
          </p:cNvPr>
          <p:cNvSpPr/>
          <p:nvPr/>
        </p:nvSpPr>
        <p:spPr>
          <a:xfrm>
            <a:off x="7236823" y="1325880"/>
            <a:ext cx="1874520" cy="3931920"/>
          </a:xfrm>
          <a:prstGeom prst="roundRect">
            <a:avLst>
              <a:gd name="adj" fmla="val 13659"/>
            </a:avLst>
          </a:prstGeom>
          <a:solidFill>
            <a:srgbClr val="16161F"/>
          </a:solidFill>
          <a:ln/>
          <a:effectLst>
            <a:outerShdw blurRad="101600" dist="25400" dir="5400000" algn="bl" rotWithShape="0">
              <a:srgbClr val="28207A">
                <a:alpha val="12000"/>
              </a:srgbClr>
            </a:outerShdw>
          </a:effectLst>
        </p:spPr>
        <p:txBody>
          <a:bodyPr/>
          <a:lstStyle/>
          <a:p>
            <a:endParaRPr lang="en-IN"/>
          </a:p>
        </p:txBody>
      </p:sp>
      <p:sp>
        <p:nvSpPr>
          <p:cNvPr id="85" name="Shape 43">
            <a:extLst>
              <a:ext uri="{FF2B5EF4-FFF2-40B4-BE49-F238E27FC236}">
                <a16:creationId xmlns:a16="http://schemas.microsoft.com/office/drawing/2014/main" id="{92246756-ACC7-7535-E368-42BE26D15667}"/>
              </a:ext>
            </a:extLst>
          </p:cNvPr>
          <p:cNvSpPr/>
          <p:nvPr/>
        </p:nvSpPr>
        <p:spPr>
          <a:xfrm>
            <a:off x="7300831" y="1389888"/>
            <a:ext cx="1746504" cy="3803904"/>
          </a:xfrm>
          <a:prstGeom prst="roundRect">
            <a:avLst>
              <a:gd name="adj" fmla="val 11518"/>
            </a:avLst>
          </a:prstGeom>
          <a:solidFill>
            <a:srgbClr val="FBFBFF"/>
          </a:solidFill>
          <a:ln/>
        </p:spPr>
        <p:txBody>
          <a:bodyPr/>
          <a:lstStyle/>
          <a:p>
            <a:endParaRPr lang="en-IN"/>
          </a:p>
        </p:txBody>
      </p:sp>
      <p:sp>
        <p:nvSpPr>
          <p:cNvPr id="87" name="Shape 44">
            <a:extLst>
              <a:ext uri="{FF2B5EF4-FFF2-40B4-BE49-F238E27FC236}">
                <a16:creationId xmlns:a16="http://schemas.microsoft.com/office/drawing/2014/main" id="{31F25064-8832-5E96-2837-D05D9E377214}"/>
              </a:ext>
            </a:extLst>
          </p:cNvPr>
          <p:cNvSpPr/>
          <p:nvPr/>
        </p:nvSpPr>
        <p:spPr>
          <a:xfrm>
            <a:off x="7899763" y="1435608"/>
            <a:ext cx="548640" cy="73152"/>
          </a:xfrm>
          <a:prstGeom prst="roundRect">
            <a:avLst>
              <a:gd name="adj" fmla="val 50000"/>
            </a:avLst>
          </a:prstGeom>
          <a:solidFill>
            <a:srgbClr val="16161F"/>
          </a:solidFill>
          <a:ln/>
        </p:spPr>
        <p:txBody>
          <a:bodyPr/>
          <a:lstStyle/>
          <a:p>
            <a:endParaRPr lang="en-IN"/>
          </a:p>
        </p:txBody>
      </p:sp>
      <p:sp>
        <p:nvSpPr>
          <p:cNvPr id="89" name="Shape 45">
            <a:extLst>
              <a:ext uri="{FF2B5EF4-FFF2-40B4-BE49-F238E27FC236}">
                <a16:creationId xmlns:a16="http://schemas.microsoft.com/office/drawing/2014/main" id="{3B7890F1-DA3D-B9CA-5CB8-A57A5156EBCD}"/>
              </a:ext>
            </a:extLst>
          </p:cNvPr>
          <p:cNvSpPr/>
          <p:nvPr/>
        </p:nvSpPr>
        <p:spPr>
          <a:xfrm>
            <a:off x="7373983" y="1600200"/>
            <a:ext cx="502920" cy="137160"/>
          </a:xfrm>
          <a:prstGeom prst="roundRect">
            <a:avLst>
              <a:gd name="adj" fmla="val 20000"/>
            </a:avLst>
          </a:prstGeom>
          <a:solidFill>
            <a:srgbClr val="ECEBFF"/>
          </a:solidFill>
          <a:ln w="9525">
            <a:solidFill>
              <a:srgbClr val="B3A8FF"/>
            </a:solidFill>
            <a:prstDash val="dash"/>
          </a:ln>
        </p:spPr>
        <p:txBody>
          <a:bodyPr/>
          <a:lstStyle/>
          <a:p>
            <a:endParaRPr lang="en-IN"/>
          </a:p>
        </p:txBody>
      </p:sp>
      <p:sp>
        <p:nvSpPr>
          <p:cNvPr id="91" name="Shape 46">
            <a:extLst>
              <a:ext uri="{FF2B5EF4-FFF2-40B4-BE49-F238E27FC236}">
                <a16:creationId xmlns:a16="http://schemas.microsoft.com/office/drawing/2014/main" id="{0148B447-E9F7-2F74-9C35-ECEAB5BE9FE6}"/>
              </a:ext>
            </a:extLst>
          </p:cNvPr>
          <p:cNvSpPr/>
          <p:nvPr/>
        </p:nvSpPr>
        <p:spPr>
          <a:xfrm>
            <a:off x="8791303" y="1618488"/>
            <a:ext cx="164592" cy="18288"/>
          </a:xfrm>
          <a:prstGeom prst="rect">
            <a:avLst/>
          </a:prstGeom>
          <a:solidFill>
            <a:srgbClr val="16161F"/>
          </a:solidFill>
          <a:ln/>
        </p:spPr>
        <p:txBody>
          <a:bodyPr/>
          <a:lstStyle/>
          <a:p>
            <a:endParaRPr lang="en-IN"/>
          </a:p>
        </p:txBody>
      </p:sp>
      <p:sp>
        <p:nvSpPr>
          <p:cNvPr id="93" name="Shape 47">
            <a:extLst>
              <a:ext uri="{FF2B5EF4-FFF2-40B4-BE49-F238E27FC236}">
                <a16:creationId xmlns:a16="http://schemas.microsoft.com/office/drawing/2014/main" id="{7FF4A802-82A1-0983-DC81-9DC529E25383}"/>
              </a:ext>
            </a:extLst>
          </p:cNvPr>
          <p:cNvSpPr/>
          <p:nvPr/>
        </p:nvSpPr>
        <p:spPr>
          <a:xfrm>
            <a:off x="8791303" y="1664208"/>
            <a:ext cx="164592" cy="18288"/>
          </a:xfrm>
          <a:prstGeom prst="rect">
            <a:avLst/>
          </a:prstGeom>
          <a:solidFill>
            <a:srgbClr val="16161F"/>
          </a:solidFill>
          <a:ln/>
        </p:spPr>
        <p:txBody>
          <a:bodyPr/>
          <a:lstStyle/>
          <a:p>
            <a:endParaRPr lang="en-IN"/>
          </a:p>
        </p:txBody>
      </p:sp>
      <p:sp>
        <p:nvSpPr>
          <p:cNvPr id="95" name="Shape 48">
            <a:extLst>
              <a:ext uri="{FF2B5EF4-FFF2-40B4-BE49-F238E27FC236}">
                <a16:creationId xmlns:a16="http://schemas.microsoft.com/office/drawing/2014/main" id="{B8464D5C-7ED3-B53E-9BF5-6381D31BC473}"/>
              </a:ext>
            </a:extLst>
          </p:cNvPr>
          <p:cNvSpPr/>
          <p:nvPr/>
        </p:nvSpPr>
        <p:spPr>
          <a:xfrm>
            <a:off x="8791303" y="1709928"/>
            <a:ext cx="164592" cy="18288"/>
          </a:xfrm>
          <a:prstGeom prst="rect">
            <a:avLst/>
          </a:prstGeom>
          <a:solidFill>
            <a:srgbClr val="16161F"/>
          </a:solidFill>
          <a:ln/>
        </p:spPr>
        <p:txBody>
          <a:bodyPr/>
          <a:lstStyle/>
          <a:p>
            <a:endParaRPr lang="en-IN"/>
          </a:p>
        </p:txBody>
      </p:sp>
      <p:sp>
        <p:nvSpPr>
          <p:cNvPr id="97" name="Shape 49">
            <a:extLst>
              <a:ext uri="{FF2B5EF4-FFF2-40B4-BE49-F238E27FC236}">
                <a16:creationId xmlns:a16="http://schemas.microsoft.com/office/drawing/2014/main" id="{DDABC8F1-7CB9-F62B-FF61-45F2CB876C01}"/>
              </a:ext>
            </a:extLst>
          </p:cNvPr>
          <p:cNvSpPr/>
          <p:nvPr/>
        </p:nvSpPr>
        <p:spPr>
          <a:xfrm>
            <a:off x="7373983" y="1874520"/>
            <a:ext cx="1600200" cy="411480"/>
          </a:xfrm>
          <a:prstGeom prst="roundRect">
            <a:avLst>
              <a:gd name="adj" fmla="val 13333"/>
            </a:avLst>
          </a:prstGeom>
          <a:solidFill>
            <a:srgbClr val="FFFFFF"/>
          </a:solidFill>
          <a:ln w="9525">
            <a:solidFill>
              <a:srgbClr val="E4E3EF"/>
            </a:solidFill>
            <a:prstDash val="solid"/>
          </a:ln>
        </p:spPr>
        <p:txBody>
          <a:bodyPr/>
          <a:lstStyle/>
          <a:p>
            <a:endParaRPr lang="en-IN"/>
          </a:p>
        </p:txBody>
      </p:sp>
      <p:sp>
        <p:nvSpPr>
          <p:cNvPr id="99" name="Text 50">
            <a:extLst>
              <a:ext uri="{FF2B5EF4-FFF2-40B4-BE49-F238E27FC236}">
                <a16:creationId xmlns:a16="http://schemas.microsoft.com/office/drawing/2014/main" id="{D9A85CB5-8789-2885-9135-610F72EB528B}"/>
              </a:ext>
            </a:extLst>
          </p:cNvPr>
          <p:cNvSpPr txBox="1"/>
          <p:nvPr/>
        </p:nvSpPr>
        <p:spPr>
          <a:xfrm>
            <a:off x="7428847" y="1874520"/>
            <a:ext cx="1490472" cy="411480"/>
          </a:xfrm>
          <a:prstGeom prst="rect">
            <a:avLst/>
          </a:prstGeom>
          <a:noFill/>
          <a:ln/>
        </p:spPr>
        <p:txBody>
          <a:bodyPr wrap="square" lIns="0" tIns="0" rIns="0" bIns="0" rtlCol="0" anchor="ctr"/>
          <a:lstStyle/>
          <a:p>
            <a:pPr marL="0" indent="0" algn="ctr">
              <a:buNone/>
            </a:pPr>
            <a:r>
              <a:rPr lang="en-US" sz="700" b="1" dirty="0">
                <a:solidFill>
                  <a:srgbClr val="5F6075"/>
                </a:solidFill>
                <a:latin typeface="Calibri" pitchFamily="34" charset="0"/>
                <a:ea typeface="Calibri" pitchFamily="34" charset="-122"/>
                <a:cs typeface="Calibri" pitchFamily="34" charset="-120"/>
              </a:rPr>
              <a:t>Heading</a:t>
            </a:r>
            <a:endParaRPr lang="en-US" sz="700" dirty="0"/>
          </a:p>
        </p:txBody>
      </p:sp>
      <p:sp>
        <p:nvSpPr>
          <p:cNvPr id="101" name="Shape 51">
            <a:extLst>
              <a:ext uri="{FF2B5EF4-FFF2-40B4-BE49-F238E27FC236}">
                <a16:creationId xmlns:a16="http://schemas.microsoft.com/office/drawing/2014/main" id="{C69EBF31-59A8-BFF2-5628-3AE1E05AF981}"/>
              </a:ext>
            </a:extLst>
          </p:cNvPr>
          <p:cNvSpPr/>
          <p:nvPr/>
        </p:nvSpPr>
        <p:spPr>
          <a:xfrm>
            <a:off x="7373983" y="2340864"/>
            <a:ext cx="1600200" cy="274320"/>
          </a:xfrm>
          <a:prstGeom prst="roundRect">
            <a:avLst>
              <a:gd name="adj" fmla="val 20000"/>
            </a:avLst>
          </a:prstGeom>
          <a:solidFill>
            <a:srgbClr val="F3F2FA"/>
          </a:solidFill>
          <a:ln w="9525">
            <a:solidFill>
              <a:srgbClr val="E4E3EF"/>
            </a:solidFill>
            <a:prstDash val="solid"/>
          </a:ln>
        </p:spPr>
        <p:txBody>
          <a:bodyPr/>
          <a:lstStyle/>
          <a:p>
            <a:endParaRPr lang="en-IN"/>
          </a:p>
        </p:txBody>
      </p:sp>
      <p:sp>
        <p:nvSpPr>
          <p:cNvPr id="103" name="Text 52">
            <a:extLst>
              <a:ext uri="{FF2B5EF4-FFF2-40B4-BE49-F238E27FC236}">
                <a16:creationId xmlns:a16="http://schemas.microsoft.com/office/drawing/2014/main" id="{46011EE9-27A5-440B-F3C7-D25AA40282D9}"/>
              </a:ext>
            </a:extLst>
          </p:cNvPr>
          <p:cNvSpPr txBox="1"/>
          <p:nvPr/>
        </p:nvSpPr>
        <p:spPr>
          <a:xfrm>
            <a:off x="7428847" y="2340864"/>
            <a:ext cx="1490472" cy="274320"/>
          </a:xfrm>
          <a:prstGeom prst="rect">
            <a:avLst/>
          </a:prstGeom>
          <a:noFill/>
          <a:ln/>
        </p:spPr>
        <p:txBody>
          <a:bodyPr wrap="square" lIns="0" tIns="0" rIns="0" bIns="0" rtlCol="0" anchor="ctr"/>
          <a:lstStyle/>
          <a:p>
            <a:pPr marL="0" indent="0" algn="ctr">
              <a:buNone/>
            </a:pPr>
            <a:r>
              <a:rPr lang="en-US" sz="700" b="1" dirty="0">
                <a:solidFill>
                  <a:srgbClr val="5F6075"/>
                </a:solidFill>
                <a:latin typeface="Calibri" pitchFamily="34" charset="0"/>
                <a:ea typeface="Calibri" pitchFamily="34" charset="-122"/>
                <a:cs typeface="Calibri" pitchFamily="34" charset="-120"/>
              </a:rPr>
              <a:t>Type toggle (scrolls)</a:t>
            </a:r>
            <a:endParaRPr lang="en-US" sz="700" dirty="0"/>
          </a:p>
        </p:txBody>
      </p:sp>
      <p:sp>
        <p:nvSpPr>
          <p:cNvPr id="105" name="Shape 53">
            <a:extLst>
              <a:ext uri="{FF2B5EF4-FFF2-40B4-BE49-F238E27FC236}">
                <a16:creationId xmlns:a16="http://schemas.microsoft.com/office/drawing/2014/main" id="{FE1F2A2F-A8AC-C90F-904C-CFDE87912573}"/>
              </a:ext>
            </a:extLst>
          </p:cNvPr>
          <p:cNvSpPr/>
          <p:nvPr/>
        </p:nvSpPr>
        <p:spPr>
          <a:xfrm>
            <a:off x="7373983" y="2670048"/>
            <a:ext cx="1600200" cy="960120"/>
          </a:xfrm>
          <a:prstGeom prst="roundRect">
            <a:avLst>
              <a:gd name="adj" fmla="val 5714"/>
            </a:avLst>
          </a:prstGeom>
          <a:solidFill>
            <a:srgbClr val="FFFFFF"/>
          </a:solidFill>
          <a:ln w="9525">
            <a:solidFill>
              <a:srgbClr val="E4E3EF"/>
            </a:solidFill>
            <a:prstDash val="solid"/>
          </a:ln>
        </p:spPr>
        <p:txBody>
          <a:bodyPr/>
          <a:lstStyle/>
          <a:p>
            <a:endParaRPr lang="en-IN"/>
          </a:p>
        </p:txBody>
      </p:sp>
      <p:sp>
        <p:nvSpPr>
          <p:cNvPr id="107" name="Text 54">
            <a:extLst>
              <a:ext uri="{FF2B5EF4-FFF2-40B4-BE49-F238E27FC236}">
                <a16:creationId xmlns:a16="http://schemas.microsoft.com/office/drawing/2014/main" id="{F1BF119A-58BA-0A1C-B7B1-57066416765F}"/>
              </a:ext>
            </a:extLst>
          </p:cNvPr>
          <p:cNvSpPr txBox="1"/>
          <p:nvPr/>
        </p:nvSpPr>
        <p:spPr>
          <a:xfrm>
            <a:off x="7428847" y="2670048"/>
            <a:ext cx="1490472" cy="960120"/>
          </a:xfrm>
          <a:prstGeom prst="rect">
            <a:avLst/>
          </a:prstGeom>
          <a:noFill/>
          <a:ln/>
        </p:spPr>
        <p:txBody>
          <a:bodyPr wrap="square" lIns="0" tIns="0" rIns="0" bIns="0" rtlCol="0" anchor="ctr"/>
          <a:lstStyle/>
          <a:p>
            <a:pPr marL="0" indent="0" algn="ctr">
              <a:buNone/>
            </a:pPr>
            <a:r>
              <a:rPr lang="en-US" sz="700" b="1" dirty="0">
                <a:solidFill>
                  <a:srgbClr val="5F6075"/>
                </a:solidFill>
                <a:latin typeface="Calibri" pitchFamily="34" charset="0"/>
                <a:ea typeface="Calibri" pitchFamily="34" charset="-122"/>
                <a:cs typeface="Calibri" pitchFamily="34" charset="-120"/>
              </a:rPr>
              <a:t>Fields, one per row</a:t>
            </a:r>
            <a:endParaRPr lang="en-US" sz="700" dirty="0"/>
          </a:p>
        </p:txBody>
      </p:sp>
      <p:sp>
        <p:nvSpPr>
          <p:cNvPr id="109" name="Shape 55">
            <a:extLst>
              <a:ext uri="{FF2B5EF4-FFF2-40B4-BE49-F238E27FC236}">
                <a16:creationId xmlns:a16="http://schemas.microsoft.com/office/drawing/2014/main" id="{08BB7C02-44DA-57B2-CFEC-AD1917248BDB}"/>
              </a:ext>
            </a:extLst>
          </p:cNvPr>
          <p:cNvSpPr/>
          <p:nvPr/>
        </p:nvSpPr>
        <p:spPr>
          <a:xfrm>
            <a:off x="7373983" y="3685032"/>
            <a:ext cx="1600200" cy="274320"/>
          </a:xfrm>
          <a:prstGeom prst="roundRect">
            <a:avLst>
              <a:gd name="adj" fmla="val 20000"/>
            </a:avLst>
          </a:prstGeom>
          <a:solidFill>
            <a:srgbClr val="7B6CF6"/>
          </a:solidFill>
          <a:ln/>
        </p:spPr>
        <p:txBody>
          <a:bodyPr/>
          <a:lstStyle/>
          <a:p>
            <a:endParaRPr lang="en-IN"/>
          </a:p>
        </p:txBody>
      </p:sp>
      <p:sp>
        <p:nvSpPr>
          <p:cNvPr id="111" name="Text 56">
            <a:extLst>
              <a:ext uri="{FF2B5EF4-FFF2-40B4-BE49-F238E27FC236}">
                <a16:creationId xmlns:a16="http://schemas.microsoft.com/office/drawing/2014/main" id="{002CD158-956E-712D-B4A2-4D5DC804AACC}"/>
              </a:ext>
            </a:extLst>
          </p:cNvPr>
          <p:cNvSpPr txBox="1"/>
          <p:nvPr/>
        </p:nvSpPr>
        <p:spPr>
          <a:xfrm>
            <a:off x="7428847" y="3685032"/>
            <a:ext cx="1490472" cy="27432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Send Enquiry (full width)</a:t>
            </a:r>
            <a:endParaRPr lang="en-US" sz="700" dirty="0"/>
          </a:p>
        </p:txBody>
      </p:sp>
      <p:sp>
        <p:nvSpPr>
          <p:cNvPr id="113" name="Shape 57">
            <a:extLst>
              <a:ext uri="{FF2B5EF4-FFF2-40B4-BE49-F238E27FC236}">
                <a16:creationId xmlns:a16="http://schemas.microsoft.com/office/drawing/2014/main" id="{16850F3A-3598-9590-FF28-8375F6AF069F}"/>
              </a:ext>
            </a:extLst>
          </p:cNvPr>
          <p:cNvSpPr/>
          <p:nvPr/>
        </p:nvSpPr>
        <p:spPr>
          <a:xfrm>
            <a:off x="7373983" y="4014216"/>
            <a:ext cx="1600200" cy="777240"/>
          </a:xfrm>
          <a:prstGeom prst="roundRect">
            <a:avLst>
              <a:gd name="adj" fmla="val 7059"/>
            </a:avLst>
          </a:prstGeom>
          <a:solidFill>
            <a:srgbClr val="1B1B28"/>
          </a:solidFill>
          <a:ln/>
        </p:spPr>
        <p:txBody>
          <a:bodyPr/>
          <a:lstStyle/>
          <a:p>
            <a:endParaRPr lang="en-IN"/>
          </a:p>
        </p:txBody>
      </p:sp>
      <p:sp>
        <p:nvSpPr>
          <p:cNvPr id="115" name="Text 58">
            <a:extLst>
              <a:ext uri="{FF2B5EF4-FFF2-40B4-BE49-F238E27FC236}">
                <a16:creationId xmlns:a16="http://schemas.microsoft.com/office/drawing/2014/main" id="{EFA17F81-AC08-EBDA-C9B1-052C83ED0167}"/>
              </a:ext>
            </a:extLst>
          </p:cNvPr>
          <p:cNvSpPr txBox="1"/>
          <p:nvPr/>
        </p:nvSpPr>
        <p:spPr>
          <a:xfrm>
            <a:off x="7428847" y="4014216"/>
            <a:ext cx="1490472" cy="777240"/>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Tap-to-call / email info card</a:t>
            </a:r>
            <a:endParaRPr lang="en-US" sz="700" dirty="0"/>
          </a:p>
        </p:txBody>
      </p:sp>
      <p:sp>
        <p:nvSpPr>
          <p:cNvPr id="117" name="Text 59">
            <a:extLst>
              <a:ext uri="{FF2B5EF4-FFF2-40B4-BE49-F238E27FC236}">
                <a16:creationId xmlns:a16="http://schemas.microsoft.com/office/drawing/2014/main" id="{8BDF9284-9D5B-00C2-B77A-1EB33BAE13D3}"/>
              </a:ext>
            </a:extLst>
          </p:cNvPr>
          <p:cNvSpPr txBox="1"/>
          <p:nvPr/>
        </p:nvSpPr>
        <p:spPr>
          <a:xfrm>
            <a:off x="7236823" y="5349240"/>
            <a:ext cx="1874520" cy="228600"/>
          </a:xfrm>
          <a:prstGeom prst="rect">
            <a:avLst/>
          </a:prstGeom>
          <a:noFill/>
          <a:ln/>
        </p:spPr>
        <p:txBody>
          <a:bodyPr wrap="square" lIns="0" tIns="0" rIns="0" bIns="0" rtlCol="0" anchor="t"/>
          <a:lstStyle/>
          <a:p>
            <a:pPr marL="0" indent="0" algn="ctr">
              <a:buNone/>
            </a:pPr>
            <a:r>
              <a:rPr lang="en-US" sz="1100" b="1" dirty="0">
                <a:solidFill>
                  <a:srgbClr val="16161F"/>
                </a:solidFill>
                <a:latin typeface="Calibri" pitchFamily="34" charset="0"/>
                <a:ea typeface="Calibri" pitchFamily="34" charset="-122"/>
                <a:cs typeface="Calibri" pitchFamily="34" charset="-120"/>
              </a:rPr>
              <a:t>Contact Us</a:t>
            </a:r>
            <a:endParaRPr lang="en-US" sz="1100" dirty="0"/>
          </a:p>
        </p:txBody>
      </p:sp>
      <p:sp>
        <p:nvSpPr>
          <p:cNvPr id="118" name="Text 0">
            <a:extLst>
              <a:ext uri="{FF2B5EF4-FFF2-40B4-BE49-F238E27FC236}">
                <a16:creationId xmlns:a16="http://schemas.microsoft.com/office/drawing/2014/main" id="{5F528E00-D17E-71AF-8331-F24C695E61A0}"/>
              </a:ext>
            </a:extLst>
          </p:cNvPr>
          <p:cNvSpPr txBox="1">
            <a:spLocks/>
          </p:cNvSpPr>
          <p:nvPr/>
        </p:nvSpPr>
        <p:spPr>
          <a:xfrm>
            <a:off x="548640" y="457200"/>
            <a:ext cx="11064240" cy="594360"/>
          </a:xfrm>
          <a:prstGeom prst="rect">
            <a:avLst/>
          </a:prstGeom>
          <a:noFill/>
          <a:ln/>
        </p:spPr>
        <p:txBody>
          <a:bodyPr wrap="square" lIns="0" tIns="0" rIns="0" bIns="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a:solidFill>
                  <a:srgbClr val="16161F"/>
                </a:solidFill>
                <a:latin typeface="Calibri" pitchFamily="34" charset="0"/>
                <a:ea typeface="Calibri" pitchFamily="34" charset="-122"/>
                <a:cs typeface="Calibri" pitchFamily="34" charset="-120"/>
              </a:rPr>
              <a:t>Mobile layouts and recommendations</a:t>
            </a:r>
            <a:endParaRPr lang="en-US" sz="2800" dirty="0"/>
          </a:p>
        </p:txBody>
      </p:sp>
      <p:sp>
        <p:nvSpPr>
          <p:cNvPr id="119" name="Text 1">
            <a:extLst>
              <a:ext uri="{FF2B5EF4-FFF2-40B4-BE49-F238E27FC236}">
                <a16:creationId xmlns:a16="http://schemas.microsoft.com/office/drawing/2014/main" id="{6ECFD32E-2224-C3D6-B7FE-D6BC0D8C7FB6}"/>
              </a:ext>
            </a:extLst>
          </p:cNvPr>
          <p:cNvSpPr txBox="1"/>
          <p:nvPr/>
        </p:nvSpPr>
        <p:spPr>
          <a:xfrm>
            <a:off x="548640" y="246888"/>
            <a:ext cx="9144000" cy="228600"/>
          </a:xfrm>
          <a:prstGeom prst="rect">
            <a:avLst/>
          </a:prstGeom>
          <a:noFill/>
          <a:ln/>
        </p:spPr>
        <p:txBody>
          <a:bodyPr wrap="square" lIns="0" tIns="0" rIns="0" bIns="0" rtlCol="0" anchor="t"/>
          <a:lstStyle/>
          <a:p>
            <a:pPr marL="0" indent="0">
              <a:buNone/>
            </a:pPr>
            <a:r>
              <a:rPr lang="en-US" sz="1050" b="1" kern="0" spc="200" dirty="0">
                <a:solidFill>
                  <a:srgbClr val="7B6CF6"/>
                </a:solidFill>
                <a:latin typeface="Calibri" pitchFamily="34" charset="0"/>
                <a:ea typeface="Calibri" pitchFamily="34" charset="-122"/>
                <a:cs typeface="Calibri" pitchFamily="34" charset="-120"/>
              </a:rPr>
              <a:t>RESPONSIVE DESIGN</a:t>
            </a:r>
            <a:endParaRPr lang="en-US" sz="1050" dirty="0"/>
          </a:p>
        </p:txBody>
      </p:sp>
    </p:spTree>
    <p:extLst>
      <p:ext uri="{BB962C8B-B14F-4D97-AF65-F5344CB8AC3E}">
        <p14:creationId xmlns:p14="http://schemas.microsoft.com/office/powerpoint/2010/main" val="1501779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D5528E8-70E0-3916-D16A-2CBF71FA6022}"/>
              </a:ext>
            </a:extLst>
          </p:cNvPr>
          <p:cNvSpPr txBox="1">
            <a:spLocks/>
          </p:cNvSpPr>
          <p:nvPr/>
        </p:nvSpPr>
        <p:spPr>
          <a:xfrm>
            <a:off x="548640" y="457200"/>
            <a:ext cx="11064240" cy="594360"/>
          </a:xfrm>
          <a:prstGeom prst="rect">
            <a:avLst/>
          </a:prstGeom>
          <a:noFill/>
          <a:ln/>
        </p:spPr>
        <p:txBody>
          <a:bodyPr wrap="square" lIns="0" tIns="0" rIns="0" bIns="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a:solidFill>
                  <a:srgbClr val="16161F"/>
                </a:solidFill>
                <a:latin typeface="Calibri" pitchFamily="34" charset="0"/>
                <a:ea typeface="Calibri" pitchFamily="34" charset="-122"/>
                <a:cs typeface="Calibri" pitchFamily="34" charset="-120"/>
              </a:rPr>
              <a:t>SEO groundwork</a:t>
            </a:r>
            <a:endParaRPr lang="en-US" sz="2800" dirty="0"/>
          </a:p>
        </p:txBody>
      </p:sp>
      <p:sp>
        <p:nvSpPr>
          <p:cNvPr id="3" name="Text 1">
            <a:extLst>
              <a:ext uri="{FF2B5EF4-FFF2-40B4-BE49-F238E27FC236}">
                <a16:creationId xmlns:a16="http://schemas.microsoft.com/office/drawing/2014/main" id="{4256107D-9E60-8906-EDA4-8713A29DFAD4}"/>
              </a:ext>
            </a:extLst>
          </p:cNvPr>
          <p:cNvSpPr txBox="1"/>
          <p:nvPr/>
        </p:nvSpPr>
        <p:spPr>
          <a:xfrm>
            <a:off x="548640" y="246888"/>
            <a:ext cx="9144000" cy="228600"/>
          </a:xfrm>
          <a:prstGeom prst="rect">
            <a:avLst/>
          </a:prstGeom>
          <a:noFill/>
          <a:ln/>
        </p:spPr>
        <p:txBody>
          <a:bodyPr wrap="square" lIns="0" tIns="0" rIns="0" bIns="0" rtlCol="0" anchor="t"/>
          <a:lstStyle/>
          <a:p>
            <a:pPr marL="0" indent="0">
              <a:buNone/>
            </a:pPr>
            <a:r>
              <a:rPr lang="en-US" sz="1050" b="1" kern="0" spc="200" dirty="0">
                <a:solidFill>
                  <a:srgbClr val="7B6CF6"/>
                </a:solidFill>
                <a:latin typeface="Calibri" pitchFamily="34" charset="0"/>
                <a:ea typeface="Calibri" pitchFamily="34" charset="-122"/>
                <a:cs typeface="Calibri" pitchFamily="34" charset="-120"/>
              </a:rPr>
              <a:t>SEO &amp; TECHNICAL</a:t>
            </a:r>
            <a:endParaRPr lang="en-US" sz="1050" dirty="0"/>
          </a:p>
        </p:txBody>
      </p:sp>
      <p:graphicFrame>
        <p:nvGraphicFramePr>
          <p:cNvPr id="4" name="Table 0">
            <a:extLst>
              <a:ext uri="{FF2B5EF4-FFF2-40B4-BE49-F238E27FC236}">
                <a16:creationId xmlns:a16="http://schemas.microsoft.com/office/drawing/2014/main" id="{8C377DA0-33C3-D146-EDE4-EBD43AD0D10A}"/>
              </a:ext>
            </a:extLst>
          </p:cNvPr>
          <p:cNvGraphicFramePr>
            <a:graphicFrameLocks noGrp="1"/>
          </p:cNvGraphicFramePr>
          <p:nvPr>
            <p:extLst>
              <p:ext uri="{D42A27DB-BD31-4B8C-83A1-F6EECF244321}">
                <p14:modId xmlns:p14="http://schemas.microsoft.com/office/powerpoint/2010/main" val="1005906003"/>
              </p:ext>
            </p:extLst>
          </p:nvPr>
        </p:nvGraphicFramePr>
        <p:xfrm>
          <a:off x="548640" y="1325880"/>
          <a:ext cx="7589520" cy="3328416"/>
        </p:xfrm>
        <a:graphic>
          <a:graphicData uri="http://schemas.openxmlformats.org/drawingml/2006/table">
            <a:tbl>
              <a:tblPr/>
              <a:tblGrid>
                <a:gridCol w="1143000">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47548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Page</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16161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Proposed title tag ✱</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16161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Primary terms (from the document)</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16161F"/>
                    </a:solidFill>
                  </a:tcPr>
                </a:tc>
                <a:extLst>
                  <a:ext uri="{0D108BD9-81ED-4DB2-BD59-A6C34878D82A}">
                    <a16:rowId xmlns:a16="http://schemas.microsoft.com/office/drawing/2014/main" val="10000"/>
                  </a:ext>
                </a:extLst>
              </a:tr>
              <a:tr h="475488">
                <a:tc>
                  <a:txBody>
                    <a:bodyPr/>
                    <a:lstStyle/>
                    <a:p>
                      <a:pPr marL="0" indent="0">
                        <a:buNone/>
                      </a:pPr>
                      <a:r>
                        <a:rPr lang="en-US" sz="1050" dirty="0">
                          <a:solidFill>
                            <a:srgbClr val="16161F"/>
                          </a:solidFill>
                          <a:latin typeface="Calibri" pitchFamily="34" charset="0"/>
                          <a:ea typeface="Calibri" pitchFamily="34" charset="-122"/>
                          <a:cs typeface="Calibri" pitchFamily="34" charset="-120"/>
                        </a:rPr>
                        <a:t>Home</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marL="0" indent="0">
                        <a:buNone/>
                      </a:pPr>
                      <a:r>
                        <a:rPr lang="en-US" sz="1050" dirty="0">
                          <a:solidFill>
                            <a:srgbClr val="16161F"/>
                          </a:solidFill>
                          <a:latin typeface="Calibri" pitchFamily="34" charset="0"/>
                          <a:ea typeface="Calibri" pitchFamily="34" charset="-122"/>
                          <a:cs typeface="Calibri" pitchFamily="34" charset="-120"/>
                        </a:rPr>
                        <a:t>Omaginfo LLC | Global Voice &amp; Messaging Connectivity</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marL="0" indent="0">
                        <a:buNone/>
                      </a:pPr>
                      <a:r>
                        <a:rPr lang="en-US" sz="1050" dirty="0">
                          <a:solidFill>
                            <a:srgbClr val="16161F"/>
                          </a:solidFill>
                          <a:latin typeface="Calibri" pitchFamily="34" charset="0"/>
                          <a:ea typeface="Calibri" pitchFamily="34" charset="-122"/>
                          <a:cs typeface="Calibri" pitchFamily="34" charset="-120"/>
                        </a:rPr>
                        <a:t>international voice termination, VoIP, SMS connectivity</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050" dirty="0">
                          <a:solidFill>
                            <a:srgbClr val="16161F"/>
                          </a:solidFill>
                          <a:latin typeface="Calibri" pitchFamily="34" charset="0"/>
                          <a:ea typeface="Calibri" pitchFamily="34" charset="-122"/>
                          <a:cs typeface="Calibri" pitchFamily="34" charset="-120"/>
                        </a:rPr>
                        <a:t>About Us</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marL="0" indent="0">
                        <a:buNone/>
                      </a:pPr>
                      <a:r>
                        <a:rPr lang="en-US" sz="1050" dirty="0">
                          <a:solidFill>
                            <a:srgbClr val="16161F"/>
                          </a:solidFill>
                          <a:latin typeface="Calibri" pitchFamily="34" charset="0"/>
                          <a:ea typeface="Calibri" pitchFamily="34" charset="-122"/>
                          <a:cs typeface="Calibri" pitchFamily="34" charset="-120"/>
                        </a:rPr>
                        <a:t>About Omaginfo LLC | Global Connectivity. Trusted Partnerships.</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marL="0" indent="0">
                        <a:buNone/>
                      </a:pPr>
                      <a:r>
                        <a:rPr lang="en-US" sz="1050" dirty="0">
                          <a:solidFill>
                            <a:srgbClr val="16161F"/>
                          </a:solidFill>
                          <a:latin typeface="Calibri" pitchFamily="34" charset="0"/>
                          <a:ea typeface="Calibri" pitchFamily="34" charset="-122"/>
                          <a:cs typeface="Calibri" pitchFamily="34" charset="-120"/>
                        </a:rPr>
                        <a:t>telecommunications company, telecom partnerships</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extLst>
                  <a:ext uri="{0D108BD9-81ED-4DB2-BD59-A6C34878D82A}">
                    <a16:rowId xmlns:a16="http://schemas.microsoft.com/office/drawing/2014/main" val="10002"/>
                  </a:ext>
                </a:extLst>
              </a:tr>
              <a:tr h="475488">
                <a:tc>
                  <a:txBody>
                    <a:bodyPr/>
                    <a:lstStyle/>
                    <a:p>
                      <a:pPr marL="0" indent="0">
                        <a:buNone/>
                      </a:pPr>
                      <a:r>
                        <a:rPr lang="en-US" sz="1050" dirty="0">
                          <a:solidFill>
                            <a:srgbClr val="16161F"/>
                          </a:solidFill>
                          <a:latin typeface="Calibri" pitchFamily="34" charset="0"/>
                          <a:ea typeface="Calibri" pitchFamily="34" charset="-122"/>
                          <a:cs typeface="Calibri" pitchFamily="34" charset="-120"/>
                        </a:rPr>
                        <a:t>Services</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marL="0" indent="0">
                        <a:buNone/>
                      </a:pPr>
                      <a:r>
                        <a:rPr lang="en-US" sz="1050" dirty="0">
                          <a:solidFill>
                            <a:srgbClr val="16161F"/>
                          </a:solidFill>
                          <a:latin typeface="Calibri" pitchFamily="34" charset="0"/>
                          <a:ea typeface="Calibri" pitchFamily="34" charset="-122"/>
                          <a:cs typeface="Calibri" pitchFamily="34" charset="-120"/>
                        </a:rPr>
                        <a:t>Our Services | VoIP, SMS Routing &amp; Direct Routes | Omaginfo LLC</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marL="0" indent="0">
                        <a:buNone/>
                      </a:pPr>
                      <a:r>
                        <a:rPr lang="en-US" sz="1050" dirty="0">
                          <a:solidFill>
                            <a:srgbClr val="16161F"/>
                          </a:solidFill>
                          <a:latin typeface="Calibri" pitchFamily="34" charset="0"/>
                          <a:ea typeface="Calibri" pitchFamily="34" charset="-122"/>
                          <a:cs typeface="Calibri" pitchFamily="34" charset="-120"/>
                        </a:rPr>
                        <a:t>SMS routing, direct route solutions, global telecom partnerships</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050" dirty="0">
                          <a:solidFill>
                            <a:srgbClr val="16161F"/>
                          </a:solidFill>
                          <a:latin typeface="Calibri" pitchFamily="34" charset="0"/>
                          <a:ea typeface="Calibri" pitchFamily="34" charset="-122"/>
                          <a:cs typeface="Calibri" pitchFamily="34" charset="-120"/>
                        </a:rPr>
                        <a:t>VoIP</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marL="0" indent="0">
                        <a:buNone/>
                      </a:pPr>
                      <a:r>
                        <a:rPr lang="en-US" sz="1050" dirty="0">
                          <a:solidFill>
                            <a:srgbClr val="16161F"/>
                          </a:solidFill>
                          <a:latin typeface="Calibri" pitchFamily="34" charset="0"/>
                          <a:ea typeface="Calibri" pitchFamily="34" charset="-122"/>
                          <a:cs typeface="Calibri" pitchFamily="34" charset="-120"/>
                        </a:rPr>
                        <a:t>VoIP &amp; International Voice Termination | Omaginfo LLC</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marL="0" indent="0">
                        <a:buNone/>
                      </a:pPr>
                      <a:r>
                        <a:rPr lang="en-US" sz="1050" dirty="0">
                          <a:solidFill>
                            <a:srgbClr val="16161F"/>
                          </a:solidFill>
                          <a:latin typeface="Calibri" pitchFamily="34" charset="0"/>
                          <a:ea typeface="Calibri" pitchFamily="34" charset="-122"/>
                          <a:cs typeface="Calibri" pitchFamily="34" charset="-120"/>
                        </a:rPr>
                        <a:t>A–Z voice termination, international voice connectivity</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extLst>
                  <a:ext uri="{0D108BD9-81ED-4DB2-BD59-A6C34878D82A}">
                    <a16:rowId xmlns:a16="http://schemas.microsoft.com/office/drawing/2014/main" val="10004"/>
                  </a:ext>
                </a:extLst>
              </a:tr>
              <a:tr h="475488">
                <a:tc>
                  <a:txBody>
                    <a:bodyPr/>
                    <a:lstStyle/>
                    <a:p>
                      <a:pPr marL="0" indent="0">
                        <a:buNone/>
                      </a:pPr>
                      <a:r>
                        <a:rPr lang="en-US" sz="1050" dirty="0">
                          <a:solidFill>
                            <a:srgbClr val="16161F"/>
                          </a:solidFill>
                          <a:latin typeface="Calibri" pitchFamily="34" charset="0"/>
                          <a:ea typeface="Calibri" pitchFamily="34" charset="-122"/>
                          <a:cs typeface="Calibri" pitchFamily="34" charset="-120"/>
                        </a:rPr>
                        <a:t>SMS</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marL="0" indent="0">
                        <a:buNone/>
                      </a:pPr>
                      <a:r>
                        <a:rPr lang="en-US" sz="1050" dirty="0">
                          <a:solidFill>
                            <a:srgbClr val="16161F"/>
                          </a:solidFill>
                          <a:latin typeface="Calibri" pitchFamily="34" charset="0"/>
                          <a:ea typeface="Calibri" pitchFamily="34" charset="-122"/>
                          <a:cs typeface="Calibri" pitchFamily="34" charset="-120"/>
                        </a:rPr>
                        <a:t>SMS Connectivity &amp; A2P Messaging | Omaginfo LLC</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tc>
                  <a:txBody>
                    <a:bodyPr/>
                    <a:lstStyle/>
                    <a:p>
                      <a:pPr marL="0" indent="0">
                        <a:buNone/>
                      </a:pPr>
                      <a:r>
                        <a:rPr lang="en-US" sz="1050" dirty="0">
                          <a:solidFill>
                            <a:srgbClr val="16161F"/>
                          </a:solidFill>
                          <a:latin typeface="Calibri" pitchFamily="34" charset="0"/>
                          <a:ea typeface="Calibri" pitchFamily="34" charset="-122"/>
                          <a:cs typeface="Calibri" pitchFamily="34" charset="-120"/>
                        </a:rPr>
                        <a:t>A2P SMS, international SMS aggregators, direct SMS connectivity</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050" dirty="0">
                          <a:solidFill>
                            <a:srgbClr val="16161F"/>
                          </a:solidFill>
                          <a:latin typeface="Calibri" pitchFamily="34" charset="0"/>
                          <a:ea typeface="Calibri" pitchFamily="34" charset="-122"/>
                          <a:cs typeface="Calibri" pitchFamily="34" charset="-120"/>
                        </a:rPr>
                        <a:t>Contact Us</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marL="0" indent="0">
                        <a:buNone/>
                      </a:pPr>
                      <a:r>
                        <a:rPr lang="en-US" sz="1050" dirty="0">
                          <a:solidFill>
                            <a:srgbClr val="16161F"/>
                          </a:solidFill>
                          <a:latin typeface="Calibri" pitchFamily="34" charset="0"/>
                          <a:ea typeface="Calibri" pitchFamily="34" charset="-122"/>
                          <a:cs typeface="Calibri" pitchFamily="34" charset="-120"/>
                        </a:rPr>
                        <a:t>Contact Omaginfo LLC | Partner with Us</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tc>
                  <a:txBody>
                    <a:bodyPr/>
                    <a:lstStyle/>
                    <a:p>
                      <a:pPr marL="0" indent="0">
                        <a:buNone/>
                      </a:pPr>
                      <a:r>
                        <a:rPr lang="en-US" sz="1050" dirty="0">
                          <a:solidFill>
                            <a:srgbClr val="16161F"/>
                          </a:solidFill>
                          <a:latin typeface="Calibri" pitchFamily="34" charset="0"/>
                          <a:ea typeface="Calibri" pitchFamily="34" charset="-122"/>
                          <a:cs typeface="Calibri" pitchFamily="34" charset="-120"/>
                        </a:rPr>
                        <a:t>Omaginfo LLC contact</a:t>
                      </a:r>
                      <a:endParaRPr lang="en-US" sz="1050" dirty="0">
                        <a:latin typeface="Calibri" charset="0"/>
                        <a:ea typeface="Calibri" charset="0"/>
                        <a:cs typeface="Calibri" charset="0"/>
                      </a:endParaRPr>
                    </a:p>
                  </a:txBody>
                  <a:tcPr marL="64008" marR="64008" marT="64008" marB="64008">
                    <a:lnL w="9525" cap="flat" cmpd="sng" algn="ctr">
                      <a:solidFill>
                        <a:srgbClr val="E4E3EF"/>
                      </a:solidFill>
                      <a:prstDash val="solid"/>
                      <a:round/>
                      <a:headEnd type="none" w="med" len="med"/>
                      <a:tailEnd type="none" w="med" len="med"/>
                    </a:lnL>
                    <a:lnR w="9525" cap="flat" cmpd="sng" algn="ctr">
                      <a:solidFill>
                        <a:srgbClr val="E4E3EF"/>
                      </a:solidFill>
                      <a:prstDash val="solid"/>
                      <a:round/>
                      <a:headEnd type="none" w="med" len="med"/>
                      <a:tailEnd type="none" w="med" len="med"/>
                    </a:lnR>
                    <a:lnT w="9525" cap="flat" cmpd="sng" algn="ctr">
                      <a:solidFill>
                        <a:srgbClr val="E4E3EF"/>
                      </a:solidFill>
                      <a:prstDash val="solid"/>
                      <a:round/>
                      <a:headEnd type="none" w="med" len="med"/>
                      <a:tailEnd type="none" w="med" len="med"/>
                    </a:lnT>
                    <a:lnB w="9525" cap="flat" cmpd="sng" algn="ctr">
                      <a:solidFill>
                        <a:srgbClr val="E4E3EF"/>
                      </a:solidFill>
                      <a:prstDash val="solid"/>
                      <a:round/>
                      <a:headEnd type="none" w="med" len="med"/>
                      <a:tailEnd type="none" w="med" len="med"/>
                    </a:lnB>
                    <a:solidFill>
                      <a:srgbClr val="F3F2FA"/>
                    </a:solidFill>
                  </a:tcPr>
                </a:tc>
                <a:extLst>
                  <a:ext uri="{0D108BD9-81ED-4DB2-BD59-A6C34878D82A}">
                    <a16:rowId xmlns:a16="http://schemas.microsoft.com/office/drawing/2014/main" val="10006"/>
                  </a:ext>
                </a:extLst>
              </a:tr>
            </a:tbl>
          </a:graphicData>
        </a:graphic>
      </p:graphicFrame>
      <p:sp>
        <p:nvSpPr>
          <p:cNvPr id="5" name="Shape 2">
            <a:extLst>
              <a:ext uri="{FF2B5EF4-FFF2-40B4-BE49-F238E27FC236}">
                <a16:creationId xmlns:a16="http://schemas.microsoft.com/office/drawing/2014/main" id="{9215E5FB-C29F-2DFF-87E3-447BD5960379}"/>
              </a:ext>
            </a:extLst>
          </p:cNvPr>
          <p:cNvSpPr/>
          <p:nvPr/>
        </p:nvSpPr>
        <p:spPr>
          <a:xfrm>
            <a:off x="8412480" y="1325880"/>
            <a:ext cx="3246120" cy="4937760"/>
          </a:xfrm>
          <a:prstGeom prst="roundRect">
            <a:avLst>
              <a:gd name="adj" fmla="val 5070"/>
            </a:avLst>
          </a:prstGeom>
          <a:solidFill>
            <a:srgbClr val="F3F2FA"/>
          </a:solidFill>
          <a:ln/>
        </p:spPr>
        <p:txBody>
          <a:bodyPr/>
          <a:lstStyle/>
          <a:p>
            <a:endParaRPr lang="en-IN"/>
          </a:p>
        </p:txBody>
      </p:sp>
      <p:sp>
        <p:nvSpPr>
          <p:cNvPr id="6" name="Text 3">
            <a:extLst>
              <a:ext uri="{FF2B5EF4-FFF2-40B4-BE49-F238E27FC236}">
                <a16:creationId xmlns:a16="http://schemas.microsoft.com/office/drawing/2014/main" id="{137B2253-4CCA-DCE5-4A40-CA24A7D30EDD}"/>
              </a:ext>
            </a:extLst>
          </p:cNvPr>
          <p:cNvSpPr txBox="1"/>
          <p:nvPr/>
        </p:nvSpPr>
        <p:spPr>
          <a:xfrm>
            <a:off x="8641080" y="1508760"/>
            <a:ext cx="2743200" cy="320040"/>
          </a:xfrm>
          <a:prstGeom prst="rect">
            <a:avLst/>
          </a:prstGeom>
          <a:noFill/>
          <a:ln/>
        </p:spPr>
        <p:txBody>
          <a:bodyPr wrap="square" lIns="0" tIns="0" rIns="0" bIns="0" rtlCol="0" anchor="t"/>
          <a:lstStyle/>
          <a:p>
            <a:pPr marL="0" indent="0">
              <a:buNone/>
            </a:pPr>
            <a:r>
              <a:rPr lang="en-US" sz="1500" b="1" dirty="0">
                <a:solidFill>
                  <a:srgbClr val="16161F"/>
                </a:solidFill>
                <a:latin typeface="Calibri" pitchFamily="34" charset="0"/>
                <a:ea typeface="Calibri" pitchFamily="34" charset="-122"/>
                <a:cs typeface="Calibri" pitchFamily="34" charset="-120"/>
              </a:rPr>
              <a:t>Technical basics</a:t>
            </a:r>
            <a:endParaRPr lang="en-US" sz="1500" dirty="0"/>
          </a:p>
        </p:txBody>
      </p:sp>
      <p:sp>
        <p:nvSpPr>
          <p:cNvPr id="7" name="Text 4">
            <a:extLst>
              <a:ext uri="{FF2B5EF4-FFF2-40B4-BE49-F238E27FC236}">
                <a16:creationId xmlns:a16="http://schemas.microsoft.com/office/drawing/2014/main" id="{9BB939D6-D4C5-7496-A1A5-1B0BB9D90DD7}"/>
              </a:ext>
            </a:extLst>
          </p:cNvPr>
          <p:cNvSpPr txBox="1"/>
          <p:nvPr/>
        </p:nvSpPr>
        <p:spPr>
          <a:xfrm>
            <a:off x="8641080" y="1920240"/>
            <a:ext cx="2880360" cy="420624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16161F"/>
                </a:solidFill>
                <a:latin typeface="Calibri" pitchFamily="34" charset="0"/>
                <a:ea typeface="Calibri" pitchFamily="34" charset="-122"/>
                <a:cs typeface="Calibri" pitchFamily="34" charset="-120"/>
              </a:rPr>
              <a:t>Target region: Global (as supplied)</a:t>
            </a:r>
            <a:endParaRPr lang="en-US" sz="1200" dirty="0"/>
          </a:p>
          <a:p>
            <a:pPr marL="152400" indent="-152400">
              <a:spcAft>
                <a:spcPts val="600"/>
              </a:spcAft>
              <a:buSzPct val="100000"/>
              <a:buChar char="•"/>
            </a:pPr>
            <a:r>
              <a:rPr lang="en-US" sz="1200" dirty="0">
                <a:solidFill>
                  <a:srgbClr val="16161F"/>
                </a:solidFill>
                <a:latin typeface="Calibri" pitchFamily="34" charset="0"/>
                <a:ea typeface="Calibri" pitchFamily="34" charset="-122"/>
                <a:cs typeface="Calibri" pitchFamily="34" charset="-120"/>
              </a:rPr>
              <a:t>Unique meta description per page</a:t>
            </a:r>
            <a:endParaRPr lang="en-US" sz="1200" dirty="0"/>
          </a:p>
          <a:p>
            <a:pPr marL="152400" indent="-152400">
              <a:spcAft>
                <a:spcPts val="600"/>
              </a:spcAft>
              <a:buSzPct val="100000"/>
              <a:buChar char="•"/>
            </a:pPr>
            <a:r>
              <a:rPr lang="en-US" sz="1200" dirty="0">
                <a:solidFill>
                  <a:srgbClr val="16161F"/>
                </a:solidFill>
                <a:latin typeface="Calibri" pitchFamily="34" charset="0"/>
                <a:ea typeface="Calibri" pitchFamily="34" charset="-122"/>
                <a:cs typeface="Calibri" pitchFamily="34" charset="-120"/>
              </a:rPr>
              <a:t>One H1 per page; clean URLs (/services/voip)</a:t>
            </a:r>
            <a:endParaRPr lang="en-US" sz="1200" dirty="0"/>
          </a:p>
          <a:p>
            <a:pPr marL="152400" indent="-152400">
              <a:spcAft>
                <a:spcPts val="600"/>
              </a:spcAft>
              <a:buSzPct val="100000"/>
              <a:buChar char="•"/>
            </a:pPr>
            <a:r>
              <a:rPr lang="en-US" sz="1200" dirty="0">
                <a:solidFill>
                  <a:srgbClr val="16161F"/>
                </a:solidFill>
                <a:latin typeface="Calibri" pitchFamily="34" charset="0"/>
                <a:ea typeface="Calibri" pitchFamily="34" charset="-122"/>
                <a:cs typeface="Calibri" pitchFamily="34" charset="-120"/>
              </a:rPr>
              <a:t>Organization schema with address, phone, LinkedIn</a:t>
            </a:r>
            <a:endParaRPr lang="en-US" sz="1200" dirty="0"/>
          </a:p>
          <a:p>
            <a:pPr marL="152400" indent="-152400">
              <a:spcAft>
                <a:spcPts val="600"/>
              </a:spcAft>
              <a:buSzPct val="100000"/>
              <a:buChar char="•"/>
            </a:pPr>
            <a:r>
              <a:rPr lang="en-US" sz="1200" dirty="0">
                <a:solidFill>
                  <a:srgbClr val="16161F"/>
                </a:solidFill>
                <a:latin typeface="Calibri" pitchFamily="34" charset="0"/>
                <a:ea typeface="Calibri" pitchFamily="34" charset="-122"/>
                <a:cs typeface="Calibri" pitchFamily="34" charset="-120"/>
              </a:rPr>
              <a:t>XML sitemap, robots.txt, HTTPS</a:t>
            </a:r>
            <a:endParaRPr lang="en-US" sz="1200" dirty="0"/>
          </a:p>
          <a:p>
            <a:pPr marL="152400" indent="-152400">
              <a:spcAft>
                <a:spcPts val="600"/>
              </a:spcAft>
              <a:buSzPct val="100000"/>
              <a:buChar char="•"/>
            </a:pPr>
            <a:r>
              <a:rPr lang="en-US" sz="1200" dirty="0">
                <a:solidFill>
                  <a:srgbClr val="16161F"/>
                </a:solidFill>
                <a:latin typeface="Calibri" pitchFamily="34" charset="0"/>
                <a:ea typeface="Calibri" pitchFamily="34" charset="-122"/>
                <a:cs typeface="Calibri" pitchFamily="34" charset="-120"/>
              </a:rPr>
              <a:t>Google Search Console + analytics (access TBC)</a:t>
            </a:r>
            <a:endParaRPr lang="en-US" sz="1200" dirty="0"/>
          </a:p>
          <a:p>
            <a:pPr marL="152400" indent="-152400">
              <a:spcAft>
                <a:spcPts val="600"/>
              </a:spcAft>
              <a:buSzPct val="100000"/>
              <a:buChar char="•"/>
            </a:pPr>
            <a:r>
              <a:rPr lang="en-US" sz="1200" dirty="0">
                <a:solidFill>
                  <a:srgbClr val="16161F"/>
                </a:solidFill>
                <a:latin typeface="Calibri" pitchFamily="34" charset="0"/>
                <a:ea typeface="Calibri" pitchFamily="34" charset="-122"/>
                <a:cs typeface="Calibri" pitchFamily="34" charset="-120"/>
              </a:rPr>
              <a:t>Fast loading: SVG art, compressed images</a:t>
            </a:r>
            <a:endParaRPr lang="en-US" sz="1200" dirty="0"/>
          </a:p>
        </p:txBody>
      </p:sp>
      <p:sp>
        <p:nvSpPr>
          <p:cNvPr id="8" name="Text 5">
            <a:extLst>
              <a:ext uri="{FF2B5EF4-FFF2-40B4-BE49-F238E27FC236}">
                <a16:creationId xmlns:a16="http://schemas.microsoft.com/office/drawing/2014/main" id="{36A9D6A3-3E0D-230F-C675-3C394159F609}"/>
              </a:ext>
            </a:extLst>
          </p:cNvPr>
          <p:cNvSpPr txBox="1"/>
          <p:nvPr/>
        </p:nvSpPr>
        <p:spPr>
          <a:xfrm>
            <a:off x="548640" y="4846320"/>
            <a:ext cx="7589520" cy="640080"/>
          </a:xfrm>
          <a:prstGeom prst="rect">
            <a:avLst/>
          </a:prstGeom>
          <a:noFill/>
          <a:ln/>
        </p:spPr>
        <p:txBody>
          <a:bodyPr wrap="square" lIns="0" tIns="0" rIns="0" bIns="0" rtlCol="0" anchor="t"/>
          <a:lstStyle/>
          <a:p>
            <a:pPr marL="0" indent="0">
              <a:buNone/>
            </a:pPr>
            <a:r>
              <a:rPr lang="en-US" sz="1100" i="1" dirty="0">
                <a:solidFill>
                  <a:srgbClr val="5F6075"/>
                </a:solidFill>
                <a:latin typeface="Calibri" pitchFamily="34" charset="0"/>
                <a:ea typeface="Calibri" pitchFamily="34" charset="-122"/>
                <a:cs typeface="Calibri" pitchFamily="34" charset="-120"/>
              </a:rPr>
              <a:t>Only 'Global' was supplied for keywords/regions; the terms above come from the client's own service wording. Additional keywords or priority countries to be confirmed.</a:t>
            </a:r>
            <a:endParaRPr lang="en-US" sz="1100" dirty="0"/>
          </a:p>
        </p:txBody>
      </p:sp>
    </p:spTree>
    <p:extLst>
      <p:ext uri="{BB962C8B-B14F-4D97-AF65-F5344CB8AC3E}">
        <p14:creationId xmlns:p14="http://schemas.microsoft.com/office/powerpoint/2010/main" val="28428591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6CFA5E5-6E28-D950-0E13-8F40E38DE827}"/>
              </a:ext>
            </a:extLst>
          </p:cNvPr>
          <p:cNvSpPr txBox="1">
            <a:spLocks/>
          </p:cNvSpPr>
          <p:nvPr/>
        </p:nvSpPr>
        <p:spPr>
          <a:xfrm>
            <a:off x="548640" y="457200"/>
            <a:ext cx="11064240" cy="594360"/>
          </a:xfrm>
          <a:prstGeom prst="rect">
            <a:avLst/>
          </a:prstGeom>
          <a:noFill/>
          <a:ln/>
        </p:spPr>
        <p:txBody>
          <a:bodyPr wrap="square" lIns="0" tIns="0" rIns="0" bIns="0" rtlCol="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a:solidFill>
                  <a:srgbClr val="16161F"/>
                </a:solidFill>
                <a:latin typeface="Calibri" pitchFamily="34" charset="0"/>
                <a:ea typeface="Calibri" pitchFamily="34" charset="-122"/>
                <a:cs typeface="Calibri" pitchFamily="34" charset="-120"/>
              </a:rPr>
              <a:t>Colours, typography and components</a:t>
            </a:r>
            <a:endParaRPr lang="en-US" sz="2800" dirty="0"/>
          </a:p>
        </p:txBody>
      </p:sp>
      <p:sp>
        <p:nvSpPr>
          <p:cNvPr id="3" name="Text 1">
            <a:extLst>
              <a:ext uri="{FF2B5EF4-FFF2-40B4-BE49-F238E27FC236}">
                <a16:creationId xmlns:a16="http://schemas.microsoft.com/office/drawing/2014/main" id="{F545C76A-466E-1B8F-0448-18EBEF685BF6}"/>
              </a:ext>
            </a:extLst>
          </p:cNvPr>
          <p:cNvSpPr txBox="1"/>
          <p:nvPr/>
        </p:nvSpPr>
        <p:spPr>
          <a:xfrm>
            <a:off x="548640" y="246888"/>
            <a:ext cx="9144000" cy="228600"/>
          </a:xfrm>
          <a:prstGeom prst="rect">
            <a:avLst/>
          </a:prstGeom>
          <a:noFill/>
          <a:ln/>
        </p:spPr>
        <p:txBody>
          <a:bodyPr wrap="square" lIns="0" tIns="0" rIns="0" bIns="0" rtlCol="0" anchor="t"/>
          <a:lstStyle/>
          <a:p>
            <a:pPr marL="0" indent="0">
              <a:buNone/>
            </a:pPr>
            <a:r>
              <a:rPr lang="en-US" sz="1050" b="1" kern="0" spc="200" dirty="0">
                <a:solidFill>
                  <a:srgbClr val="7B6CF6"/>
                </a:solidFill>
                <a:latin typeface="Calibri" pitchFamily="34" charset="0"/>
                <a:ea typeface="Calibri" pitchFamily="34" charset="-122"/>
                <a:cs typeface="Calibri" pitchFamily="34" charset="-120"/>
              </a:rPr>
              <a:t>SAMPLE WEBSITE ANALYSIS</a:t>
            </a:r>
            <a:endParaRPr lang="en-US" sz="1050" dirty="0"/>
          </a:p>
        </p:txBody>
      </p:sp>
      <p:sp>
        <p:nvSpPr>
          <p:cNvPr id="4" name="Text 2">
            <a:extLst>
              <a:ext uri="{FF2B5EF4-FFF2-40B4-BE49-F238E27FC236}">
                <a16:creationId xmlns:a16="http://schemas.microsoft.com/office/drawing/2014/main" id="{9EDDF500-CA8E-7BC6-0D72-C4DF20C5F855}"/>
              </a:ext>
            </a:extLst>
          </p:cNvPr>
          <p:cNvSpPr txBox="1"/>
          <p:nvPr/>
        </p:nvSpPr>
        <p:spPr>
          <a:xfrm>
            <a:off x="548640" y="1325880"/>
            <a:ext cx="4572000" cy="274320"/>
          </a:xfrm>
          <a:prstGeom prst="rect">
            <a:avLst/>
          </a:prstGeom>
          <a:noFill/>
          <a:ln/>
        </p:spPr>
        <p:txBody>
          <a:bodyPr wrap="square" lIns="0" tIns="0" rIns="0" bIns="0" rtlCol="0" anchor="t"/>
          <a:lstStyle/>
          <a:p>
            <a:pPr marL="0" indent="0">
              <a:buNone/>
            </a:pPr>
            <a:r>
              <a:rPr lang="en-US" sz="1400" b="1" dirty="0">
                <a:solidFill>
                  <a:srgbClr val="16161F"/>
                </a:solidFill>
                <a:latin typeface="Calibri" pitchFamily="34" charset="0"/>
                <a:ea typeface="Calibri" pitchFamily="34" charset="-122"/>
                <a:cs typeface="Calibri" pitchFamily="34" charset="-120"/>
              </a:rPr>
              <a:t>Colour tokens (from style.css)</a:t>
            </a:r>
            <a:endParaRPr lang="en-US" sz="1400" dirty="0"/>
          </a:p>
        </p:txBody>
      </p:sp>
      <p:sp>
        <p:nvSpPr>
          <p:cNvPr id="5" name="Shape 3">
            <a:extLst>
              <a:ext uri="{FF2B5EF4-FFF2-40B4-BE49-F238E27FC236}">
                <a16:creationId xmlns:a16="http://schemas.microsoft.com/office/drawing/2014/main" id="{9AB7A6C7-15CB-61CA-FC2B-62261CF540F2}"/>
              </a:ext>
            </a:extLst>
          </p:cNvPr>
          <p:cNvSpPr/>
          <p:nvPr/>
        </p:nvSpPr>
        <p:spPr>
          <a:xfrm>
            <a:off x="548640" y="1737360"/>
            <a:ext cx="1280160" cy="640080"/>
          </a:xfrm>
          <a:prstGeom prst="roundRect">
            <a:avLst>
              <a:gd name="adj" fmla="val 14286"/>
            </a:avLst>
          </a:prstGeom>
          <a:solidFill>
            <a:srgbClr val="16161F"/>
          </a:solidFill>
          <a:ln w="9525">
            <a:solidFill>
              <a:srgbClr val="E4E3EF"/>
            </a:solidFill>
            <a:prstDash val="solid"/>
          </a:ln>
        </p:spPr>
        <p:txBody>
          <a:bodyPr/>
          <a:lstStyle/>
          <a:p>
            <a:endParaRPr lang="en-IN"/>
          </a:p>
        </p:txBody>
      </p:sp>
      <p:sp>
        <p:nvSpPr>
          <p:cNvPr id="6" name="Text 4">
            <a:extLst>
              <a:ext uri="{FF2B5EF4-FFF2-40B4-BE49-F238E27FC236}">
                <a16:creationId xmlns:a16="http://schemas.microsoft.com/office/drawing/2014/main" id="{E4D15A87-4227-2798-CCBF-3A8A47C2EE63}"/>
              </a:ext>
            </a:extLst>
          </p:cNvPr>
          <p:cNvSpPr txBox="1"/>
          <p:nvPr/>
        </p:nvSpPr>
        <p:spPr>
          <a:xfrm>
            <a:off x="548640" y="2423160"/>
            <a:ext cx="1325880" cy="201168"/>
          </a:xfrm>
          <a:prstGeom prst="rect">
            <a:avLst/>
          </a:prstGeom>
          <a:noFill/>
          <a:ln/>
        </p:spPr>
        <p:txBody>
          <a:bodyPr wrap="square" lIns="0" tIns="0" rIns="0" bIns="0" rtlCol="0" anchor="t"/>
          <a:lstStyle/>
          <a:p>
            <a:pPr marL="0" indent="0">
              <a:buNone/>
            </a:pPr>
            <a:r>
              <a:rPr lang="en-US" sz="1100" b="1" dirty="0">
                <a:solidFill>
                  <a:srgbClr val="16161F"/>
                </a:solidFill>
                <a:latin typeface="Calibri" pitchFamily="34" charset="0"/>
                <a:ea typeface="Calibri" pitchFamily="34" charset="-122"/>
                <a:cs typeface="Calibri" pitchFamily="34" charset="-120"/>
              </a:rPr>
              <a:t>Ink</a:t>
            </a:r>
            <a:endParaRPr lang="en-US" sz="1100" dirty="0"/>
          </a:p>
        </p:txBody>
      </p:sp>
      <p:sp>
        <p:nvSpPr>
          <p:cNvPr id="7" name="Text 5">
            <a:extLst>
              <a:ext uri="{FF2B5EF4-FFF2-40B4-BE49-F238E27FC236}">
                <a16:creationId xmlns:a16="http://schemas.microsoft.com/office/drawing/2014/main" id="{9C09C277-3672-4078-38F8-2365389D8413}"/>
              </a:ext>
            </a:extLst>
          </p:cNvPr>
          <p:cNvSpPr txBox="1"/>
          <p:nvPr/>
        </p:nvSpPr>
        <p:spPr>
          <a:xfrm>
            <a:off x="548640" y="2624328"/>
            <a:ext cx="1371600" cy="320040"/>
          </a:xfrm>
          <a:prstGeom prst="rect">
            <a:avLst/>
          </a:prstGeom>
          <a:noFill/>
          <a:ln/>
        </p:spPr>
        <p:txBody>
          <a:bodyPr wrap="square" lIns="0" tIns="0" rIns="0" bIns="0" rtlCol="0" anchor="t"/>
          <a:lstStyle/>
          <a:p>
            <a:pPr marL="0" indent="0">
              <a:buNone/>
            </a:pPr>
            <a:r>
              <a:rPr lang="en-US" sz="900" dirty="0">
                <a:solidFill>
                  <a:srgbClr val="5F6075"/>
                </a:solidFill>
                <a:latin typeface="Calibri" pitchFamily="34" charset="0"/>
                <a:ea typeface="Calibri" pitchFamily="34" charset="-122"/>
                <a:cs typeface="Calibri" pitchFamily="34" charset="-120"/>
              </a:rPr>
              <a:t>#16161F · Text, dark buttons</a:t>
            </a:r>
            <a:endParaRPr lang="en-US" sz="900" dirty="0"/>
          </a:p>
        </p:txBody>
      </p:sp>
      <p:sp>
        <p:nvSpPr>
          <p:cNvPr id="8" name="Shape 6">
            <a:extLst>
              <a:ext uri="{FF2B5EF4-FFF2-40B4-BE49-F238E27FC236}">
                <a16:creationId xmlns:a16="http://schemas.microsoft.com/office/drawing/2014/main" id="{C9B63C57-A554-E94E-DCF8-7178CA196313}"/>
              </a:ext>
            </a:extLst>
          </p:cNvPr>
          <p:cNvSpPr/>
          <p:nvPr/>
        </p:nvSpPr>
        <p:spPr>
          <a:xfrm>
            <a:off x="1965960" y="1737360"/>
            <a:ext cx="1280160" cy="640080"/>
          </a:xfrm>
          <a:prstGeom prst="roundRect">
            <a:avLst>
              <a:gd name="adj" fmla="val 14286"/>
            </a:avLst>
          </a:prstGeom>
          <a:solidFill>
            <a:srgbClr val="1B1B28"/>
          </a:solidFill>
          <a:ln w="9525">
            <a:solidFill>
              <a:srgbClr val="E4E3EF"/>
            </a:solidFill>
            <a:prstDash val="solid"/>
          </a:ln>
        </p:spPr>
        <p:txBody>
          <a:bodyPr/>
          <a:lstStyle/>
          <a:p>
            <a:endParaRPr lang="en-IN"/>
          </a:p>
        </p:txBody>
      </p:sp>
      <p:sp>
        <p:nvSpPr>
          <p:cNvPr id="9" name="Text 7">
            <a:extLst>
              <a:ext uri="{FF2B5EF4-FFF2-40B4-BE49-F238E27FC236}">
                <a16:creationId xmlns:a16="http://schemas.microsoft.com/office/drawing/2014/main" id="{083D9A29-C5A6-E1ED-2E09-3AD3319F4612}"/>
              </a:ext>
            </a:extLst>
          </p:cNvPr>
          <p:cNvSpPr txBox="1"/>
          <p:nvPr/>
        </p:nvSpPr>
        <p:spPr>
          <a:xfrm>
            <a:off x="1965960" y="2423160"/>
            <a:ext cx="1325880" cy="201168"/>
          </a:xfrm>
          <a:prstGeom prst="rect">
            <a:avLst/>
          </a:prstGeom>
          <a:noFill/>
          <a:ln/>
        </p:spPr>
        <p:txBody>
          <a:bodyPr wrap="square" lIns="0" tIns="0" rIns="0" bIns="0" rtlCol="0" anchor="t"/>
          <a:lstStyle/>
          <a:p>
            <a:pPr marL="0" indent="0">
              <a:buNone/>
            </a:pPr>
            <a:r>
              <a:rPr lang="en-US" sz="1100" b="1" dirty="0">
                <a:solidFill>
                  <a:srgbClr val="16161F"/>
                </a:solidFill>
                <a:latin typeface="Calibri" pitchFamily="34" charset="0"/>
                <a:ea typeface="Calibri" pitchFamily="34" charset="-122"/>
                <a:cs typeface="Calibri" pitchFamily="34" charset="-120"/>
              </a:rPr>
              <a:t>Dark card</a:t>
            </a:r>
            <a:endParaRPr lang="en-US" sz="1100" dirty="0"/>
          </a:p>
        </p:txBody>
      </p:sp>
      <p:sp>
        <p:nvSpPr>
          <p:cNvPr id="10" name="Text 8">
            <a:extLst>
              <a:ext uri="{FF2B5EF4-FFF2-40B4-BE49-F238E27FC236}">
                <a16:creationId xmlns:a16="http://schemas.microsoft.com/office/drawing/2014/main" id="{607E708B-5428-897B-A0CC-4AD529908D59}"/>
              </a:ext>
            </a:extLst>
          </p:cNvPr>
          <p:cNvSpPr txBox="1"/>
          <p:nvPr/>
        </p:nvSpPr>
        <p:spPr>
          <a:xfrm>
            <a:off x="1965960" y="2624328"/>
            <a:ext cx="1371600" cy="320040"/>
          </a:xfrm>
          <a:prstGeom prst="rect">
            <a:avLst/>
          </a:prstGeom>
          <a:noFill/>
          <a:ln/>
        </p:spPr>
        <p:txBody>
          <a:bodyPr wrap="square" lIns="0" tIns="0" rIns="0" bIns="0" rtlCol="0" anchor="t"/>
          <a:lstStyle/>
          <a:p>
            <a:pPr marL="0" indent="0">
              <a:buNone/>
            </a:pPr>
            <a:r>
              <a:rPr lang="en-US" sz="900" dirty="0">
                <a:solidFill>
                  <a:srgbClr val="5F6075"/>
                </a:solidFill>
                <a:latin typeface="Calibri" pitchFamily="34" charset="0"/>
                <a:ea typeface="Calibri" pitchFamily="34" charset="-122"/>
                <a:cs typeface="Calibri" pitchFamily="34" charset="-120"/>
              </a:rPr>
              <a:t>#1B1B28 · Cards, footer</a:t>
            </a:r>
            <a:endParaRPr lang="en-US" sz="900" dirty="0"/>
          </a:p>
        </p:txBody>
      </p:sp>
      <p:sp>
        <p:nvSpPr>
          <p:cNvPr id="11" name="Shape 9">
            <a:extLst>
              <a:ext uri="{FF2B5EF4-FFF2-40B4-BE49-F238E27FC236}">
                <a16:creationId xmlns:a16="http://schemas.microsoft.com/office/drawing/2014/main" id="{17D10358-16AC-F422-8203-CAA8E7CB6C31}"/>
              </a:ext>
            </a:extLst>
          </p:cNvPr>
          <p:cNvSpPr/>
          <p:nvPr/>
        </p:nvSpPr>
        <p:spPr>
          <a:xfrm>
            <a:off x="3383280" y="1737360"/>
            <a:ext cx="1280160" cy="640080"/>
          </a:xfrm>
          <a:prstGeom prst="roundRect">
            <a:avLst>
              <a:gd name="adj" fmla="val 14286"/>
            </a:avLst>
          </a:prstGeom>
          <a:solidFill>
            <a:srgbClr val="7B6CF6"/>
          </a:solidFill>
          <a:ln w="9525">
            <a:solidFill>
              <a:srgbClr val="E4E3EF"/>
            </a:solidFill>
            <a:prstDash val="solid"/>
          </a:ln>
        </p:spPr>
        <p:txBody>
          <a:bodyPr/>
          <a:lstStyle/>
          <a:p>
            <a:endParaRPr lang="en-IN"/>
          </a:p>
        </p:txBody>
      </p:sp>
      <p:sp>
        <p:nvSpPr>
          <p:cNvPr id="12" name="Text 10">
            <a:extLst>
              <a:ext uri="{FF2B5EF4-FFF2-40B4-BE49-F238E27FC236}">
                <a16:creationId xmlns:a16="http://schemas.microsoft.com/office/drawing/2014/main" id="{3DD77DAA-8F30-43F6-5672-CA5F7289B45D}"/>
              </a:ext>
            </a:extLst>
          </p:cNvPr>
          <p:cNvSpPr txBox="1"/>
          <p:nvPr/>
        </p:nvSpPr>
        <p:spPr>
          <a:xfrm>
            <a:off x="3383280" y="2423160"/>
            <a:ext cx="1325880" cy="201168"/>
          </a:xfrm>
          <a:prstGeom prst="rect">
            <a:avLst/>
          </a:prstGeom>
          <a:noFill/>
          <a:ln/>
        </p:spPr>
        <p:txBody>
          <a:bodyPr wrap="square" lIns="0" tIns="0" rIns="0" bIns="0" rtlCol="0" anchor="t"/>
          <a:lstStyle/>
          <a:p>
            <a:pPr marL="0" indent="0">
              <a:buNone/>
            </a:pPr>
            <a:r>
              <a:rPr lang="en-US" sz="1100" b="1" dirty="0">
                <a:solidFill>
                  <a:srgbClr val="16161F"/>
                </a:solidFill>
                <a:latin typeface="Calibri" pitchFamily="34" charset="0"/>
                <a:ea typeface="Calibri" pitchFamily="34" charset="-122"/>
                <a:cs typeface="Calibri" pitchFamily="34" charset="-120"/>
              </a:rPr>
              <a:t>Purple</a:t>
            </a:r>
            <a:endParaRPr lang="en-US" sz="1100" dirty="0"/>
          </a:p>
        </p:txBody>
      </p:sp>
      <p:sp>
        <p:nvSpPr>
          <p:cNvPr id="13" name="Text 11">
            <a:extLst>
              <a:ext uri="{FF2B5EF4-FFF2-40B4-BE49-F238E27FC236}">
                <a16:creationId xmlns:a16="http://schemas.microsoft.com/office/drawing/2014/main" id="{D2F70349-7F3F-71D2-CECC-1473FDE0C10E}"/>
              </a:ext>
            </a:extLst>
          </p:cNvPr>
          <p:cNvSpPr txBox="1"/>
          <p:nvPr/>
        </p:nvSpPr>
        <p:spPr>
          <a:xfrm>
            <a:off x="3383280" y="2624328"/>
            <a:ext cx="1371600" cy="320040"/>
          </a:xfrm>
          <a:prstGeom prst="rect">
            <a:avLst/>
          </a:prstGeom>
          <a:noFill/>
          <a:ln/>
        </p:spPr>
        <p:txBody>
          <a:bodyPr wrap="square" lIns="0" tIns="0" rIns="0" bIns="0" rtlCol="0" anchor="t"/>
          <a:lstStyle/>
          <a:p>
            <a:pPr marL="0" indent="0">
              <a:buNone/>
            </a:pPr>
            <a:r>
              <a:rPr lang="en-US" sz="900" dirty="0">
                <a:solidFill>
                  <a:srgbClr val="5F6075"/>
                </a:solidFill>
                <a:latin typeface="Calibri" pitchFamily="34" charset="0"/>
                <a:ea typeface="Calibri" pitchFamily="34" charset="-122"/>
                <a:cs typeface="Calibri" pitchFamily="34" charset="-120"/>
              </a:rPr>
              <a:t>#7B6CF6 · Primary accent</a:t>
            </a:r>
            <a:endParaRPr lang="en-US" sz="900" dirty="0"/>
          </a:p>
        </p:txBody>
      </p:sp>
      <p:sp>
        <p:nvSpPr>
          <p:cNvPr id="14" name="Shape 12">
            <a:extLst>
              <a:ext uri="{FF2B5EF4-FFF2-40B4-BE49-F238E27FC236}">
                <a16:creationId xmlns:a16="http://schemas.microsoft.com/office/drawing/2014/main" id="{64546FFC-5233-240D-E8D8-9960D644DB98}"/>
              </a:ext>
            </a:extLst>
          </p:cNvPr>
          <p:cNvSpPr/>
          <p:nvPr/>
        </p:nvSpPr>
        <p:spPr>
          <a:xfrm>
            <a:off x="4800600" y="1737360"/>
            <a:ext cx="1280160" cy="640080"/>
          </a:xfrm>
          <a:prstGeom prst="roundRect">
            <a:avLst>
              <a:gd name="adj" fmla="val 14286"/>
            </a:avLst>
          </a:prstGeom>
          <a:solidFill>
            <a:srgbClr val="B3A8FF"/>
          </a:solidFill>
          <a:ln w="9525">
            <a:solidFill>
              <a:srgbClr val="E4E3EF"/>
            </a:solidFill>
            <a:prstDash val="solid"/>
          </a:ln>
        </p:spPr>
        <p:txBody>
          <a:bodyPr/>
          <a:lstStyle/>
          <a:p>
            <a:endParaRPr lang="en-IN"/>
          </a:p>
        </p:txBody>
      </p:sp>
      <p:sp>
        <p:nvSpPr>
          <p:cNvPr id="15" name="Text 13">
            <a:extLst>
              <a:ext uri="{FF2B5EF4-FFF2-40B4-BE49-F238E27FC236}">
                <a16:creationId xmlns:a16="http://schemas.microsoft.com/office/drawing/2014/main" id="{B628E6C8-2C70-4FE2-63A7-B80388651BEC}"/>
              </a:ext>
            </a:extLst>
          </p:cNvPr>
          <p:cNvSpPr txBox="1"/>
          <p:nvPr/>
        </p:nvSpPr>
        <p:spPr>
          <a:xfrm>
            <a:off x="4800600" y="2423160"/>
            <a:ext cx="1325880" cy="201168"/>
          </a:xfrm>
          <a:prstGeom prst="rect">
            <a:avLst/>
          </a:prstGeom>
          <a:noFill/>
          <a:ln/>
        </p:spPr>
        <p:txBody>
          <a:bodyPr wrap="square" lIns="0" tIns="0" rIns="0" bIns="0" rtlCol="0" anchor="t"/>
          <a:lstStyle/>
          <a:p>
            <a:pPr marL="0" indent="0">
              <a:buNone/>
            </a:pPr>
            <a:r>
              <a:rPr lang="en-US" sz="1100" b="1" dirty="0">
                <a:solidFill>
                  <a:srgbClr val="16161F"/>
                </a:solidFill>
                <a:latin typeface="Calibri" pitchFamily="34" charset="0"/>
                <a:ea typeface="Calibri" pitchFamily="34" charset="-122"/>
                <a:cs typeface="Calibri" pitchFamily="34" charset="-120"/>
              </a:rPr>
              <a:t>Lavender</a:t>
            </a:r>
            <a:endParaRPr lang="en-US" sz="1100" dirty="0"/>
          </a:p>
        </p:txBody>
      </p:sp>
      <p:sp>
        <p:nvSpPr>
          <p:cNvPr id="16" name="Text 14">
            <a:extLst>
              <a:ext uri="{FF2B5EF4-FFF2-40B4-BE49-F238E27FC236}">
                <a16:creationId xmlns:a16="http://schemas.microsoft.com/office/drawing/2014/main" id="{8B6DC5B6-2707-1678-92E3-21D5083A2191}"/>
              </a:ext>
            </a:extLst>
          </p:cNvPr>
          <p:cNvSpPr txBox="1"/>
          <p:nvPr/>
        </p:nvSpPr>
        <p:spPr>
          <a:xfrm>
            <a:off x="4800600" y="2624328"/>
            <a:ext cx="1371600" cy="320040"/>
          </a:xfrm>
          <a:prstGeom prst="rect">
            <a:avLst/>
          </a:prstGeom>
          <a:noFill/>
          <a:ln/>
        </p:spPr>
        <p:txBody>
          <a:bodyPr wrap="square" lIns="0" tIns="0" rIns="0" bIns="0" rtlCol="0" anchor="t"/>
          <a:lstStyle/>
          <a:p>
            <a:pPr marL="0" indent="0">
              <a:buNone/>
            </a:pPr>
            <a:r>
              <a:rPr lang="en-US" sz="900" dirty="0">
                <a:solidFill>
                  <a:srgbClr val="5F6075"/>
                </a:solidFill>
                <a:latin typeface="Calibri" pitchFamily="34" charset="0"/>
                <a:ea typeface="Calibri" pitchFamily="34" charset="-122"/>
                <a:cs typeface="Calibri" pitchFamily="34" charset="-120"/>
              </a:rPr>
              <a:t>#B3A8FF · Secondary accent</a:t>
            </a:r>
            <a:endParaRPr lang="en-US" sz="900" dirty="0"/>
          </a:p>
        </p:txBody>
      </p:sp>
      <p:sp>
        <p:nvSpPr>
          <p:cNvPr id="17" name="Shape 15">
            <a:extLst>
              <a:ext uri="{FF2B5EF4-FFF2-40B4-BE49-F238E27FC236}">
                <a16:creationId xmlns:a16="http://schemas.microsoft.com/office/drawing/2014/main" id="{2284C6E7-A5EF-0785-52D7-3239BAA7C203}"/>
              </a:ext>
            </a:extLst>
          </p:cNvPr>
          <p:cNvSpPr/>
          <p:nvPr/>
        </p:nvSpPr>
        <p:spPr>
          <a:xfrm>
            <a:off x="548640" y="3063240"/>
            <a:ext cx="1280160" cy="640080"/>
          </a:xfrm>
          <a:prstGeom prst="roundRect">
            <a:avLst>
              <a:gd name="adj" fmla="val 14286"/>
            </a:avLst>
          </a:prstGeom>
          <a:solidFill>
            <a:srgbClr val="ECEBFF"/>
          </a:solidFill>
          <a:ln w="9525">
            <a:solidFill>
              <a:srgbClr val="E4E3EF"/>
            </a:solidFill>
            <a:prstDash val="solid"/>
          </a:ln>
        </p:spPr>
        <p:txBody>
          <a:bodyPr/>
          <a:lstStyle/>
          <a:p>
            <a:endParaRPr lang="en-IN"/>
          </a:p>
        </p:txBody>
      </p:sp>
      <p:sp>
        <p:nvSpPr>
          <p:cNvPr id="18" name="Text 16">
            <a:extLst>
              <a:ext uri="{FF2B5EF4-FFF2-40B4-BE49-F238E27FC236}">
                <a16:creationId xmlns:a16="http://schemas.microsoft.com/office/drawing/2014/main" id="{EC9FBCDF-04D7-47F7-199C-57554D43B6BA}"/>
              </a:ext>
            </a:extLst>
          </p:cNvPr>
          <p:cNvSpPr txBox="1"/>
          <p:nvPr/>
        </p:nvSpPr>
        <p:spPr>
          <a:xfrm>
            <a:off x="548640" y="3749040"/>
            <a:ext cx="1325880" cy="201168"/>
          </a:xfrm>
          <a:prstGeom prst="rect">
            <a:avLst/>
          </a:prstGeom>
          <a:noFill/>
          <a:ln/>
        </p:spPr>
        <p:txBody>
          <a:bodyPr wrap="square" lIns="0" tIns="0" rIns="0" bIns="0" rtlCol="0" anchor="t"/>
          <a:lstStyle/>
          <a:p>
            <a:pPr marL="0" indent="0">
              <a:buNone/>
            </a:pPr>
            <a:r>
              <a:rPr lang="en-US" sz="1100" b="1" dirty="0">
                <a:solidFill>
                  <a:srgbClr val="16161F"/>
                </a:solidFill>
                <a:latin typeface="Calibri" pitchFamily="34" charset="0"/>
                <a:ea typeface="Calibri" pitchFamily="34" charset="-122"/>
                <a:cs typeface="Calibri" pitchFamily="34" charset="-120"/>
              </a:rPr>
              <a:t>Purple soft</a:t>
            </a:r>
            <a:endParaRPr lang="en-US" sz="1100" dirty="0"/>
          </a:p>
        </p:txBody>
      </p:sp>
      <p:sp>
        <p:nvSpPr>
          <p:cNvPr id="19" name="Text 17">
            <a:extLst>
              <a:ext uri="{FF2B5EF4-FFF2-40B4-BE49-F238E27FC236}">
                <a16:creationId xmlns:a16="http://schemas.microsoft.com/office/drawing/2014/main" id="{7B124CB4-D452-53EE-FB94-0934BC2A1E1A}"/>
              </a:ext>
            </a:extLst>
          </p:cNvPr>
          <p:cNvSpPr txBox="1"/>
          <p:nvPr/>
        </p:nvSpPr>
        <p:spPr>
          <a:xfrm>
            <a:off x="548640" y="3950208"/>
            <a:ext cx="1371600" cy="320040"/>
          </a:xfrm>
          <a:prstGeom prst="rect">
            <a:avLst/>
          </a:prstGeom>
          <a:noFill/>
          <a:ln/>
        </p:spPr>
        <p:txBody>
          <a:bodyPr wrap="square" lIns="0" tIns="0" rIns="0" bIns="0" rtlCol="0" anchor="t"/>
          <a:lstStyle/>
          <a:p>
            <a:pPr marL="0" indent="0">
              <a:buNone/>
            </a:pPr>
            <a:r>
              <a:rPr lang="en-US" sz="900" dirty="0">
                <a:solidFill>
                  <a:srgbClr val="5F6075"/>
                </a:solidFill>
                <a:latin typeface="Calibri" pitchFamily="34" charset="0"/>
                <a:ea typeface="Calibri" pitchFamily="34" charset="-122"/>
                <a:cs typeface="Calibri" pitchFamily="34" charset="-120"/>
              </a:rPr>
              <a:t>#ECEBFF · Pills, tints</a:t>
            </a:r>
            <a:endParaRPr lang="en-US" sz="900" dirty="0"/>
          </a:p>
        </p:txBody>
      </p:sp>
      <p:sp>
        <p:nvSpPr>
          <p:cNvPr id="20" name="Shape 18">
            <a:extLst>
              <a:ext uri="{FF2B5EF4-FFF2-40B4-BE49-F238E27FC236}">
                <a16:creationId xmlns:a16="http://schemas.microsoft.com/office/drawing/2014/main" id="{2EA20B5D-1BE3-46E1-C35F-572557880BBC}"/>
              </a:ext>
            </a:extLst>
          </p:cNvPr>
          <p:cNvSpPr/>
          <p:nvPr/>
        </p:nvSpPr>
        <p:spPr>
          <a:xfrm>
            <a:off x="1965960" y="3063240"/>
            <a:ext cx="1280160" cy="640080"/>
          </a:xfrm>
          <a:prstGeom prst="roundRect">
            <a:avLst>
              <a:gd name="adj" fmla="val 14286"/>
            </a:avLst>
          </a:prstGeom>
          <a:solidFill>
            <a:srgbClr val="9DF0D4"/>
          </a:solidFill>
          <a:ln w="9525">
            <a:solidFill>
              <a:srgbClr val="E4E3EF"/>
            </a:solidFill>
            <a:prstDash val="solid"/>
          </a:ln>
        </p:spPr>
        <p:txBody>
          <a:bodyPr/>
          <a:lstStyle/>
          <a:p>
            <a:endParaRPr lang="en-IN"/>
          </a:p>
        </p:txBody>
      </p:sp>
      <p:sp>
        <p:nvSpPr>
          <p:cNvPr id="21" name="Text 19">
            <a:extLst>
              <a:ext uri="{FF2B5EF4-FFF2-40B4-BE49-F238E27FC236}">
                <a16:creationId xmlns:a16="http://schemas.microsoft.com/office/drawing/2014/main" id="{6EFFE318-B5C7-C9B6-30AA-712E586B690D}"/>
              </a:ext>
            </a:extLst>
          </p:cNvPr>
          <p:cNvSpPr txBox="1"/>
          <p:nvPr/>
        </p:nvSpPr>
        <p:spPr>
          <a:xfrm>
            <a:off x="1965960" y="3749040"/>
            <a:ext cx="1325880" cy="201168"/>
          </a:xfrm>
          <a:prstGeom prst="rect">
            <a:avLst/>
          </a:prstGeom>
          <a:noFill/>
          <a:ln/>
        </p:spPr>
        <p:txBody>
          <a:bodyPr wrap="square" lIns="0" tIns="0" rIns="0" bIns="0" rtlCol="0" anchor="t"/>
          <a:lstStyle/>
          <a:p>
            <a:pPr marL="0" indent="0">
              <a:buNone/>
            </a:pPr>
            <a:r>
              <a:rPr lang="en-US" sz="1100" b="1" dirty="0">
                <a:solidFill>
                  <a:srgbClr val="16161F"/>
                </a:solidFill>
                <a:latin typeface="Calibri" pitchFamily="34" charset="0"/>
                <a:ea typeface="Calibri" pitchFamily="34" charset="-122"/>
                <a:cs typeface="Calibri" pitchFamily="34" charset="-120"/>
              </a:rPr>
              <a:t>Mint</a:t>
            </a:r>
            <a:endParaRPr lang="en-US" sz="1100" dirty="0"/>
          </a:p>
        </p:txBody>
      </p:sp>
      <p:sp>
        <p:nvSpPr>
          <p:cNvPr id="22" name="Text 20">
            <a:extLst>
              <a:ext uri="{FF2B5EF4-FFF2-40B4-BE49-F238E27FC236}">
                <a16:creationId xmlns:a16="http://schemas.microsoft.com/office/drawing/2014/main" id="{0887777B-9A22-8CA2-E5C6-E123EDA88A2B}"/>
              </a:ext>
            </a:extLst>
          </p:cNvPr>
          <p:cNvSpPr txBox="1"/>
          <p:nvPr/>
        </p:nvSpPr>
        <p:spPr>
          <a:xfrm>
            <a:off x="1965960" y="3950208"/>
            <a:ext cx="1371600" cy="320040"/>
          </a:xfrm>
          <a:prstGeom prst="rect">
            <a:avLst/>
          </a:prstGeom>
          <a:noFill/>
          <a:ln/>
        </p:spPr>
        <p:txBody>
          <a:bodyPr wrap="square" lIns="0" tIns="0" rIns="0" bIns="0" rtlCol="0" anchor="t"/>
          <a:lstStyle/>
          <a:p>
            <a:pPr marL="0" indent="0">
              <a:buNone/>
            </a:pPr>
            <a:r>
              <a:rPr lang="en-US" sz="900" dirty="0">
                <a:solidFill>
                  <a:srgbClr val="5F6075"/>
                </a:solidFill>
                <a:latin typeface="Calibri" pitchFamily="34" charset="0"/>
                <a:ea typeface="Calibri" pitchFamily="34" charset="-122"/>
                <a:cs typeface="Calibri" pitchFamily="34" charset="-120"/>
              </a:rPr>
              <a:t>#9DF0D4 · Highlights</a:t>
            </a:r>
            <a:endParaRPr lang="en-US" sz="900" dirty="0"/>
          </a:p>
        </p:txBody>
      </p:sp>
      <p:sp>
        <p:nvSpPr>
          <p:cNvPr id="23" name="Shape 21">
            <a:extLst>
              <a:ext uri="{FF2B5EF4-FFF2-40B4-BE49-F238E27FC236}">
                <a16:creationId xmlns:a16="http://schemas.microsoft.com/office/drawing/2014/main" id="{1ABD20A8-ED4D-48B5-4791-AA675E0388C3}"/>
              </a:ext>
            </a:extLst>
          </p:cNvPr>
          <p:cNvSpPr/>
          <p:nvPr/>
        </p:nvSpPr>
        <p:spPr>
          <a:xfrm>
            <a:off x="3383280" y="3063240"/>
            <a:ext cx="1280160" cy="640080"/>
          </a:xfrm>
          <a:prstGeom prst="roundRect">
            <a:avLst>
              <a:gd name="adj" fmla="val 14286"/>
            </a:avLst>
          </a:prstGeom>
          <a:solidFill>
            <a:srgbClr val="F2B77A"/>
          </a:solidFill>
          <a:ln w="9525">
            <a:solidFill>
              <a:srgbClr val="E4E3EF"/>
            </a:solidFill>
            <a:prstDash val="solid"/>
          </a:ln>
        </p:spPr>
        <p:txBody>
          <a:bodyPr/>
          <a:lstStyle/>
          <a:p>
            <a:endParaRPr lang="en-IN"/>
          </a:p>
        </p:txBody>
      </p:sp>
      <p:sp>
        <p:nvSpPr>
          <p:cNvPr id="24" name="Text 22">
            <a:extLst>
              <a:ext uri="{FF2B5EF4-FFF2-40B4-BE49-F238E27FC236}">
                <a16:creationId xmlns:a16="http://schemas.microsoft.com/office/drawing/2014/main" id="{FCDE2332-38E5-2038-A4BE-32F67F7390A1}"/>
              </a:ext>
            </a:extLst>
          </p:cNvPr>
          <p:cNvSpPr txBox="1"/>
          <p:nvPr/>
        </p:nvSpPr>
        <p:spPr>
          <a:xfrm>
            <a:off x="3383280" y="3749040"/>
            <a:ext cx="1325880" cy="201168"/>
          </a:xfrm>
          <a:prstGeom prst="rect">
            <a:avLst/>
          </a:prstGeom>
          <a:noFill/>
          <a:ln/>
        </p:spPr>
        <p:txBody>
          <a:bodyPr wrap="square" lIns="0" tIns="0" rIns="0" bIns="0" rtlCol="0" anchor="t"/>
          <a:lstStyle/>
          <a:p>
            <a:pPr marL="0" indent="0">
              <a:buNone/>
            </a:pPr>
            <a:r>
              <a:rPr lang="en-US" sz="1100" b="1" dirty="0">
                <a:solidFill>
                  <a:srgbClr val="16161F"/>
                </a:solidFill>
                <a:latin typeface="Calibri" pitchFamily="34" charset="0"/>
                <a:ea typeface="Calibri" pitchFamily="34" charset="-122"/>
                <a:cs typeface="Calibri" pitchFamily="34" charset="-120"/>
              </a:rPr>
              <a:t>Peach</a:t>
            </a:r>
            <a:endParaRPr lang="en-US" sz="1100" dirty="0"/>
          </a:p>
        </p:txBody>
      </p:sp>
      <p:sp>
        <p:nvSpPr>
          <p:cNvPr id="25" name="Text 23">
            <a:extLst>
              <a:ext uri="{FF2B5EF4-FFF2-40B4-BE49-F238E27FC236}">
                <a16:creationId xmlns:a16="http://schemas.microsoft.com/office/drawing/2014/main" id="{45AB063A-424D-985E-2DA9-A71D4981BCC4}"/>
              </a:ext>
            </a:extLst>
          </p:cNvPr>
          <p:cNvSpPr txBox="1"/>
          <p:nvPr/>
        </p:nvSpPr>
        <p:spPr>
          <a:xfrm>
            <a:off x="3383280" y="3950208"/>
            <a:ext cx="1371600" cy="320040"/>
          </a:xfrm>
          <a:prstGeom prst="rect">
            <a:avLst/>
          </a:prstGeom>
          <a:noFill/>
          <a:ln/>
        </p:spPr>
        <p:txBody>
          <a:bodyPr wrap="square" lIns="0" tIns="0" rIns="0" bIns="0" rtlCol="0" anchor="t"/>
          <a:lstStyle/>
          <a:p>
            <a:pPr marL="0" indent="0">
              <a:buNone/>
            </a:pPr>
            <a:r>
              <a:rPr lang="en-US" sz="900" dirty="0">
                <a:solidFill>
                  <a:srgbClr val="5F6075"/>
                </a:solidFill>
                <a:latin typeface="Calibri" pitchFamily="34" charset="0"/>
                <a:ea typeface="Calibri" pitchFamily="34" charset="-122"/>
                <a:cs typeface="Calibri" pitchFamily="34" charset="-120"/>
              </a:rPr>
              <a:t>#F2B77A · Warm accent</a:t>
            </a:r>
            <a:endParaRPr lang="en-US" sz="900" dirty="0"/>
          </a:p>
        </p:txBody>
      </p:sp>
      <p:sp>
        <p:nvSpPr>
          <p:cNvPr id="26" name="Shape 24">
            <a:extLst>
              <a:ext uri="{FF2B5EF4-FFF2-40B4-BE49-F238E27FC236}">
                <a16:creationId xmlns:a16="http://schemas.microsoft.com/office/drawing/2014/main" id="{BC623840-64FC-6139-3209-9F9DAD0E3071}"/>
              </a:ext>
            </a:extLst>
          </p:cNvPr>
          <p:cNvSpPr/>
          <p:nvPr/>
        </p:nvSpPr>
        <p:spPr>
          <a:xfrm>
            <a:off x="4800600" y="3063240"/>
            <a:ext cx="1280160" cy="640080"/>
          </a:xfrm>
          <a:prstGeom prst="roundRect">
            <a:avLst>
              <a:gd name="adj" fmla="val 14286"/>
            </a:avLst>
          </a:prstGeom>
          <a:solidFill>
            <a:srgbClr val="F3F2FA"/>
          </a:solidFill>
          <a:ln w="9525">
            <a:solidFill>
              <a:srgbClr val="E4E3EF"/>
            </a:solidFill>
            <a:prstDash val="solid"/>
          </a:ln>
        </p:spPr>
        <p:txBody>
          <a:bodyPr/>
          <a:lstStyle/>
          <a:p>
            <a:endParaRPr lang="en-IN"/>
          </a:p>
        </p:txBody>
      </p:sp>
      <p:sp>
        <p:nvSpPr>
          <p:cNvPr id="27" name="Text 25">
            <a:extLst>
              <a:ext uri="{FF2B5EF4-FFF2-40B4-BE49-F238E27FC236}">
                <a16:creationId xmlns:a16="http://schemas.microsoft.com/office/drawing/2014/main" id="{044B21CD-F428-E342-896E-28F182A04319}"/>
              </a:ext>
            </a:extLst>
          </p:cNvPr>
          <p:cNvSpPr txBox="1"/>
          <p:nvPr/>
        </p:nvSpPr>
        <p:spPr>
          <a:xfrm>
            <a:off x="4800600" y="3749040"/>
            <a:ext cx="1325880" cy="201168"/>
          </a:xfrm>
          <a:prstGeom prst="rect">
            <a:avLst/>
          </a:prstGeom>
          <a:noFill/>
          <a:ln/>
        </p:spPr>
        <p:txBody>
          <a:bodyPr wrap="square" lIns="0" tIns="0" rIns="0" bIns="0" rtlCol="0" anchor="t"/>
          <a:lstStyle/>
          <a:p>
            <a:pPr marL="0" indent="0">
              <a:buNone/>
            </a:pPr>
            <a:r>
              <a:rPr lang="en-US" sz="1100" b="1" dirty="0">
                <a:solidFill>
                  <a:srgbClr val="16161F"/>
                </a:solidFill>
                <a:latin typeface="Calibri" pitchFamily="34" charset="0"/>
                <a:ea typeface="Calibri" pitchFamily="34" charset="-122"/>
                <a:cs typeface="Calibri" pitchFamily="34" charset="-120"/>
              </a:rPr>
              <a:t>Page</a:t>
            </a:r>
            <a:endParaRPr lang="en-US" sz="1100" dirty="0"/>
          </a:p>
        </p:txBody>
      </p:sp>
      <p:sp>
        <p:nvSpPr>
          <p:cNvPr id="28" name="Text 26">
            <a:extLst>
              <a:ext uri="{FF2B5EF4-FFF2-40B4-BE49-F238E27FC236}">
                <a16:creationId xmlns:a16="http://schemas.microsoft.com/office/drawing/2014/main" id="{468B05FE-AAA6-1364-2E1E-A93FEDA56EAF}"/>
              </a:ext>
            </a:extLst>
          </p:cNvPr>
          <p:cNvSpPr txBox="1"/>
          <p:nvPr/>
        </p:nvSpPr>
        <p:spPr>
          <a:xfrm>
            <a:off x="4800600" y="3950208"/>
            <a:ext cx="1371600" cy="320040"/>
          </a:xfrm>
          <a:prstGeom prst="rect">
            <a:avLst/>
          </a:prstGeom>
          <a:noFill/>
          <a:ln/>
        </p:spPr>
        <p:txBody>
          <a:bodyPr wrap="square" lIns="0" tIns="0" rIns="0" bIns="0" rtlCol="0" anchor="t"/>
          <a:lstStyle/>
          <a:p>
            <a:pPr marL="0" indent="0">
              <a:buNone/>
            </a:pPr>
            <a:r>
              <a:rPr lang="en-US" sz="900" dirty="0">
                <a:solidFill>
                  <a:srgbClr val="5F6075"/>
                </a:solidFill>
                <a:latin typeface="Calibri" pitchFamily="34" charset="0"/>
                <a:ea typeface="Calibri" pitchFamily="34" charset="-122"/>
                <a:cs typeface="Calibri" pitchFamily="34" charset="-120"/>
              </a:rPr>
              <a:t>#F3F2FA · Background</a:t>
            </a:r>
            <a:endParaRPr lang="en-US" sz="900" dirty="0"/>
          </a:p>
        </p:txBody>
      </p:sp>
      <p:sp>
        <p:nvSpPr>
          <p:cNvPr id="29" name="Text 27">
            <a:extLst>
              <a:ext uri="{FF2B5EF4-FFF2-40B4-BE49-F238E27FC236}">
                <a16:creationId xmlns:a16="http://schemas.microsoft.com/office/drawing/2014/main" id="{2FD1C954-E84E-1C3C-EB48-6ED497009839}"/>
              </a:ext>
            </a:extLst>
          </p:cNvPr>
          <p:cNvSpPr txBox="1"/>
          <p:nvPr/>
        </p:nvSpPr>
        <p:spPr>
          <a:xfrm>
            <a:off x="548640" y="4526280"/>
            <a:ext cx="4572000" cy="274320"/>
          </a:xfrm>
          <a:prstGeom prst="rect">
            <a:avLst/>
          </a:prstGeom>
          <a:noFill/>
          <a:ln/>
        </p:spPr>
        <p:txBody>
          <a:bodyPr wrap="square" lIns="0" tIns="0" rIns="0" bIns="0" rtlCol="0" anchor="t"/>
          <a:lstStyle/>
          <a:p>
            <a:pPr marL="0" indent="0">
              <a:buNone/>
            </a:pPr>
            <a:r>
              <a:rPr lang="en-US" sz="1400" b="1" dirty="0">
                <a:solidFill>
                  <a:srgbClr val="16161F"/>
                </a:solidFill>
                <a:latin typeface="Calibri" pitchFamily="34" charset="0"/>
                <a:ea typeface="Calibri" pitchFamily="34" charset="-122"/>
                <a:cs typeface="Calibri" pitchFamily="34" charset="-120"/>
              </a:rPr>
              <a:t>Typography</a:t>
            </a:r>
            <a:endParaRPr lang="en-US" sz="1400" dirty="0"/>
          </a:p>
        </p:txBody>
      </p:sp>
      <p:sp>
        <p:nvSpPr>
          <p:cNvPr id="30" name="Text 28">
            <a:extLst>
              <a:ext uri="{FF2B5EF4-FFF2-40B4-BE49-F238E27FC236}">
                <a16:creationId xmlns:a16="http://schemas.microsoft.com/office/drawing/2014/main" id="{90EE8325-DAAF-882E-C9EB-FBC3A170772B}"/>
              </a:ext>
            </a:extLst>
          </p:cNvPr>
          <p:cNvSpPr txBox="1"/>
          <p:nvPr/>
        </p:nvSpPr>
        <p:spPr>
          <a:xfrm>
            <a:off x="548640" y="4846320"/>
            <a:ext cx="5577840" cy="1097280"/>
          </a:xfrm>
          <a:prstGeom prst="rect">
            <a:avLst/>
          </a:prstGeom>
          <a:noFill/>
          <a:ln/>
        </p:spPr>
        <p:txBody>
          <a:bodyPr wrap="square" lIns="0" tIns="0" rIns="0" bIns="0" rtlCol="0" anchor="t"/>
          <a:lstStyle/>
          <a:p>
            <a:pPr marL="0" indent="0">
              <a:buNone/>
            </a:pPr>
            <a:r>
              <a:rPr lang="en-US" sz="2200" b="1" dirty="0">
                <a:solidFill>
                  <a:srgbClr val="16161F"/>
                </a:solidFill>
                <a:latin typeface="Calibri" pitchFamily="34" charset="0"/>
                <a:ea typeface="Calibri" pitchFamily="34" charset="-122"/>
                <a:cs typeface="Calibri" pitchFamily="34" charset="-120"/>
              </a:rPr>
              <a:t>Plus Jakarta Sans</a:t>
            </a:r>
            <a:endParaRPr lang="en-US" sz="1000" dirty="0"/>
          </a:p>
          <a:p>
            <a:pPr marL="0" indent="0">
              <a:buNone/>
            </a:pPr>
            <a:r>
              <a:rPr lang="en-US" sz="1150" dirty="0">
                <a:solidFill>
                  <a:srgbClr val="5F6075"/>
                </a:solidFill>
                <a:latin typeface="Calibri" pitchFamily="34" charset="0"/>
                <a:ea typeface="Calibri" pitchFamily="34" charset="-122"/>
                <a:cs typeface="Calibri" pitchFamily="34" charset="-120"/>
              </a:rPr>
              <a:t>Google Font · weights 400–800 · headings 600 with tight letter-spacing · body 16px / 1.6 line height in muted grey #5F6075</a:t>
            </a:r>
            <a:endParaRPr lang="en-US" sz="1000" dirty="0"/>
          </a:p>
        </p:txBody>
      </p:sp>
      <p:sp>
        <p:nvSpPr>
          <p:cNvPr id="31" name="Shape 29">
            <a:extLst>
              <a:ext uri="{FF2B5EF4-FFF2-40B4-BE49-F238E27FC236}">
                <a16:creationId xmlns:a16="http://schemas.microsoft.com/office/drawing/2014/main" id="{C4386800-BB24-E2E8-7C1E-B2DA2A5F2DC6}"/>
              </a:ext>
            </a:extLst>
          </p:cNvPr>
          <p:cNvSpPr/>
          <p:nvPr/>
        </p:nvSpPr>
        <p:spPr>
          <a:xfrm>
            <a:off x="6583680" y="1325880"/>
            <a:ext cx="5074920" cy="4983480"/>
          </a:xfrm>
          <a:prstGeom prst="roundRect">
            <a:avLst>
              <a:gd name="adj" fmla="val 3303"/>
            </a:avLst>
          </a:prstGeom>
          <a:solidFill>
            <a:srgbClr val="F3F2FA"/>
          </a:solidFill>
          <a:ln/>
        </p:spPr>
        <p:txBody>
          <a:bodyPr/>
          <a:lstStyle/>
          <a:p>
            <a:endParaRPr lang="en-IN"/>
          </a:p>
        </p:txBody>
      </p:sp>
      <p:sp>
        <p:nvSpPr>
          <p:cNvPr id="32" name="Text 30">
            <a:extLst>
              <a:ext uri="{FF2B5EF4-FFF2-40B4-BE49-F238E27FC236}">
                <a16:creationId xmlns:a16="http://schemas.microsoft.com/office/drawing/2014/main" id="{11D4ECAF-9A27-F7BF-22E1-8A14270AC26F}"/>
              </a:ext>
            </a:extLst>
          </p:cNvPr>
          <p:cNvSpPr txBox="1"/>
          <p:nvPr/>
        </p:nvSpPr>
        <p:spPr>
          <a:xfrm>
            <a:off x="6858000" y="1508760"/>
            <a:ext cx="4572000" cy="274320"/>
          </a:xfrm>
          <a:prstGeom prst="rect">
            <a:avLst/>
          </a:prstGeom>
          <a:noFill/>
          <a:ln/>
        </p:spPr>
        <p:txBody>
          <a:bodyPr wrap="square" lIns="0" tIns="0" rIns="0" bIns="0" rtlCol="0" anchor="t"/>
          <a:lstStyle/>
          <a:p>
            <a:pPr marL="0" indent="0">
              <a:buNone/>
            </a:pPr>
            <a:r>
              <a:rPr lang="en-US" sz="1400" b="1" dirty="0">
                <a:solidFill>
                  <a:srgbClr val="16161F"/>
                </a:solidFill>
                <a:latin typeface="Calibri" pitchFamily="34" charset="0"/>
                <a:ea typeface="Calibri" pitchFamily="34" charset="-122"/>
                <a:cs typeface="Calibri" pitchFamily="34" charset="-120"/>
              </a:rPr>
              <a:t>Components &amp; motion</a:t>
            </a:r>
            <a:endParaRPr lang="en-US" sz="1400" dirty="0"/>
          </a:p>
        </p:txBody>
      </p:sp>
      <p:sp>
        <p:nvSpPr>
          <p:cNvPr id="33" name="Shape 31">
            <a:extLst>
              <a:ext uri="{FF2B5EF4-FFF2-40B4-BE49-F238E27FC236}">
                <a16:creationId xmlns:a16="http://schemas.microsoft.com/office/drawing/2014/main" id="{836A4F51-915A-7128-4BE0-2B5C9FB266CB}"/>
              </a:ext>
            </a:extLst>
          </p:cNvPr>
          <p:cNvSpPr/>
          <p:nvPr/>
        </p:nvSpPr>
        <p:spPr>
          <a:xfrm>
            <a:off x="6858000" y="1965960"/>
            <a:ext cx="753466" cy="310896"/>
          </a:xfrm>
          <a:prstGeom prst="roundRect">
            <a:avLst>
              <a:gd name="adj" fmla="val 50000"/>
            </a:avLst>
          </a:prstGeom>
          <a:solidFill>
            <a:srgbClr val="7B6CF6"/>
          </a:solidFill>
          <a:ln/>
        </p:spPr>
        <p:txBody>
          <a:bodyPr/>
          <a:lstStyle/>
          <a:p>
            <a:endParaRPr lang="en-IN"/>
          </a:p>
        </p:txBody>
      </p:sp>
      <p:sp>
        <p:nvSpPr>
          <p:cNvPr id="34" name="Text 32">
            <a:extLst>
              <a:ext uri="{FF2B5EF4-FFF2-40B4-BE49-F238E27FC236}">
                <a16:creationId xmlns:a16="http://schemas.microsoft.com/office/drawing/2014/main" id="{3994FBFF-FDD5-E9B1-E750-F2197AC4BF30}"/>
              </a:ext>
            </a:extLst>
          </p:cNvPr>
          <p:cNvSpPr txBox="1"/>
          <p:nvPr/>
        </p:nvSpPr>
        <p:spPr>
          <a:xfrm>
            <a:off x="6858000" y="1965960"/>
            <a:ext cx="753466"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Primary</a:t>
            </a:r>
            <a:endParaRPr lang="en-US" sz="1000" dirty="0"/>
          </a:p>
        </p:txBody>
      </p:sp>
      <p:sp>
        <p:nvSpPr>
          <p:cNvPr id="35" name="Shape 33">
            <a:extLst>
              <a:ext uri="{FF2B5EF4-FFF2-40B4-BE49-F238E27FC236}">
                <a16:creationId xmlns:a16="http://schemas.microsoft.com/office/drawing/2014/main" id="{DC062355-653B-D1EE-C831-10FE889C7D42}"/>
              </a:ext>
            </a:extLst>
          </p:cNvPr>
          <p:cNvSpPr/>
          <p:nvPr/>
        </p:nvSpPr>
        <p:spPr>
          <a:xfrm>
            <a:off x="7748626" y="1965960"/>
            <a:ext cx="555955" cy="310896"/>
          </a:xfrm>
          <a:prstGeom prst="roundRect">
            <a:avLst>
              <a:gd name="adj" fmla="val 50000"/>
            </a:avLst>
          </a:prstGeom>
          <a:solidFill>
            <a:srgbClr val="16161F"/>
          </a:solidFill>
          <a:ln/>
        </p:spPr>
        <p:txBody>
          <a:bodyPr/>
          <a:lstStyle/>
          <a:p>
            <a:endParaRPr lang="en-IN"/>
          </a:p>
        </p:txBody>
      </p:sp>
      <p:sp>
        <p:nvSpPr>
          <p:cNvPr id="36" name="Text 34">
            <a:extLst>
              <a:ext uri="{FF2B5EF4-FFF2-40B4-BE49-F238E27FC236}">
                <a16:creationId xmlns:a16="http://schemas.microsoft.com/office/drawing/2014/main" id="{E50F038C-59A8-2DD2-7439-1B80BE777A21}"/>
              </a:ext>
            </a:extLst>
          </p:cNvPr>
          <p:cNvSpPr txBox="1"/>
          <p:nvPr/>
        </p:nvSpPr>
        <p:spPr>
          <a:xfrm>
            <a:off x="7748626" y="1965960"/>
            <a:ext cx="555955" cy="31089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Dark</a:t>
            </a:r>
            <a:endParaRPr lang="en-US" sz="1000" dirty="0"/>
          </a:p>
        </p:txBody>
      </p:sp>
      <p:sp>
        <p:nvSpPr>
          <p:cNvPr id="37" name="Shape 35">
            <a:extLst>
              <a:ext uri="{FF2B5EF4-FFF2-40B4-BE49-F238E27FC236}">
                <a16:creationId xmlns:a16="http://schemas.microsoft.com/office/drawing/2014/main" id="{F5640154-85CE-276E-F2C6-6C325A3A5CD8}"/>
              </a:ext>
            </a:extLst>
          </p:cNvPr>
          <p:cNvSpPr/>
          <p:nvPr/>
        </p:nvSpPr>
        <p:spPr>
          <a:xfrm>
            <a:off x="8441741" y="1965960"/>
            <a:ext cx="753466" cy="310896"/>
          </a:xfrm>
          <a:prstGeom prst="roundRect">
            <a:avLst>
              <a:gd name="adj" fmla="val 50000"/>
            </a:avLst>
          </a:prstGeom>
          <a:solidFill>
            <a:srgbClr val="FFFFFF"/>
          </a:solidFill>
          <a:ln w="9525">
            <a:solidFill>
              <a:srgbClr val="16161F"/>
            </a:solidFill>
            <a:prstDash val="solid"/>
          </a:ln>
        </p:spPr>
        <p:txBody>
          <a:bodyPr/>
          <a:lstStyle/>
          <a:p>
            <a:endParaRPr lang="en-IN"/>
          </a:p>
        </p:txBody>
      </p:sp>
      <p:sp>
        <p:nvSpPr>
          <p:cNvPr id="38" name="Text 36">
            <a:extLst>
              <a:ext uri="{FF2B5EF4-FFF2-40B4-BE49-F238E27FC236}">
                <a16:creationId xmlns:a16="http://schemas.microsoft.com/office/drawing/2014/main" id="{D6506FF8-927B-C3B4-42FC-448945DD5FAD}"/>
              </a:ext>
            </a:extLst>
          </p:cNvPr>
          <p:cNvSpPr txBox="1"/>
          <p:nvPr/>
        </p:nvSpPr>
        <p:spPr>
          <a:xfrm>
            <a:off x="8441741" y="1965960"/>
            <a:ext cx="753466" cy="310896"/>
          </a:xfrm>
          <a:prstGeom prst="rect">
            <a:avLst/>
          </a:prstGeom>
          <a:noFill/>
          <a:ln/>
        </p:spPr>
        <p:txBody>
          <a:bodyPr wrap="square" lIns="0" tIns="0" rIns="0" bIns="0" rtlCol="0" anchor="ctr"/>
          <a:lstStyle/>
          <a:p>
            <a:pPr marL="0" indent="0" algn="ctr">
              <a:buNone/>
            </a:pPr>
            <a:r>
              <a:rPr lang="en-US" sz="1000" b="1" dirty="0">
                <a:solidFill>
                  <a:srgbClr val="16161F"/>
                </a:solidFill>
                <a:latin typeface="Calibri" pitchFamily="34" charset="0"/>
                <a:ea typeface="Calibri" pitchFamily="34" charset="-122"/>
                <a:cs typeface="Calibri" pitchFamily="34" charset="-120"/>
              </a:rPr>
              <a:t>Outline</a:t>
            </a:r>
            <a:endParaRPr lang="en-US" sz="1000" dirty="0"/>
          </a:p>
        </p:txBody>
      </p:sp>
      <p:sp>
        <p:nvSpPr>
          <p:cNvPr id="39" name="Shape 37">
            <a:extLst>
              <a:ext uri="{FF2B5EF4-FFF2-40B4-BE49-F238E27FC236}">
                <a16:creationId xmlns:a16="http://schemas.microsoft.com/office/drawing/2014/main" id="{1755D840-2343-1DFC-1D11-FF585900E5A0}"/>
              </a:ext>
            </a:extLst>
          </p:cNvPr>
          <p:cNvSpPr/>
          <p:nvPr/>
        </p:nvSpPr>
        <p:spPr>
          <a:xfrm>
            <a:off x="9332366" y="1965960"/>
            <a:ext cx="555955" cy="310896"/>
          </a:xfrm>
          <a:prstGeom prst="roundRect">
            <a:avLst>
              <a:gd name="adj" fmla="val 50000"/>
            </a:avLst>
          </a:prstGeom>
          <a:solidFill>
            <a:srgbClr val="ECEBFF"/>
          </a:solidFill>
          <a:ln/>
        </p:spPr>
        <p:txBody>
          <a:bodyPr/>
          <a:lstStyle/>
          <a:p>
            <a:endParaRPr lang="en-IN"/>
          </a:p>
        </p:txBody>
      </p:sp>
      <p:sp>
        <p:nvSpPr>
          <p:cNvPr id="40" name="Text 38">
            <a:extLst>
              <a:ext uri="{FF2B5EF4-FFF2-40B4-BE49-F238E27FC236}">
                <a16:creationId xmlns:a16="http://schemas.microsoft.com/office/drawing/2014/main" id="{E362BBF8-3DB0-7447-8C0C-FB26FA89C414}"/>
              </a:ext>
            </a:extLst>
          </p:cNvPr>
          <p:cNvSpPr txBox="1"/>
          <p:nvPr/>
        </p:nvSpPr>
        <p:spPr>
          <a:xfrm>
            <a:off x="9332366" y="1965960"/>
            <a:ext cx="555955" cy="310896"/>
          </a:xfrm>
          <a:prstGeom prst="rect">
            <a:avLst/>
          </a:prstGeom>
          <a:noFill/>
          <a:ln/>
        </p:spPr>
        <p:txBody>
          <a:bodyPr wrap="square" lIns="0" tIns="0" rIns="0" bIns="0" rtlCol="0" anchor="ctr"/>
          <a:lstStyle/>
          <a:p>
            <a:pPr marL="0" indent="0" algn="ctr">
              <a:buNone/>
            </a:pPr>
            <a:r>
              <a:rPr lang="en-US" sz="1000" b="1" dirty="0">
                <a:solidFill>
                  <a:srgbClr val="16161F"/>
                </a:solidFill>
                <a:latin typeface="Calibri" pitchFamily="34" charset="0"/>
                <a:ea typeface="Calibri" pitchFamily="34" charset="-122"/>
                <a:cs typeface="Calibri" pitchFamily="34" charset="-120"/>
              </a:rPr>
              <a:t>Soft</a:t>
            </a:r>
            <a:endParaRPr lang="en-US" sz="1000" dirty="0"/>
          </a:p>
        </p:txBody>
      </p:sp>
      <p:sp>
        <p:nvSpPr>
          <p:cNvPr id="41" name="Shape 39">
            <a:extLst>
              <a:ext uri="{FF2B5EF4-FFF2-40B4-BE49-F238E27FC236}">
                <a16:creationId xmlns:a16="http://schemas.microsoft.com/office/drawing/2014/main" id="{DF689EA5-49D2-7A28-59F9-C1E9AE466EFE}"/>
              </a:ext>
            </a:extLst>
          </p:cNvPr>
          <p:cNvSpPr/>
          <p:nvPr/>
        </p:nvSpPr>
        <p:spPr>
          <a:xfrm>
            <a:off x="6858000" y="2514600"/>
            <a:ext cx="981608" cy="201168"/>
          </a:xfrm>
          <a:prstGeom prst="roundRect">
            <a:avLst>
              <a:gd name="adj" fmla="val 50000"/>
            </a:avLst>
          </a:prstGeom>
          <a:solidFill>
            <a:srgbClr val="ECEBFF"/>
          </a:solidFill>
          <a:ln/>
        </p:spPr>
        <p:txBody>
          <a:bodyPr/>
          <a:lstStyle/>
          <a:p>
            <a:endParaRPr lang="en-IN"/>
          </a:p>
        </p:txBody>
      </p:sp>
      <p:sp>
        <p:nvSpPr>
          <p:cNvPr id="42" name="Text 40">
            <a:extLst>
              <a:ext uri="{FF2B5EF4-FFF2-40B4-BE49-F238E27FC236}">
                <a16:creationId xmlns:a16="http://schemas.microsoft.com/office/drawing/2014/main" id="{ECDEA6DB-5133-2861-EFF2-3C8EB1D40DE8}"/>
              </a:ext>
            </a:extLst>
          </p:cNvPr>
          <p:cNvSpPr txBox="1"/>
          <p:nvPr/>
        </p:nvSpPr>
        <p:spPr>
          <a:xfrm>
            <a:off x="6858000" y="2514600"/>
            <a:ext cx="981608" cy="201168"/>
          </a:xfrm>
          <a:prstGeom prst="rect">
            <a:avLst/>
          </a:prstGeom>
          <a:noFill/>
          <a:ln/>
        </p:spPr>
        <p:txBody>
          <a:bodyPr wrap="square" lIns="0" tIns="0" rIns="0" bIns="0" rtlCol="0" anchor="ctr"/>
          <a:lstStyle/>
          <a:p>
            <a:pPr marL="0" indent="0" algn="ctr">
              <a:buNone/>
            </a:pPr>
            <a:r>
              <a:rPr lang="en-US" sz="700" b="1" kern="0" spc="100" dirty="0">
                <a:solidFill>
                  <a:srgbClr val="7B6CF6"/>
                </a:solidFill>
                <a:latin typeface="Calibri" pitchFamily="34" charset="0"/>
                <a:ea typeface="Calibri" pitchFamily="34" charset="-122"/>
                <a:cs typeface="Calibri" pitchFamily="34" charset="-120"/>
              </a:rPr>
              <a:t>EYEBROW LABEL</a:t>
            </a:r>
            <a:endParaRPr lang="en-US" sz="700" dirty="0"/>
          </a:p>
        </p:txBody>
      </p:sp>
      <p:sp>
        <p:nvSpPr>
          <p:cNvPr id="43" name="Shape 41">
            <a:extLst>
              <a:ext uri="{FF2B5EF4-FFF2-40B4-BE49-F238E27FC236}">
                <a16:creationId xmlns:a16="http://schemas.microsoft.com/office/drawing/2014/main" id="{1C29CC72-AE68-939E-64A6-9F34F9A11B9C}"/>
              </a:ext>
            </a:extLst>
          </p:cNvPr>
          <p:cNvSpPr/>
          <p:nvPr/>
        </p:nvSpPr>
        <p:spPr>
          <a:xfrm>
            <a:off x="6858000" y="2880360"/>
            <a:ext cx="2240280" cy="1234440"/>
          </a:xfrm>
          <a:prstGeom prst="roundRect">
            <a:avLst>
              <a:gd name="adj" fmla="val 14815"/>
            </a:avLst>
          </a:prstGeom>
          <a:solidFill>
            <a:srgbClr val="FFFFFF"/>
          </a:solidFill>
          <a:ln w="9525">
            <a:solidFill>
              <a:srgbClr val="E4E3EF"/>
            </a:solidFill>
            <a:prstDash val="solid"/>
          </a:ln>
        </p:spPr>
        <p:txBody>
          <a:bodyPr/>
          <a:lstStyle/>
          <a:p>
            <a:endParaRPr lang="en-IN"/>
          </a:p>
        </p:txBody>
      </p:sp>
      <p:sp>
        <p:nvSpPr>
          <p:cNvPr id="44" name="Text 42">
            <a:extLst>
              <a:ext uri="{FF2B5EF4-FFF2-40B4-BE49-F238E27FC236}">
                <a16:creationId xmlns:a16="http://schemas.microsoft.com/office/drawing/2014/main" id="{C2B7EEAB-36DF-276D-8DCA-4147FCCD6D14}"/>
              </a:ext>
            </a:extLst>
          </p:cNvPr>
          <p:cNvSpPr txBox="1"/>
          <p:nvPr/>
        </p:nvSpPr>
        <p:spPr>
          <a:xfrm>
            <a:off x="7040880" y="3017520"/>
            <a:ext cx="1828800" cy="274320"/>
          </a:xfrm>
          <a:prstGeom prst="rect">
            <a:avLst/>
          </a:prstGeom>
          <a:noFill/>
          <a:ln/>
        </p:spPr>
        <p:txBody>
          <a:bodyPr wrap="square" lIns="0" tIns="0" rIns="0" bIns="0" rtlCol="0" anchor="t"/>
          <a:lstStyle/>
          <a:p>
            <a:pPr marL="0" indent="0">
              <a:buNone/>
            </a:pPr>
            <a:r>
              <a:rPr lang="en-US" sz="1100" b="1" dirty="0">
                <a:solidFill>
                  <a:srgbClr val="16161F"/>
                </a:solidFill>
                <a:latin typeface="Calibri" pitchFamily="34" charset="0"/>
                <a:ea typeface="Calibri" pitchFamily="34" charset="-122"/>
                <a:cs typeface="Calibri" pitchFamily="34" charset="-120"/>
              </a:rPr>
              <a:t>Light card</a:t>
            </a:r>
            <a:endParaRPr lang="en-US" sz="1100" dirty="0"/>
          </a:p>
        </p:txBody>
      </p:sp>
      <p:sp>
        <p:nvSpPr>
          <p:cNvPr id="45" name="Text 43">
            <a:extLst>
              <a:ext uri="{FF2B5EF4-FFF2-40B4-BE49-F238E27FC236}">
                <a16:creationId xmlns:a16="http://schemas.microsoft.com/office/drawing/2014/main" id="{59887981-F7FC-CD23-9E9E-10E527B3F8D1}"/>
              </a:ext>
            </a:extLst>
          </p:cNvPr>
          <p:cNvSpPr txBox="1"/>
          <p:nvPr/>
        </p:nvSpPr>
        <p:spPr>
          <a:xfrm>
            <a:off x="7040880" y="3291840"/>
            <a:ext cx="1920240" cy="548640"/>
          </a:xfrm>
          <a:prstGeom prst="rect">
            <a:avLst/>
          </a:prstGeom>
          <a:noFill/>
          <a:ln/>
        </p:spPr>
        <p:txBody>
          <a:bodyPr wrap="square" lIns="0" tIns="0" rIns="0" bIns="0" rtlCol="0" anchor="t"/>
          <a:lstStyle/>
          <a:p>
            <a:pPr marL="0" indent="0">
              <a:buNone/>
            </a:pPr>
            <a:r>
              <a:rPr lang="en-US" sz="950" dirty="0">
                <a:solidFill>
                  <a:srgbClr val="5F6075"/>
                </a:solidFill>
                <a:latin typeface="Calibri" pitchFamily="34" charset="0"/>
                <a:ea typeface="Calibri" pitchFamily="34" charset="-122"/>
                <a:cs typeface="Calibri" pitchFamily="34" charset="-120"/>
              </a:rPr>
              <a:t>22px radius, 1px border, lift on hover</a:t>
            </a:r>
            <a:endParaRPr lang="en-US" sz="950" dirty="0"/>
          </a:p>
        </p:txBody>
      </p:sp>
      <p:sp>
        <p:nvSpPr>
          <p:cNvPr id="46" name="Shape 44">
            <a:extLst>
              <a:ext uri="{FF2B5EF4-FFF2-40B4-BE49-F238E27FC236}">
                <a16:creationId xmlns:a16="http://schemas.microsoft.com/office/drawing/2014/main" id="{6A2D43D2-348E-1C90-7AA6-88600AB0B15A}"/>
              </a:ext>
            </a:extLst>
          </p:cNvPr>
          <p:cNvSpPr/>
          <p:nvPr/>
        </p:nvSpPr>
        <p:spPr>
          <a:xfrm>
            <a:off x="9235440" y="2880360"/>
            <a:ext cx="2240280" cy="1234440"/>
          </a:xfrm>
          <a:prstGeom prst="roundRect">
            <a:avLst>
              <a:gd name="adj" fmla="val 14815"/>
            </a:avLst>
          </a:prstGeom>
          <a:solidFill>
            <a:srgbClr val="1B1B28"/>
          </a:solidFill>
          <a:ln/>
        </p:spPr>
        <p:txBody>
          <a:bodyPr/>
          <a:lstStyle/>
          <a:p>
            <a:endParaRPr lang="en-IN"/>
          </a:p>
        </p:txBody>
      </p:sp>
      <p:sp>
        <p:nvSpPr>
          <p:cNvPr id="47" name="Text 45">
            <a:extLst>
              <a:ext uri="{FF2B5EF4-FFF2-40B4-BE49-F238E27FC236}">
                <a16:creationId xmlns:a16="http://schemas.microsoft.com/office/drawing/2014/main" id="{CC727D69-B174-114A-C073-A9DE66920EA7}"/>
              </a:ext>
            </a:extLst>
          </p:cNvPr>
          <p:cNvSpPr txBox="1"/>
          <p:nvPr/>
        </p:nvSpPr>
        <p:spPr>
          <a:xfrm>
            <a:off x="9418320" y="3017520"/>
            <a:ext cx="1828800" cy="274320"/>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Dark card</a:t>
            </a:r>
            <a:endParaRPr lang="en-US" sz="1100" dirty="0"/>
          </a:p>
        </p:txBody>
      </p:sp>
      <p:sp>
        <p:nvSpPr>
          <p:cNvPr id="48" name="Text 46">
            <a:extLst>
              <a:ext uri="{FF2B5EF4-FFF2-40B4-BE49-F238E27FC236}">
                <a16:creationId xmlns:a16="http://schemas.microsoft.com/office/drawing/2014/main" id="{E4B5C318-9E50-5D92-9AA5-84B1B95F9E15}"/>
              </a:ext>
            </a:extLst>
          </p:cNvPr>
          <p:cNvSpPr txBox="1"/>
          <p:nvPr/>
        </p:nvSpPr>
        <p:spPr>
          <a:xfrm>
            <a:off x="9418320" y="3291840"/>
            <a:ext cx="1920240" cy="548640"/>
          </a:xfrm>
          <a:prstGeom prst="rect">
            <a:avLst/>
          </a:prstGeom>
          <a:noFill/>
          <a:ln/>
        </p:spPr>
        <p:txBody>
          <a:bodyPr wrap="square" lIns="0" tIns="0" rIns="0" bIns="0" rtlCol="0" anchor="t"/>
          <a:lstStyle/>
          <a:p>
            <a:pPr marL="0" indent="0">
              <a:buNone/>
            </a:pPr>
            <a:r>
              <a:rPr lang="en-US" sz="950" dirty="0">
                <a:solidFill>
                  <a:srgbClr val="A9A9C0"/>
                </a:solidFill>
                <a:latin typeface="Calibri" pitchFamily="34" charset="0"/>
                <a:ea typeface="Calibri" pitchFamily="34" charset="-122"/>
                <a:cs typeface="Calibri" pitchFamily="34" charset="-120"/>
              </a:rPr>
              <a:t>Contrast block for key items</a:t>
            </a:r>
            <a:endParaRPr lang="en-US" sz="950" dirty="0"/>
          </a:p>
        </p:txBody>
      </p:sp>
      <p:sp>
        <p:nvSpPr>
          <p:cNvPr id="49" name="Text 47">
            <a:extLst>
              <a:ext uri="{FF2B5EF4-FFF2-40B4-BE49-F238E27FC236}">
                <a16:creationId xmlns:a16="http://schemas.microsoft.com/office/drawing/2014/main" id="{7832403B-229C-7FD3-E70D-165E182A7A96}"/>
              </a:ext>
            </a:extLst>
          </p:cNvPr>
          <p:cNvSpPr txBox="1"/>
          <p:nvPr/>
        </p:nvSpPr>
        <p:spPr>
          <a:xfrm>
            <a:off x="6858000" y="4343400"/>
            <a:ext cx="4572000" cy="1737360"/>
          </a:xfrm>
          <a:prstGeom prst="rect">
            <a:avLst/>
          </a:prstGeom>
          <a:noFill/>
          <a:ln/>
        </p:spPr>
        <p:txBody>
          <a:bodyPr wrap="square" lIns="0" tIns="0" rIns="0" bIns="0" rtlCol="0" anchor="t"/>
          <a:lstStyle/>
          <a:p>
            <a:pPr marL="127000" indent="-127000">
              <a:spcAft>
                <a:spcPts val="300"/>
              </a:spcAft>
              <a:buSzPct val="100000"/>
              <a:buChar char="•"/>
            </a:pPr>
            <a:r>
              <a:rPr lang="en-US" sz="1200" dirty="0">
                <a:solidFill>
                  <a:srgbClr val="5F6075"/>
                </a:solidFill>
                <a:latin typeface="Calibri" pitchFamily="34" charset="0"/>
                <a:ea typeface="Calibri" pitchFamily="34" charset="-122"/>
                <a:cs typeface="Calibri" pitchFamily="34" charset="-120"/>
              </a:rPr>
              <a:t>Scroll-reveal fade-up on every block</a:t>
            </a:r>
            <a:endParaRPr lang="en-US" sz="1200" dirty="0"/>
          </a:p>
          <a:p>
            <a:pPr marL="127000" indent="-127000">
              <a:spcAft>
                <a:spcPts val="300"/>
              </a:spcAft>
              <a:buSzPct val="100000"/>
              <a:buChar char="•"/>
            </a:pPr>
            <a:r>
              <a:rPr lang="en-US" sz="1200" dirty="0">
                <a:solidFill>
                  <a:srgbClr val="5F6075"/>
                </a:solidFill>
                <a:latin typeface="Calibri" pitchFamily="34" charset="0"/>
                <a:ea typeface="Calibri" pitchFamily="34" charset="-122"/>
                <a:cs typeface="Calibri" pitchFamily="34" charset="-120"/>
              </a:rPr>
              <a:t>Animated number counters</a:t>
            </a:r>
            <a:endParaRPr lang="en-US" sz="1200" dirty="0"/>
          </a:p>
          <a:p>
            <a:pPr marL="127000" indent="-127000">
              <a:spcAft>
                <a:spcPts val="300"/>
              </a:spcAft>
              <a:buSzPct val="100000"/>
              <a:buChar char="•"/>
            </a:pPr>
            <a:r>
              <a:rPr lang="en-US" sz="1200" dirty="0">
                <a:solidFill>
                  <a:srgbClr val="5F6075"/>
                </a:solidFill>
                <a:latin typeface="Calibri" pitchFamily="34" charset="0"/>
                <a:ea typeface="Calibri" pitchFamily="34" charset="-122"/>
                <a:cs typeface="Calibri" pitchFamily="34" charset="-120"/>
              </a:rPr>
              <a:t>Floating / parallax SVG layers in hero</a:t>
            </a:r>
            <a:endParaRPr lang="en-US" sz="1200" dirty="0"/>
          </a:p>
          <a:p>
            <a:pPr marL="127000" indent="-127000">
              <a:spcAft>
                <a:spcPts val="300"/>
              </a:spcAft>
              <a:buSzPct val="100000"/>
              <a:buChar char="•"/>
            </a:pPr>
            <a:r>
              <a:rPr lang="en-US" sz="1200" dirty="0">
                <a:solidFill>
                  <a:srgbClr val="5F6075"/>
                </a:solidFill>
                <a:latin typeface="Calibri" pitchFamily="34" charset="0"/>
                <a:ea typeface="Calibri" pitchFamily="34" charset="-122"/>
                <a:cs typeface="Calibri" pitchFamily="34" charset="-120"/>
              </a:rPr>
              <a:t>Dashed 'data flow' line animations</a:t>
            </a:r>
            <a:endParaRPr lang="en-US" sz="1200" dirty="0"/>
          </a:p>
          <a:p>
            <a:pPr marL="127000" indent="-127000">
              <a:spcAft>
                <a:spcPts val="300"/>
              </a:spcAft>
              <a:buSzPct val="100000"/>
              <a:buChar char="•"/>
            </a:pPr>
            <a:r>
              <a:rPr lang="en-US" sz="1200" dirty="0">
                <a:solidFill>
                  <a:srgbClr val="5F6075"/>
                </a:solidFill>
                <a:latin typeface="Calibri" pitchFamily="34" charset="0"/>
                <a:ea typeface="Calibri" pitchFamily="34" charset="-122"/>
                <a:cs typeface="Calibri" pitchFamily="34" charset="-120"/>
              </a:rPr>
              <a:t>Respects reduced-motion settings</a:t>
            </a:r>
            <a:endParaRPr lang="en-US" sz="1200" dirty="0"/>
          </a:p>
        </p:txBody>
      </p:sp>
    </p:spTree>
    <p:extLst>
      <p:ext uri="{BB962C8B-B14F-4D97-AF65-F5344CB8AC3E}">
        <p14:creationId xmlns:p14="http://schemas.microsoft.com/office/powerpoint/2010/main" val="1465050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BADB522-A80E-5A6D-DB5E-6F9CA06D9CE5}"/>
              </a:ext>
            </a:extLst>
          </p:cNvPr>
          <p:cNvSpPr txBox="1"/>
          <p:nvPr/>
        </p:nvSpPr>
        <p:spPr>
          <a:xfrm>
            <a:off x="731520" y="2011680"/>
            <a:ext cx="4572000" cy="365760"/>
          </a:xfrm>
          <a:prstGeom prst="rect">
            <a:avLst/>
          </a:prstGeom>
          <a:noFill/>
          <a:ln/>
        </p:spPr>
        <p:txBody>
          <a:bodyPr wrap="square" lIns="0" tIns="0" rIns="0" bIns="0" rtlCol="0" anchor="t"/>
          <a:lstStyle/>
          <a:p>
            <a:pPr marL="0" indent="0">
              <a:buNone/>
            </a:pPr>
            <a:r>
              <a:rPr lang="en-US" sz="1300" b="1" kern="0" spc="300" dirty="0">
                <a:solidFill>
                  <a:schemeClr val="bg2">
                    <a:lumMod val="50000"/>
                  </a:schemeClr>
                </a:solidFill>
                <a:latin typeface="Calibri" pitchFamily="34" charset="0"/>
                <a:ea typeface="Calibri" pitchFamily="34" charset="-122"/>
                <a:cs typeface="Calibri" pitchFamily="34" charset="-120"/>
              </a:rPr>
              <a:t>NEXT STEPS</a:t>
            </a:r>
            <a:endParaRPr lang="en-US" sz="1300" dirty="0">
              <a:solidFill>
                <a:schemeClr val="bg2">
                  <a:lumMod val="50000"/>
                </a:schemeClr>
              </a:solidFill>
            </a:endParaRPr>
          </a:p>
        </p:txBody>
      </p:sp>
      <p:sp>
        <p:nvSpPr>
          <p:cNvPr id="3" name="Text 0">
            <a:extLst>
              <a:ext uri="{FF2B5EF4-FFF2-40B4-BE49-F238E27FC236}">
                <a16:creationId xmlns:a16="http://schemas.microsoft.com/office/drawing/2014/main" id="{B0335E7D-CABA-799C-046E-904CBA31CCBD}"/>
              </a:ext>
            </a:extLst>
          </p:cNvPr>
          <p:cNvSpPr txBox="1">
            <a:spLocks/>
          </p:cNvSpPr>
          <p:nvPr/>
        </p:nvSpPr>
        <p:spPr>
          <a:xfrm>
            <a:off x="731520" y="2606040"/>
            <a:ext cx="5852160" cy="1005840"/>
          </a:xfrm>
          <a:prstGeom prst="rect">
            <a:avLst/>
          </a:prstGeom>
          <a:noFill/>
          <a:ln/>
        </p:spPr>
        <p:txBody>
          <a:bodyPr wrap="square" lIns="0" tIns="0" rIns="0" bIns="0" rtlCol="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latin typeface="Calibri" pitchFamily="34" charset="0"/>
                <a:ea typeface="Calibri" pitchFamily="34" charset="-122"/>
                <a:cs typeface="Calibri" pitchFamily="34" charset="-120"/>
              </a:rPr>
              <a:t>From proposal to launch</a:t>
            </a:r>
            <a:endParaRPr lang="en-US" sz="4000" dirty="0"/>
          </a:p>
        </p:txBody>
      </p:sp>
      <p:sp>
        <p:nvSpPr>
          <p:cNvPr id="4" name="Shape 2">
            <a:extLst>
              <a:ext uri="{FF2B5EF4-FFF2-40B4-BE49-F238E27FC236}">
                <a16:creationId xmlns:a16="http://schemas.microsoft.com/office/drawing/2014/main" id="{7FEA88F9-F062-4441-011F-15C82C63A61A}"/>
              </a:ext>
            </a:extLst>
          </p:cNvPr>
          <p:cNvSpPr/>
          <p:nvPr/>
        </p:nvSpPr>
        <p:spPr>
          <a:xfrm>
            <a:off x="731520" y="4023360"/>
            <a:ext cx="502920" cy="502920"/>
          </a:xfrm>
          <a:prstGeom prst="ellipse">
            <a:avLst/>
          </a:prstGeom>
          <a:solidFill>
            <a:srgbClr val="7B6CF6"/>
          </a:solidFill>
          <a:ln/>
        </p:spPr>
        <p:txBody>
          <a:bodyPr/>
          <a:lstStyle/>
          <a:p>
            <a:endParaRPr lang="en-IN"/>
          </a:p>
        </p:txBody>
      </p:sp>
      <p:sp>
        <p:nvSpPr>
          <p:cNvPr id="5" name="Text 3">
            <a:extLst>
              <a:ext uri="{FF2B5EF4-FFF2-40B4-BE49-F238E27FC236}">
                <a16:creationId xmlns:a16="http://schemas.microsoft.com/office/drawing/2014/main" id="{78ED86EF-60FF-C6DB-DDBB-33E1E6215ED4}"/>
              </a:ext>
            </a:extLst>
          </p:cNvPr>
          <p:cNvSpPr txBox="1"/>
          <p:nvPr/>
        </p:nvSpPr>
        <p:spPr>
          <a:xfrm>
            <a:off x="731520" y="40233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Shape 4">
            <a:extLst>
              <a:ext uri="{FF2B5EF4-FFF2-40B4-BE49-F238E27FC236}">
                <a16:creationId xmlns:a16="http://schemas.microsoft.com/office/drawing/2014/main" id="{8117B246-FD74-FD15-EB34-58C3E3A2B7B3}"/>
              </a:ext>
            </a:extLst>
          </p:cNvPr>
          <p:cNvSpPr/>
          <p:nvPr/>
        </p:nvSpPr>
        <p:spPr>
          <a:xfrm>
            <a:off x="1325880" y="4274820"/>
            <a:ext cx="1554480" cy="0"/>
          </a:xfrm>
          <a:prstGeom prst="line">
            <a:avLst/>
          </a:prstGeom>
          <a:noFill/>
          <a:ln w="19050">
            <a:solidFill>
              <a:srgbClr val="3E3E55"/>
            </a:solidFill>
            <a:prstDash val="dash"/>
          </a:ln>
        </p:spPr>
        <p:txBody>
          <a:bodyPr/>
          <a:lstStyle/>
          <a:p>
            <a:endParaRPr lang="en-IN"/>
          </a:p>
        </p:txBody>
      </p:sp>
      <p:sp>
        <p:nvSpPr>
          <p:cNvPr id="7" name="Text 5">
            <a:extLst>
              <a:ext uri="{FF2B5EF4-FFF2-40B4-BE49-F238E27FC236}">
                <a16:creationId xmlns:a16="http://schemas.microsoft.com/office/drawing/2014/main" id="{9688433B-0A62-87BF-8B34-1B2C44EFEF78}"/>
              </a:ext>
            </a:extLst>
          </p:cNvPr>
          <p:cNvSpPr txBox="1"/>
          <p:nvPr/>
        </p:nvSpPr>
        <p:spPr>
          <a:xfrm>
            <a:off x="731520" y="4709160"/>
            <a:ext cx="201168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Approve</a:t>
            </a:r>
            <a:endParaRPr lang="en-US" sz="1500" dirty="0"/>
          </a:p>
        </p:txBody>
      </p:sp>
      <p:sp>
        <p:nvSpPr>
          <p:cNvPr id="8" name="Text 6">
            <a:extLst>
              <a:ext uri="{FF2B5EF4-FFF2-40B4-BE49-F238E27FC236}">
                <a16:creationId xmlns:a16="http://schemas.microsoft.com/office/drawing/2014/main" id="{B3965BC8-7EF4-3BDE-5226-CB6D36C420F6}"/>
              </a:ext>
            </a:extLst>
          </p:cNvPr>
          <p:cNvSpPr txBox="1"/>
          <p:nvPr/>
        </p:nvSpPr>
        <p:spPr>
          <a:xfrm>
            <a:off x="731520" y="5029200"/>
            <a:ext cx="1965960" cy="822960"/>
          </a:xfrm>
          <a:prstGeom prst="rect">
            <a:avLst/>
          </a:prstGeom>
          <a:noFill/>
          <a:ln/>
        </p:spPr>
        <p:txBody>
          <a:bodyPr wrap="square" lIns="0" tIns="0" rIns="0" bIns="0" rtlCol="0" anchor="t"/>
          <a:lstStyle/>
          <a:p>
            <a:pPr marL="0" indent="0">
              <a:buNone/>
            </a:pPr>
            <a:r>
              <a:rPr lang="en-US" sz="1200" dirty="0">
                <a:solidFill>
                  <a:schemeClr val="tx1">
                    <a:lumMod val="75000"/>
                    <a:lumOff val="25000"/>
                  </a:schemeClr>
                </a:solidFill>
                <a:latin typeface="Calibri" pitchFamily="34" charset="0"/>
                <a:ea typeface="Calibri" pitchFamily="34" charset="-122"/>
                <a:cs typeface="Calibri" pitchFamily="34" charset="-120"/>
              </a:rPr>
              <a:t>Sitemap, visual direction and proposed copy (✱)</a:t>
            </a:r>
            <a:endParaRPr lang="en-US" sz="1200" dirty="0">
              <a:solidFill>
                <a:schemeClr val="tx1">
                  <a:lumMod val="75000"/>
                  <a:lumOff val="25000"/>
                </a:schemeClr>
              </a:solidFill>
            </a:endParaRPr>
          </a:p>
        </p:txBody>
      </p:sp>
      <p:sp>
        <p:nvSpPr>
          <p:cNvPr id="9" name="Shape 7">
            <a:extLst>
              <a:ext uri="{FF2B5EF4-FFF2-40B4-BE49-F238E27FC236}">
                <a16:creationId xmlns:a16="http://schemas.microsoft.com/office/drawing/2014/main" id="{A2947F21-67DD-A634-202B-FE6E81834F35}"/>
              </a:ext>
            </a:extLst>
          </p:cNvPr>
          <p:cNvSpPr/>
          <p:nvPr/>
        </p:nvSpPr>
        <p:spPr>
          <a:xfrm>
            <a:off x="2971800" y="4023360"/>
            <a:ext cx="502920" cy="502920"/>
          </a:xfrm>
          <a:prstGeom prst="ellipse">
            <a:avLst/>
          </a:prstGeom>
          <a:solidFill>
            <a:srgbClr val="2A2A3C"/>
          </a:solidFill>
          <a:ln/>
        </p:spPr>
        <p:txBody>
          <a:bodyPr/>
          <a:lstStyle/>
          <a:p>
            <a:endParaRPr lang="en-IN"/>
          </a:p>
        </p:txBody>
      </p:sp>
      <p:sp>
        <p:nvSpPr>
          <p:cNvPr id="10" name="Text 8">
            <a:extLst>
              <a:ext uri="{FF2B5EF4-FFF2-40B4-BE49-F238E27FC236}">
                <a16:creationId xmlns:a16="http://schemas.microsoft.com/office/drawing/2014/main" id="{F8F86BD6-93C7-93CD-7E0A-DFD18BC1CE88}"/>
              </a:ext>
            </a:extLst>
          </p:cNvPr>
          <p:cNvSpPr txBox="1"/>
          <p:nvPr/>
        </p:nvSpPr>
        <p:spPr>
          <a:xfrm>
            <a:off x="2971800" y="40233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Shape 9">
            <a:extLst>
              <a:ext uri="{FF2B5EF4-FFF2-40B4-BE49-F238E27FC236}">
                <a16:creationId xmlns:a16="http://schemas.microsoft.com/office/drawing/2014/main" id="{A2D0D1FE-C157-C9EE-2B93-23256E16DEEA}"/>
              </a:ext>
            </a:extLst>
          </p:cNvPr>
          <p:cNvSpPr/>
          <p:nvPr/>
        </p:nvSpPr>
        <p:spPr>
          <a:xfrm>
            <a:off x="3566160" y="4274820"/>
            <a:ext cx="1554480" cy="0"/>
          </a:xfrm>
          <a:prstGeom prst="line">
            <a:avLst/>
          </a:prstGeom>
          <a:noFill/>
          <a:ln w="19050">
            <a:solidFill>
              <a:srgbClr val="3E3E55"/>
            </a:solidFill>
            <a:prstDash val="dash"/>
          </a:ln>
        </p:spPr>
        <p:txBody>
          <a:bodyPr/>
          <a:lstStyle/>
          <a:p>
            <a:endParaRPr lang="en-IN"/>
          </a:p>
        </p:txBody>
      </p:sp>
      <p:sp>
        <p:nvSpPr>
          <p:cNvPr id="12" name="Text 10">
            <a:extLst>
              <a:ext uri="{FF2B5EF4-FFF2-40B4-BE49-F238E27FC236}">
                <a16:creationId xmlns:a16="http://schemas.microsoft.com/office/drawing/2014/main" id="{C8FDD087-4A7E-547C-9851-E40528A07062}"/>
              </a:ext>
            </a:extLst>
          </p:cNvPr>
          <p:cNvSpPr txBox="1"/>
          <p:nvPr/>
        </p:nvSpPr>
        <p:spPr>
          <a:xfrm>
            <a:off x="2971800" y="4709160"/>
            <a:ext cx="201168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Supply</a:t>
            </a:r>
            <a:endParaRPr lang="en-US" sz="1500" dirty="0"/>
          </a:p>
        </p:txBody>
      </p:sp>
      <p:sp>
        <p:nvSpPr>
          <p:cNvPr id="13" name="Text 11">
            <a:extLst>
              <a:ext uri="{FF2B5EF4-FFF2-40B4-BE49-F238E27FC236}">
                <a16:creationId xmlns:a16="http://schemas.microsoft.com/office/drawing/2014/main" id="{1655424B-4CAC-55D6-8DA3-4C21ACFA9854}"/>
              </a:ext>
            </a:extLst>
          </p:cNvPr>
          <p:cNvSpPr txBox="1"/>
          <p:nvPr/>
        </p:nvSpPr>
        <p:spPr>
          <a:xfrm>
            <a:off x="2971800" y="5029200"/>
            <a:ext cx="1965960" cy="822960"/>
          </a:xfrm>
          <a:prstGeom prst="rect">
            <a:avLst/>
          </a:prstGeom>
          <a:noFill/>
          <a:ln/>
        </p:spPr>
        <p:txBody>
          <a:bodyPr wrap="square" lIns="0" tIns="0" rIns="0" bIns="0" rtlCol="0" anchor="t"/>
          <a:lstStyle/>
          <a:p>
            <a:pPr marL="0" indent="0">
              <a:buNone/>
            </a:pPr>
            <a:r>
              <a:rPr lang="en-US" sz="1200" dirty="0">
                <a:solidFill>
                  <a:schemeClr val="tx1">
                    <a:lumMod val="75000"/>
                    <a:lumOff val="25000"/>
                  </a:schemeClr>
                </a:solidFill>
                <a:latin typeface="Calibri" pitchFamily="34" charset="0"/>
                <a:ea typeface="Calibri" pitchFamily="34" charset="-122"/>
                <a:cs typeface="Calibri" pitchFamily="34" charset="-120"/>
              </a:rPr>
              <a:t>Logo, photos, legal text and items marked TBC</a:t>
            </a:r>
            <a:endParaRPr lang="en-US" sz="1200" dirty="0">
              <a:solidFill>
                <a:schemeClr val="tx1">
                  <a:lumMod val="75000"/>
                  <a:lumOff val="25000"/>
                </a:schemeClr>
              </a:solidFill>
            </a:endParaRPr>
          </a:p>
        </p:txBody>
      </p:sp>
      <p:sp>
        <p:nvSpPr>
          <p:cNvPr id="14" name="Shape 12">
            <a:extLst>
              <a:ext uri="{FF2B5EF4-FFF2-40B4-BE49-F238E27FC236}">
                <a16:creationId xmlns:a16="http://schemas.microsoft.com/office/drawing/2014/main" id="{BE3F51EE-714F-13B7-D595-A6F3B43BA778}"/>
              </a:ext>
            </a:extLst>
          </p:cNvPr>
          <p:cNvSpPr/>
          <p:nvPr/>
        </p:nvSpPr>
        <p:spPr>
          <a:xfrm>
            <a:off x="5212080" y="4023360"/>
            <a:ext cx="502920" cy="502920"/>
          </a:xfrm>
          <a:prstGeom prst="ellipse">
            <a:avLst/>
          </a:prstGeom>
          <a:solidFill>
            <a:srgbClr val="2A2A3C"/>
          </a:solidFill>
          <a:ln/>
        </p:spPr>
        <p:txBody>
          <a:bodyPr/>
          <a:lstStyle/>
          <a:p>
            <a:endParaRPr lang="en-IN"/>
          </a:p>
        </p:txBody>
      </p:sp>
      <p:sp>
        <p:nvSpPr>
          <p:cNvPr id="15" name="Text 13">
            <a:extLst>
              <a:ext uri="{FF2B5EF4-FFF2-40B4-BE49-F238E27FC236}">
                <a16:creationId xmlns:a16="http://schemas.microsoft.com/office/drawing/2014/main" id="{1A0F29DD-7D08-DA3D-4BEC-A973EC252BD5}"/>
              </a:ext>
            </a:extLst>
          </p:cNvPr>
          <p:cNvSpPr txBox="1"/>
          <p:nvPr/>
        </p:nvSpPr>
        <p:spPr>
          <a:xfrm>
            <a:off x="5212080" y="40233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Shape 14">
            <a:extLst>
              <a:ext uri="{FF2B5EF4-FFF2-40B4-BE49-F238E27FC236}">
                <a16:creationId xmlns:a16="http://schemas.microsoft.com/office/drawing/2014/main" id="{C96C738A-E146-6884-3291-9A8F467060C8}"/>
              </a:ext>
            </a:extLst>
          </p:cNvPr>
          <p:cNvSpPr/>
          <p:nvPr/>
        </p:nvSpPr>
        <p:spPr>
          <a:xfrm>
            <a:off x="5806440" y="4274820"/>
            <a:ext cx="1554480" cy="0"/>
          </a:xfrm>
          <a:prstGeom prst="line">
            <a:avLst/>
          </a:prstGeom>
          <a:noFill/>
          <a:ln w="19050">
            <a:solidFill>
              <a:srgbClr val="3E3E55"/>
            </a:solidFill>
            <a:prstDash val="dash"/>
          </a:ln>
        </p:spPr>
        <p:txBody>
          <a:bodyPr/>
          <a:lstStyle/>
          <a:p>
            <a:endParaRPr lang="en-IN"/>
          </a:p>
        </p:txBody>
      </p:sp>
      <p:sp>
        <p:nvSpPr>
          <p:cNvPr id="17" name="Text 15">
            <a:extLst>
              <a:ext uri="{FF2B5EF4-FFF2-40B4-BE49-F238E27FC236}">
                <a16:creationId xmlns:a16="http://schemas.microsoft.com/office/drawing/2014/main" id="{774B61EC-4A90-3C5E-DDFB-A785775325F3}"/>
              </a:ext>
            </a:extLst>
          </p:cNvPr>
          <p:cNvSpPr txBox="1"/>
          <p:nvPr/>
        </p:nvSpPr>
        <p:spPr>
          <a:xfrm>
            <a:off x="5212080" y="4709160"/>
            <a:ext cx="201168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Design</a:t>
            </a:r>
            <a:endParaRPr lang="en-US" sz="1500" dirty="0"/>
          </a:p>
        </p:txBody>
      </p:sp>
      <p:sp>
        <p:nvSpPr>
          <p:cNvPr id="18" name="Text 16">
            <a:extLst>
              <a:ext uri="{FF2B5EF4-FFF2-40B4-BE49-F238E27FC236}">
                <a16:creationId xmlns:a16="http://schemas.microsoft.com/office/drawing/2014/main" id="{4CAB3922-2DC0-A34A-0414-DE7AAF231DE9}"/>
              </a:ext>
            </a:extLst>
          </p:cNvPr>
          <p:cNvSpPr txBox="1"/>
          <p:nvPr/>
        </p:nvSpPr>
        <p:spPr>
          <a:xfrm>
            <a:off x="5212080" y="5029200"/>
            <a:ext cx="1965960" cy="822960"/>
          </a:xfrm>
          <a:prstGeom prst="rect">
            <a:avLst/>
          </a:prstGeom>
          <a:noFill/>
          <a:ln/>
        </p:spPr>
        <p:txBody>
          <a:bodyPr wrap="square" lIns="0" tIns="0" rIns="0" bIns="0" rtlCol="0" anchor="t"/>
          <a:lstStyle/>
          <a:p>
            <a:pPr marL="0" indent="0">
              <a:buNone/>
            </a:pPr>
            <a:r>
              <a:rPr lang="en-US" sz="1200" dirty="0">
                <a:solidFill>
                  <a:schemeClr val="tx1">
                    <a:lumMod val="75000"/>
                    <a:lumOff val="25000"/>
                  </a:schemeClr>
                </a:solidFill>
                <a:latin typeface="Calibri" pitchFamily="34" charset="0"/>
                <a:ea typeface="Calibri" pitchFamily="34" charset="-122"/>
                <a:cs typeface="Calibri" pitchFamily="34" charset="-120"/>
              </a:rPr>
              <a:t>High-fidelity designs for all 6 pages, desktop + mobile</a:t>
            </a:r>
            <a:endParaRPr lang="en-US" sz="1200" dirty="0">
              <a:solidFill>
                <a:schemeClr val="tx1">
                  <a:lumMod val="75000"/>
                  <a:lumOff val="25000"/>
                </a:schemeClr>
              </a:solidFill>
            </a:endParaRPr>
          </a:p>
        </p:txBody>
      </p:sp>
      <p:sp>
        <p:nvSpPr>
          <p:cNvPr id="19" name="Shape 17">
            <a:extLst>
              <a:ext uri="{FF2B5EF4-FFF2-40B4-BE49-F238E27FC236}">
                <a16:creationId xmlns:a16="http://schemas.microsoft.com/office/drawing/2014/main" id="{092CAE0D-EA47-8A48-7840-9B8EAE40DE44}"/>
              </a:ext>
            </a:extLst>
          </p:cNvPr>
          <p:cNvSpPr/>
          <p:nvPr/>
        </p:nvSpPr>
        <p:spPr>
          <a:xfrm>
            <a:off x="7452360" y="4023360"/>
            <a:ext cx="502920" cy="502920"/>
          </a:xfrm>
          <a:prstGeom prst="ellipse">
            <a:avLst/>
          </a:prstGeom>
          <a:solidFill>
            <a:srgbClr val="2A2A3C"/>
          </a:solidFill>
          <a:ln/>
        </p:spPr>
        <p:txBody>
          <a:bodyPr/>
          <a:lstStyle/>
          <a:p>
            <a:endParaRPr lang="en-IN"/>
          </a:p>
        </p:txBody>
      </p:sp>
      <p:sp>
        <p:nvSpPr>
          <p:cNvPr id="20" name="Text 18">
            <a:extLst>
              <a:ext uri="{FF2B5EF4-FFF2-40B4-BE49-F238E27FC236}">
                <a16:creationId xmlns:a16="http://schemas.microsoft.com/office/drawing/2014/main" id="{C2EF5391-D964-E175-A087-DC19C6473138}"/>
              </a:ext>
            </a:extLst>
          </p:cNvPr>
          <p:cNvSpPr txBox="1"/>
          <p:nvPr/>
        </p:nvSpPr>
        <p:spPr>
          <a:xfrm>
            <a:off x="7452360" y="40233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Shape 19">
            <a:extLst>
              <a:ext uri="{FF2B5EF4-FFF2-40B4-BE49-F238E27FC236}">
                <a16:creationId xmlns:a16="http://schemas.microsoft.com/office/drawing/2014/main" id="{3334158C-8B44-7BB0-2D88-AD07CBEC2E81}"/>
              </a:ext>
            </a:extLst>
          </p:cNvPr>
          <p:cNvSpPr/>
          <p:nvPr/>
        </p:nvSpPr>
        <p:spPr>
          <a:xfrm>
            <a:off x="8046720" y="4274820"/>
            <a:ext cx="1554480" cy="0"/>
          </a:xfrm>
          <a:prstGeom prst="line">
            <a:avLst/>
          </a:prstGeom>
          <a:noFill/>
          <a:ln w="19050">
            <a:solidFill>
              <a:srgbClr val="3E3E55"/>
            </a:solidFill>
            <a:prstDash val="dash"/>
          </a:ln>
        </p:spPr>
        <p:txBody>
          <a:bodyPr/>
          <a:lstStyle/>
          <a:p>
            <a:endParaRPr lang="en-IN"/>
          </a:p>
        </p:txBody>
      </p:sp>
      <p:sp>
        <p:nvSpPr>
          <p:cNvPr id="22" name="Text 20">
            <a:extLst>
              <a:ext uri="{FF2B5EF4-FFF2-40B4-BE49-F238E27FC236}">
                <a16:creationId xmlns:a16="http://schemas.microsoft.com/office/drawing/2014/main" id="{34E6EA24-786B-4562-F4E1-F8A0DDA294BC}"/>
              </a:ext>
            </a:extLst>
          </p:cNvPr>
          <p:cNvSpPr txBox="1"/>
          <p:nvPr/>
        </p:nvSpPr>
        <p:spPr>
          <a:xfrm>
            <a:off x="7452360" y="4709160"/>
            <a:ext cx="201168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Build</a:t>
            </a:r>
            <a:endParaRPr lang="en-US" sz="1500" dirty="0"/>
          </a:p>
        </p:txBody>
      </p:sp>
      <p:sp>
        <p:nvSpPr>
          <p:cNvPr id="23" name="Text 21">
            <a:extLst>
              <a:ext uri="{FF2B5EF4-FFF2-40B4-BE49-F238E27FC236}">
                <a16:creationId xmlns:a16="http://schemas.microsoft.com/office/drawing/2014/main" id="{4C971394-341B-A205-9D06-197D919CEEB5}"/>
              </a:ext>
            </a:extLst>
          </p:cNvPr>
          <p:cNvSpPr txBox="1"/>
          <p:nvPr/>
        </p:nvSpPr>
        <p:spPr>
          <a:xfrm>
            <a:off x="7452360" y="5029200"/>
            <a:ext cx="1965960" cy="822960"/>
          </a:xfrm>
          <a:prstGeom prst="rect">
            <a:avLst/>
          </a:prstGeom>
          <a:noFill/>
          <a:ln/>
        </p:spPr>
        <p:txBody>
          <a:bodyPr wrap="square" lIns="0" tIns="0" rIns="0" bIns="0" rtlCol="0" anchor="t"/>
          <a:lstStyle/>
          <a:p>
            <a:pPr marL="0" indent="0">
              <a:buNone/>
            </a:pPr>
            <a:r>
              <a:rPr lang="en-US" sz="1200" dirty="0">
                <a:solidFill>
                  <a:schemeClr val="tx1">
                    <a:lumMod val="75000"/>
                    <a:lumOff val="25000"/>
                  </a:schemeClr>
                </a:solidFill>
                <a:latin typeface="Calibri" pitchFamily="34" charset="0"/>
                <a:ea typeface="Calibri" pitchFamily="34" charset="-122"/>
                <a:cs typeface="Calibri" pitchFamily="34" charset="-120"/>
              </a:rPr>
              <a:t>Responsive development, form setup, SEO basics</a:t>
            </a:r>
            <a:endParaRPr lang="en-US" sz="1200" dirty="0">
              <a:solidFill>
                <a:schemeClr val="tx1">
                  <a:lumMod val="75000"/>
                  <a:lumOff val="25000"/>
                </a:schemeClr>
              </a:solidFill>
            </a:endParaRPr>
          </a:p>
        </p:txBody>
      </p:sp>
      <p:sp>
        <p:nvSpPr>
          <p:cNvPr id="24" name="Shape 22">
            <a:extLst>
              <a:ext uri="{FF2B5EF4-FFF2-40B4-BE49-F238E27FC236}">
                <a16:creationId xmlns:a16="http://schemas.microsoft.com/office/drawing/2014/main" id="{B8746062-4BF8-3CCE-6EAB-0303CA0817B9}"/>
              </a:ext>
            </a:extLst>
          </p:cNvPr>
          <p:cNvSpPr/>
          <p:nvPr/>
        </p:nvSpPr>
        <p:spPr>
          <a:xfrm>
            <a:off x="9692640" y="4023360"/>
            <a:ext cx="502920" cy="502920"/>
          </a:xfrm>
          <a:prstGeom prst="ellipse">
            <a:avLst/>
          </a:prstGeom>
          <a:solidFill>
            <a:srgbClr val="2A2A3C"/>
          </a:solidFill>
          <a:ln/>
        </p:spPr>
        <p:txBody>
          <a:bodyPr/>
          <a:lstStyle/>
          <a:p>
            <a:endParaRPr lang="en-IN"/>
          </a:p>
        </p:txBody>
      </p:sp>
      <p:sp>
        <p:nvSpPr>
          <p:cNvPr id="25" name="Text 23">
            <a:extLst>
              <a:ext uri="{FF2B5EF4-FFF2-40B4-BE49-F238E27FC236}">
                <a16:creationId xmlns:a16="http://schemas.microsoft.com/office/drawing/2014/main" id="{5087D903-1BB3-9363-2399-AB232FC9339E}"/>
              </a:ext>
            </a:extLst>
          </p:cNvPr>
          <p:cNvSpPr txBox="1"/>
          <p:nvPr/>
        </p:nvSpPr>
        <p:spPr>
          <a:xfrm>
            <a:off x="9692640" y="402336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6" name="Text 24">
            <a:extLst>
              <a:ext uri="{FF2B5EF4-FFF2-40B4-BE49-F238E27FC236}">
                <a16:creationId xmlns:a16="http://schemas.microsoft.com/office/drawing/2014/main" id="{4269023F-E284-574E-B0F0-62F325587EE3}"/>
              </a:ext>
            </a:extLst>
          </p:cNvPr>
          <p:cNvSpPr txBox="1"/>
          <p:nvPr/>
        </p:nvSpPr>
        <p:spPr>
          <a:xfrm>
            <a:off x="9692640" y="4709160"/>
            <a:ext cx="2011680" cy="3200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Review &amp; launch</a:t>
            </a:r>
            <a:endParaRPr lang="en-US" sz="1500" dirty="0"/>
          </a:p>
        </p:txBody>
      </p:sp>
      <p:sp>
        <p:nvSpPr>
          <p:cNvPr id="27" name="Text 25">
            <a:extLst>
              <a:ext uri="{FF2B5EF4-FFF2-40B4-BE49-F238E27FC236}">
                <a16:creationId xmlns:a16="http://schemas.microsoft.com/office/drawing/2014/main" id="{A54792F8-8D60-442D-8895-3F115D55E66A}"/>
              </a:ext>
            </a:extLst>
          </p:cNvPr>
          <p:cNvSpPr txBox="1"/>
          <p:nvPr/>
        </p:nvSpPr>
        <p:spPr>
          <a:xfrm>
            <a:off x="9692640" y="5029200"/>
            <a:ext cx="1965960" cy="822960"/>
          </a:xfrm>
          <a:prstGeom prst="rect">
            <a:avLst/>
          </a:prstGeom>
          <a:noFill/>
          <a:ln/>
        </p:spPr>
        <p:txBody>
          <a:bodyPr wrap="square" lIns="0" tIns="0" rIns="0" bIns="0" rtlCol="0" anchor="t"/>
          <a:lstStyle/>
          <a:p>
            <a:pPr marL="0" indent="0">
              <a:buNone/>
            </a:pPr>
            <a:r>
              <a:rPr lang="en-US" sz="1200" dirty="0">
                <a:solidFill>
                  <a:schemeClr val="tx1">
                    <a:lumMod val="75000"/>
                    <a:lumOff val="25000"/>
                  </a:schemeClr>
                </a:solidFill>
                <a:latin typeface="Calibri" pitchFamily="34" charset="0"/>
                <a:ea typeface="Calibri" pitchFamily="34" charset="-122"/>
                <a:cs typeface="Calibri" pitchFamily="34" charset="-120"/>
              </a:rPr>
              <a:t>Content check, cross-device testing, go-live</a:t>
            </a:r>
            <a:endParaRPr lang="en-US" sz="1200" dirty="0">
              <a:solidFill>
                <a:schemeClr val="tx1">
                  <a:lumMod val="75000"/>
                  <a:lumOff val="25000"/>
                </a:schemeClr>
              </a:solidFill>
            </a:endParaRPr>
          </a:p>
        </p:txBody>
      </p:sp>
      <p:sp>
        <p:nvSpPr>
          <p:cNvPr id="28" name="Text 26">
            <a:extLst>
              <a:ext uri="{FF2B5EF4-FFF2-40B4-BE49-F238E27FC236}">
                <a16:creationId xmlns:a16="http://schemas.microsoft.com/office/drawing/2014/main" id="{110A92F8-2AE9-EF6D-72C8-4B0A950585E1}"/>
              </a:ext>
            </a:extLst>
          </p:cNvPr>
          <p:cNvSpPr txBox="1"/>
          <p:nvPr/>
        </p:nvSpPr>
        <p:spPr>
          <a:xfrm>
            <a:off x="731520" y="5989320"/>
            <a:ext cx="8229600" cy="274320"/>
          </a:xfrm>
          <a:prstGeom prst="rect">
            <a:avLst/>
          </a:prstGeom>
          <a:noFill/>
          <a:ln/>
        </p:spPr>
        <p:txBody>
          <a:bodyPr wrap="square" lIns="0" tIns="0" rIns="0" bIns="0" rtlCol="0" anchor="t"/>
          <a:lstStyle/>
          <a:p>
            <a:pPr marL="0" indent="0">
              <a:buNone/>
            </a:pPr>
            <a:r>
              <a:rPr lang="en-US" sz="1100" i="1" dirty="0">
                <a:solidFill>
                  <a:srgbClr val="8B8BA3"/>
                </a:solidFill>
                <a:latin typeface="Calibri" pitchFamily="34" charset="0"/>
                <a:ea typeface="Calibri" pitchFamily="34" charset="-122"/>
                <a:cs typeface="Calibri" pitchFamily="34" charset="-120"/>
              </a:rPr>
              <a:t>Timeline and pricing to be agreed separately once the scope above is approved.</a:t>
            </a:r>
            <a:endParaRPr lang="en-US" sz="1100" dirty="0"/>
          </a:p>
        </p:txBody>
      </p:sp>
    </p:spTree>
    <p:extLst>
      <p:ext uri="{BB962C8B-B14F-4D97-AF65-F5344CB8AC3E}">
        <p14:creationId xmlns:p14="http://schemas.microsoft.com/office/powerpoint/2010/main" val="17140036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TotalTime>
  <Words>2334</Words>
  <Application>Microsoft Office PowerPoint</Application>
  <PresentationFormat>Widescreen</PresentationFormat>
  <Paragraphs>410</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Suresh Kumar R - Front-End Developer</dc:creator>
  <cp:lastModifiedBy>Suresh Kumar R - Front-End Developer</cp:lastModifiedBy>
  <cp:revision>2</cp:revision>
  <dcterms:created xsi:type="dcterms:W3CDTF">2026-10-22T18:44:38Z</dcterms:created>
  <dcterms:modified xsi:type="dcterms:W3CDTF">2026-10-22T19:43:49Z</dcterms:modified>
</cp:coreProperties>
</file>